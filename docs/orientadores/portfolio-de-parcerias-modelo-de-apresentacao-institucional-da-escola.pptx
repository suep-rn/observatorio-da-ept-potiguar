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3"/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Montserrat Medium"/>
      <p:regular r:id="rId34"/>
      <p:bold r:id="rId35"/>
      <p:italic r:id="rId36"/>
      <p:boldItalic r:id="rId37"/>
    </p:embeddedFont>
    <p:embeddedFont>
      <p:font typeface="Montserrat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d4f592707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d4f592707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49438ee8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49438ee8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49438ee8d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49438ee8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49438ee8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49438ee8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49438ee8d_1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a49438ee8d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49438ee8d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a49438ee8d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a49438ee8d_1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a49438ee8d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49438ee8d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a49438ee8d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49438ee8d_1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a49438ee8d_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49438ee8d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a49438ee8d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49438ee8d_1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a49438ee8d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49438ee8d_1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a49438ee8d_1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49438ee8d_1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a49438ee8d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a49438ee8d_1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a49438ee8d_1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49438ee8d_1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a49438ee8d_1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49438ee8d_1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a49438ee8d_1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a49438ee8d_1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" name="Google Shape;839;g3a49438ee8d_1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49438ee8d_1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g3a49438ee8d_1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d4f5927071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d4f5927071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eac55c565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eac55c56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Relationship Id="rId3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2241975"/>
            <a:ext cx="3170400" cy="277800"/>
          </a:xfrm>
          <a:prstGeom prst="rect">
            <a:avLst/>
          </a:prstGeom>
          <a:solidFill>
            <a:srgbClr val="EE4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/>
        </p:nvSpPr>
        <p:spPr>
          <a:xfrm>
            <a:off x="4100600" y="477075"/>
            <a:ext cx="42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4476600" y="794650"/>
            <a:ext cx="4002900" cy="148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476600" y="2282650"/>
            <a:ext cx="4002900" cy="77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0" y="686175"/>
            <a:ext cx="2569200" cy="576900"/>
          </a:xfrm>
          <a:prstGeom prst="rect">
            <a:avLst/>
          </a:prstGeom>
          <a:solidFill>
            <a:srgbClr val="FEC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845900" y="669300"/>
            <a:ext cx="610500" cy="610800"/>
          </a:xfrm>
          <a:prstGeom prst="ellipse">
            <a:avLst/>
          </a:prstGeom>
          <a:solidFill>
            <a:srgbClr val="EE4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1665075"/>
            <a:ext cx="3170400" cy="576900"/>
          </a:xfrm>
          <a:prstGeom prst="rect">
            <a:avLst/>
          </a:prstGeom>
          <a:solidFill>
            <a:srgbClr val="73B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0" y="2241975"/>
            <a:ext cx="1699500" cy="576900"/>
          </a:xfrm>
          <a:prstGeom prst="rect">
            <a:avLst/>
          </a:prstGeom>
          <a:solidFill>
            <a:srgbClr val="FEC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0" y="3395775"/>
            <a:ext cx="2667300" cy="576900"/>
          </a:xfrm>
          <a:prstGeom prst="rect">
            <a:avLst/>
          </a:prstGeom>
          <a:solidFill>
            <a:srgbClr val="EE4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0" y="4566600"/>
            <a:ext cx="1699500" cy="576900"/>
          </a:xfrm>
          <a:prstGeom prst="rect">
            <a:avLst/>
          </a:prstGeom>
          <a:solidFill>
            <a:srgbClr val="EE4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0" y="3117975"/>
            <a:ext cx="3170400" cy="277800"/>
          </a:xfrm>
          <a:prstGeom prst="rect">
            <a:avLst/>
          </a:prstGeom>
          <a:solidFill>
            <a:srgbClr val="FEC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0" y="4566600"/>
            <a:ext cx="3170400" cy="277800"/>
          </a:xfrm>
          <a:prstGeom prst="rect">
            <a:avLst/>
          </a:prstGeom>
          <a:solidFill>
            <a:srgbClr val="73B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0" y="3972675"/>
            <a:ext cx="822900" cy="277800"/>
          </a:xfrm>
          <a:prstGeom prst="rect">
            <a:avLst/>
          </a:prstGeom>
          <a:solidFill>
            <a:srgbClr val="73B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0" y="408375"/>
            <a:ext cx="1699500" cy="277800"/>
          </a:xfrm>
          <a:prstGeom prst="rect">
            <a:avLst/>
          </a:prstGeom>
          <a:solidFill>
            <a:srgbClr val="73B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2">
            <a:alphaModFix/>
          </a:blip>
          <a:srcRect b="0" l="31309" r="0" t="43814"/>
          <a:stretch/>
        </p:blipFill>
        <p:spPr>
          <a:xfrm flipH="1" rot="10800000">
            <a:off x="-20450" y="3574200"/>
            <a:ext cx="2376426" cy="156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438" y="2747650"/>
            <a:ext cx="9184876" cy="12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2">
            <a:alphaModFix/>
          </a:blip>
          <a:srcRect b="0" l="31309" r="0" t="43814"/>
          <a:stretch/>
        </p:blipFill>
        <p:spPr>
          <a:xfrm>
            <a:off x="-20450" y="-22775"/>
            <a:ext cx="2376426" cy="156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27482" l="0" r="0" t="33089"/>
          <a:stretch/>
        </p:blipFill>
        <p:spPr>
          <a:xfrm>
            <a:off x="7621698" y="182875"/>
            <a:ext cx="1390962" cy="7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5">
            <a:alphaModFix/>
          </a:blip>
          <a:srcRect b="249" l="0" r="0" t="259"/>
          <a:stretch/>
        </p:blipFill>
        <p:spPr>
          <a:xfrm>
            <a:off x="4924100" y="4289175"/>
            <a:ext cx="4088551" cy="66279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type="title"/>
          </p:nvPr>
        </p:nvSpPr>
        <p:spPr>
          <a:xfrm>
            <a:off x="2130750" y="1272875"/>
            <a:ext cx="4882500" cy="955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2800"/>
              <a:buFont typeface="Montserrat ExtraBold"/>
              <a:buNone/>
              <a:defRPr b="0" sz="2800">
                <a:solidFill>
                  <a:srgbClr val="1C396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2129725" y="2228938"/>
            <a:ext cx="46332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400"/>
              <a:buFont typeface="Montserrat Medium"/>
              <a:buNone/>
              <a:defRPr sz="1400">
                <a:solidFill>
                  <a:srgbClr val="1C396E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azul">
  <p:cSld name="TITLE_3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2">
            <a:alphaModFix/>
          </a:blip>
          <a:srcRect b="19693" l="39752" r="4156" t="22524"/>
          <a:stretch/>
        </p:blipFill>
        <p:spPr>
          <a:xfrm>
            <a:off x="0" y="-95250"/>
            <a:ext cx="3422649" cy="52903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-112353" y="-95250"/>
            <a:ext cx="3534000" cy="5290500"/>
          </a:xfrm>
          <a:prstGeom prst="rect">
            <a:avLst/>
          </a:prstGeom>
          <a:solidFill>
            <a:srgbClr val="67B1E3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4260700" y="577225"/>
            <a:ext cx="4002900" cy="1488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7B1E3"/>
              </a:buClr>
              <a:buSzPts val="2400"/>
              <a:buNone/>
              <a:defRPr sz="2400">
                <a:solidFill>
                  <a:srgbClr val="67B1E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4260700" y="2065225"/>
            <a:ext cx="3143400" cy="77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400"/>
              <a:buNone/>
              <a:defRPr sz="1400">
                <a:solidFill>
                  <a:srgbClr val="1C396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16"/>
          <p:cNvSpPr/>
          <p:nvPr/>
        </p:nvSpPr>
        <p:spPr>
          <a:xfrm>
            <a:off x="8816000" y="3194750"/>
            <a:ext cx="442200" cy="20004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-111350" y="4741300"/>
            <a:ext cx="1524600" cy="5769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2124" r="0" t="37582"/>
          <a:stretch/>
        </p:blipFill>
        <p:spPr>
          <a:xfrm>
            <a:off x="-30475" y="-95250"/>
            <a:ext cx="3408975" cy="17564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-111352" y="0"/>
            <a:ext cx="2621100" cy="2778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64">
          <p15:clr>
            <a:srgbClr val="E46962"/>
          </p15:clr>
        </p15:guide>
        <p15:guide id="2" pos="2381">
          <p15:clr>
            <a:srgbClr val="E46962"/>
          </p15:clr>
        </p15:guide>
        <p15:guide id="3" orient="horz" pos="3061">
          <p15:clr>
            <a:srgbClr val="E46962"/>
          </p15:clr>
        </p15:guide>
        <p15:guide id="4" pos="549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de">
  <p:cSld name="TITLE_3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 b="3574" l="580" r="7382" t="1612"/>
          <a:stretch/>
        </p:blipFill>
        <p:spPr>
          <a:xfrm>
            <a:off x="0" y="-95250"/>
            <a:ext cx="3422649" cy="52903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-111350" y="-95250"/>
            <a:ext cx="3534000" cy="5290500"/>
          </a:xfrm>
          <a:prstGeom prst="rect">
            <a:avLst/>
          </a:prstGeom>
          <a:solidFill>
            <a:srgbClr val="A9C920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4235425" y="577225"/>
            <a:ext cx="4002900" cy="1488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A9C920"/>
              </a:buClr>
              <a:buSzPts val="2400"/>
              <a:buNone/>
              <a:defRPr sz="2400">
                <a:solidFill>
                  <a:srgbClr val="A9C92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4235425" y="2065225"/>
            <a:ext cx="3384600" cy="77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400"/>
              <a:buNone/>
              <a:defRPr sz="1400">
                <a:solidFill>
                  <a:srgbClr val="1C396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" name="Google Shape;91;p17"/>
          <p:cNvSpPr/>
          <p:nvPr/>
        </p:nvSpPr>
        <p:spPr>
          <a:xfrm>
            <a:off x="8816000" y="3194750"/>
            <a:ext cx="448500" cy="20004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2124" r="0" t="37582"/>
          <a:stretch/>
        </p:blipFill>
        <p:spPr>
          <a:xfrm>
            <a:off x="-30475" y="-95250"/>
            <a:ext cx="3408975" cy="17564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-111350" y="4741300"/>
            <a:ext cx="1524600" cy="5769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1352" y="0"/>
            <a:ext cx="2621100" cy="2778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64">
          <p15:clr>
            <a:srgbClr val="E46962"/>
          </p15:clr>
        </p15:guide>
        <p15:guide id="2" pos="2381">
          <p15:clr>
            <a:srgbClr val="E46962"/>
          </p15:clr>
        </p15:guide>
        <p15:guide id="3" pos="5499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rosa">
  <p:cSld name="TITLE_3_2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 rotWithShape="1">
          <a:blip r:embed="rId2">
            <a:alphaModFix/>
          </a:blip>
          <a:srcRect b="0" l="47238" r="9642" t="0"/>
          <a:stretch/>
        </p:blipFill>
        <p:spPr>
          <a:xfrm>
            <a:off x="0" y="-95250"/>
            <a:ext cx="3422648" cy="52903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-111350" y="-95250"/>
            <a:ext cx="3534000" cy="5290500"/>
          </a:xfrm>
          <a:prstGeom prst="rect">
            <a:avLst/>
          </a:prstGeom>
          <a:solidFill>
            <a:srgbClr val="F49A1C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4235425" y="577225"/>
            <a:ext cx="4244100" cy="1488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51157"/>
              </a:buClr>
              <a:buSzPts val="2400"/>
              <a:buNone/>
              <a:defRPr sz="2400">
                <a:solidFill>
                  <a:srgbClr val="E5115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4235425" y="2065225"/>
            <a:ext cx="3384600" cy="77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400"/>
              <a:buNone/>
              <a:defRPr sz="1400">
                <a:solidFill>
                  <a:srgbClr val="1C396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8816000" y="3194750"/>
            <a:ext cx="448500" cy="20004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-111350" y="4741300"/>
            <a:ext cx="1524600" cy="5769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2124" r="0" t="37582"/>
          <a:stretch/>
        </p:blipFill>
        <p:spPr>
          <a:xfrm>
            <a:off x="-30475" y="-95250"/>
            <a:ext cx="3408975" cy="175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/>
          <p:nvPr/>
        </p:nvSpPr>
        <p:spPr>
          <a:xfrm>
            <a:off x="-111348" y="0"/>
            <a:ext cx="2621100" cy="2778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64">
          <p15:clr>
            <a:srgbClr val="E46962"/>
          </p15:clr>
        </p15:guide>
        <p15:guide id="2" pos="2381">
          <p15:clr>
            <a:srgbClr val="E46962"/>
          </p15:clr>
        </p15:guide>
        <p15:guide id="3" pos="5499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rosa 2">
  <p:cSld name="TITLE_3_2_1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47238" r="9642" t="0"/>
          <a:stretch/>
        </p:blipFill>
        <p:spPr>
          <a:xfrm>
            <a:off x="0" y="-95250"/>
            <a:ext cx="3422648" cy="529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-111350" y="-95250"/>
            <a:ext cx="3534000" cy="5290500"/>
          </a:xfrm>
          <a:prstGeom prst="rect">
            <a:avLst/>
          </a:prstGeom>
          <a:solidFill>
            <a:srgbClr val="F49A1C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4178725" y="1015763"/>
            <a:ext cx="4244100" cy="1488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51157"/>
              </a:buClr>
              <a:buSzPts val="2400"/>
              <a:buNone/>
              <a:defRPr sz="2400">
                <a:solidFill>
                  <a:srgbClr val="E5115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" name="Google Shape;108;p19"/>
          <p:cNvSpPr txBox="1"/>
          <p:nvPr>
            <p:ph idx="1" type="subTitle"/>
          </p:nvPr>
        </p:nvSpPr>
        <p:spPr>
          <a:xfrm>
            <a:off x="4235425" y="2564150"/>
            <a:ext cx="3384600" cy="77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400"/>
              <a:buNone/>
              <a:defRPr sz="1400">
                <a:solidFill>
                  <a:srgbClr val="1C396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19"/>
          <p:cNvSpPr/>
          <p:nvPr/>
        </p:nvSpPr>
        <p:spPr>
          <a:xfrm>
            <a:off x="8816000" y="3194750"/>
            <a:ext cx="448500" cy="20004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-111350" y="4741300"/>
            <a:ext cx="1524600" cy="5769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2124" r="0" t="37582"/>
          <a:stretch/>
        </p:blipFill>
        <p:spPr>
          <a:xfrm>
            <a:off x="-30475" y="-95250"/>
            <a:ext cx="3408975" cy="175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-111348" y="0"/>
            <a:ext cx="2621100" cy="2778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 rotWithShape="1">
          <a:blip r:embed="rId4">
            <a:alphaModFix/>
          </a:blip>
          <a:srcRect b="27482" l="0" r="0" t="33089"/>
          <a:stretch/>
        </p:blipFill>
        <p:spPr>
          <a:xfrm>
            <a:off x="5271476" y="302474"/>
            <a:ext cx="1340275" cy="7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 rotWithShape="1">
          <a:blip r:embed="rId5">
            <a:alphaModFix/>
          </a:blip>
          <a:srcRect b="249" l="65979" r="0" t="259"/>
          <a:stretch/>
        </p:blipFill>
        <p:spPr>
          <a:xfrm>
            <a:off x="6611750" y="139050"/>
            <a:ext cx="2247974" cy="10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64">
          <p15:clr>
            <a:srgbClr val="E46962"/>
          </p15:clr>
        </p15:guide>
        <p15:guide id="2" pos="2381">
          <p15:clr>
            <a:srgbClr val="E46962"/>
          </p15:clr>
        </p15:guide>
        <p15:guide id="3" pos="5499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rosa 1">
  <p:cSld name="TITLE_3_2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 rotWithShape="1">
          <a:blip r:embed="rId2">
            <a:alphaModFix/>
          </a:blip>
          <a:srcRect b="8449" l="0" r="-857" t="3360"/>
          <a:stretch/>
        </p:blipFill>
        <p:spPr>
          <a:xfrm>
            <a:off x="-25075" y="-95250"/>
            <a:ext cx="9289574" cy="541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8816000" y="3194750"/>
            <a:ext cx="448500" cy="20004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-111350" y="4741300"/>
            <a:ext cx="1524600" cy="5769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2124" r="0" t="37582"/>
          <a:stretch/>
        </p:blipFill>
        <p:spPr>
          <a:xfrm>
            <a:off x="-30475" y="-95250"/>
            <a:ext cx="3408975" cy="175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/>
          <p:nvPr/>
        </p:nvSpPr>
        <p:spPr>
          <a:xfrm>
            <a:off x="-36850" y="-95250"/>
            <a:ext cx="9260700" cy="5413500"/>
          </a:xfrm>
          <a:prstGeom prst="rect">
            <a:avLst/>
          </a:prstGeom>
          <a:solidFill>
            <a:srgbClr val="E51157">
              <a:alpha val="24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476600" y="979200"/>
            <a:ext cx="4180500" cy="3185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20"/>
          <p:cNvSpPr/>
          <p:nvPr/>
        </p:nvSpPr>
        <p:spPr>
          <a:xfrm rot="-5400000">
            <a:off x="2647800" y="-4291075"/>
            <a:ext cx="229500" cy="9140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64">
          <p15:clr>
            <a:srgbClr val="E46962"/>
          </p15:clr>
        </p15:guide>
        <p15:guide id="2" pos="2381">
          <p15:clr>
            <a:srgbClr val="E46962"/>
          </p15:clr>
        </p15:guide>
        <p15:guide id="3" pos="5499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simples">
  <p:cSld name="TITLE_2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2050" y="2996975"/>
            <a:ext cx="2504474" cy="202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/>
          <p:nvPr/>
        </p:nvSpPr>
        <p:spPr>
          <a:xfrm>
            <a:off x="2968925" y="4479825"/>
            <a:ext cx="6249000" cy="7584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-400800" y="-46525"/>
            <a:ext cx="3113400" cy="3963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-561125" y="4705375"/>
            <a:ext cx="4790100" cy="5328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2968925" y="1797775"/>
            <a:ext cx="4400700" cy="957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2600"/>
              <a:buNone/>
              <a:defRPr sz="2600">
                <a:solidFill>
                  <a:srgbClr val="1C396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2400"/>
              <a:buNone/>
              <a:defRPr sz="2400">
                <a:solidFill>
                  <a:srgbClr val="E6660D"/>
                </a:solidFill>
              </a:defRPr>
            </a:lvl9pPr>
          </a:lstStyle>
          <a:p/>
        </p:txBody>
      </p:sp>
      <p:sp>
        <p:nvSpPr>
          <p:cNvPr id="129" name="Google Shape;129;p21"/>
          <p:cNvSpPr/>
          <p:nvPr/>
        </p:nvSpPr>
        <p:spPr>
          <a:xfrm>
            <a:off x="0" y="-46525"/>
            <a:ext cx="3416400" cy="204600"/>
          </a:xfrm>
          <a:prstGeom prst="rect">
            <a:avLst/>
          </a:prstGeom>
          <a:solidFill>
            <a:srgbClr val="F49A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87614" t="0"/>
          <a:stretch/>
        </p:blipFill>
        <p:spPr>
          <a:xfrm rot="5400000">
            <a:off x="4470576" y="427050"/>
            <a:ext cx="328325" cy="9295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97">
          <p15:clr>
            <a:srgbClr val="E46962"/>
          </p15:clr>
        </p15:guide>
        <p15:guide id="2" pos="5443">
          <p15:clr>
            <a:srgbClr val="E46962"/>
          </p15:clr>
        </p15:guide>
        <p15:guide id="3" orient="horz" pos="260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simples 2">
  <p:cSld name="TITLE_2_1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000" y="362725"/>
            <a:ext cx="659801" cy="429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type="title"/>
          </p:nvPr>
        </p:nvSpPr>
        <p:spPr>
          <a:xfrm>
            <a:off x="900000" y="384150"/>
            <a:ext cx="6605700" cy="43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2000"/>
              <a:buNone/>
              <a:defRPr sz="2000">
                <a:solidFill>
                  <a:srgbClr val="1C396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80">
          <p15:clr>
            <a:srgbClr val="E46962"/>
          </p15:clr>
        </p15:guide>
        <p15:guide id="2" pos="567">
          <p15:clr>
            <a:srgbClr val="E46962"/>
          </p15:clr>
        </p15:guide>
        <p15:guide id="3" pos="5556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taque">
  <p:cSld name="TITLE_3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 rotWithShape="1">
          <a:blip r:embed="rId2">
            <a:alphaModFix amt="75000"/>
          </a:blip>
          <a:srcRect b="0" l="0" r="0" t="15060"/>
          <a:stretch/>
        </p:blipFill>
        <p:spPr>
          <a:xfrm>
            <a:off x="-36875" y="-47775"/>
            <a:ext cx="9260774" cy="5242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>
            <a:off x="-36850" y="-49650"/>
            <a:ext cx="9260700" cy="5242800"/>
          </a:xfrm>
          <a:prstGeom prst="rect">
            <a:avLst/>
          </a:prstGeom>
          <a:solidFill>
            <a:srgbClr val="A9C920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4476600" y="979200"/>
            <a:ext cx="4180500" cy="3185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" name="Google Shape;138;p23"/>
          <p:cNvSpPr/>
          <p:nvPr/>
        </p:nvSpPr>
        <p:spPr>
          <a:xfrm>
            <a:off x="8587400" y="3651950"/>
            <a:ext cx="715200" cy="16632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 rot="-5400000">
            <a:off x="2647800" y="-4291075"/>
            <a:ext cx="229500" cy="9140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3"/>
          <p:cNvSpPr/>
          <p:nvPr/>
        </p:nvSpPr>
        <p:spPr>
          <a:xfrm rot="-5400000">
            <a:off x="575475" y="3879550"/>
            <a:ext cx="573900" cy="22974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taque 2">
  <p:cSld name="TITLE_3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 rotWithShape="1">
          <a:blip r:embed="rId2">
            <a:alphaModFix amt="65000"/>
          </a:blip>
          <a:srcRect b="777" l="0" r="8517" t="21517"/>
          <a:stretch/>
        </p:blipFill>
        <p:spPr>
          <a:xfrm>
            <a:off x="-36875" y="-47775"/>
            <a:ext cx="9260774" cy="5242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/>
          <p:nvPr/>
        </p:nvSpPr>
        <p:spPr>
          <a:xfrm>
            <a:off x="-36837" y="-49650"/>
            <a:ext cx="9260700" cy="5242800"/>
          </a:xfrm>
          <a:prstGeom prst="rect">
            <a:avLst/>
          </a:prstGeom>
          <a:solidFill>
            <a:srgbClr val="67B1E3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761100" y="1823513"/>
            <a:ext cx="4287300" cy="1488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3600"/>
              <a:buNone/>
              <a:defRPr sz="3600">
                <a:solidFill>
                  <a:srgbClr val="1C396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" name="Google Shape;145;p24"/>
          <p:cNvSpPr/>
          <p:nvPr/>
        </p:nvSpPr>
        <p:spPr>
          <a:xfrm>
            <a:off x="8587400" y="3651950"/>
            <a:ext cx="715200" cy="16632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 rot="5400000">
            <a:off x="2647800" y="-4291075"/>
            <a:ext cx="229500" cy="9140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4"/>
          <p:cNvSpPr/>
          <p:nvPr/>
        </p:nvSpPr>
        <p:spPr>
          <a:xfrm rot="-5400000">
            <a:off x="575475" y="3879550"/>
            <a:ext cx="573900" cy="22974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simples 3">
  <p:cSld name="TITLE_2_1_1_2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>
            <a:off x="7911600" y="215800"/>
            <a:ext cx="1320300" cy="4869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-63650" y="-76200"/>
            <a:ext cx="3486300" cy="59337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type="title"/>
          </p:nvPr>
        </p:nvSpPr>
        <p:spPr>
          <a:xfrm>
            <a:off x="700925" y="1410225"/>
            <a:ext cx="2122200" cy="173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595300" y="48303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7178650" y="-76200"/>
            <a:ext cx="2064600" cy="4869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3125" y="522163"/>
            <a:ext cx="850909" cy="8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780000" y="900000"/>
            <a:ext cx="4950000" cy="3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●"/>
              <a:defRPr>
                <a:solidFill>
                  <a:srgbClr val="1C396E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○"/>
              <a:defRPr>
                <a:solidFill>
                  <a:srgbClr val="1C396E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■"/>
              <a:defRPr>
                <a:solidFill>
                  <a:srgbClr val="1C396E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●"/>
              <a:defRPr>
                <a:solidFill>
                  <a:srgbClr val="1C396E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○"/>
              <a:defRPr>
                <a:solidFill>
                  <a:srgbClr val="1C396E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■"/>
              <a:defRPr>
                <a:solidFill>
                  <a:srgbClr val="1C396E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●"/>
              <a:defRPr>
                <a:solidFill>
                  <a:srgbClr val="1C396E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○"/>
              <a:defRPr>
                <a:solidFill>
                  <a:srgbClr val="1C396E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Char char="■"/>
              <a:defRPr>
                <a:solidFill>
                  <a:srgbClr val="1C396E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67">
          <p15:clr>
            <a:srgbClr val="E46962"/>
          </p15:clr>
        </p15:guide>
        <p15:guide id="2" pos="2381">
          <p15:clr>
            <a:srgbClr val="E46962"/>
          </p15:clr>
        </p15:guide>
        <p15:guide id="3" pos="5499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rosa">
  <p:cSld name="TITLE_AND_BODY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51157"/>
              </a:buClr>
              <a:buSzPts val="1600"/>
              <a:buNone/>
              <a:defRPr sz="1600">
                <a:solidFill>
                  <a:srgbClr val="E5115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9" name="Google Shape;159;p26"/>
          <p:cNvSpPr/>
          <p:nvPr/>
        </p:nvSpPr>
        <p:spPr>
          <a:xfrm rot="-5400000">
            <a:off x="-126650" y="65850"/>
            <a:ext cx="229500" cy="5457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2513" y="203025"/>
            <a:ext cx="271350" cy="2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60000" y="810000"/>
            <a:ext cx="8424000" cy="4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E46962"/>
          </p15:clr>
        </p15:guide>
        <p15:guide id="2" pos="5533">
          <p15:clr>
            <a:srgbClr val="E46962"/>
          </p15:clr>
        </p15:guide>
        <p15:guide id="3" orient="horz" pos="510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de">
  <p:cSld name="TITLE_AND_BODY_2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A9C920"/>
              </a:buClr>
              <a:buSzPts val="1600"/>
              <a:buNone/>
              <a:defRPr sz="1600">
                <a:solidFill>
                  <a:srgbClr val="A9C92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9pPr>
          </a:lstStyle>
          <a:p/>
        </p:txBody>
      </p:sp>
      <p:sp>
        <p:nvSpPr>
          <p:cNvPr id="166" name="Google Shape;166;p27"/>
          <p:cNvSpPr/>
          <p:nvPr/>
        </p:nvSpPr>
        <p:spPr>
          <a:xfrm rot="5400000">
            <a:off x="-126650" y="65850"/>
            <a:ext cx="229500" cy="5457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2525" y="203350"/>
            <a:ext cx="271350" cy="27070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60000" y="810000"/>
            <a:ext cx="8424000" cy="4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E46962"/>
          </p15:clr>
        </p15:guide>
        <p15:guide id="2" orient="horz" pos="510">
          <p15:clr>
            <a:srgbClr val="E46962"/>
          </p15:clr>
        </p15:guide>
        <p15:guide id="3" pos="5533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azul">
  <p:cSld name="TITLE_AND_BODY_4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7B1E3"/>
              </a:buClr>
              <a:buSzPts val="1600"/>
              <a:buNone/>
              <a:defRPr sz="1600">
                <a:solidFill>
                  <a:srgbClr val="67B1E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9pPr>
          </a:lstStyle>
          <a:p/>
        </p:txBody>
      </p:sp>
      <p:sp>
        <p:nvSpPr>
          <p:cNvPr id="173" name="Google Shape;173;p28"/>
          <p:cNvSpPr/>
          <p:nvPr/>
        </p:nvSpPr>
        <p:spPr>
          <a:xfrm rot="5400000">
            <a:off x="-126650" y="65850"/>
            <a:ext cx="229500" cy="5457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2525" y="202700"/>
            <a:ext cx="271350" cy="27199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60000" y="810000"/>
            <a:ext cx="8424000" cy="4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E46962"/>
          </p15:clr>
        </p15:guide>
        <p15:guide id="2" orient="horz" pos="510">
          <p15:clr>
            <a:srgbClr val="E46962"/>
          </p15:clr>
        </p15:guide>
        <p15:guide id="3" pos="5533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azul">
  <p:cSld name="TITLE_AND_BODY_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p29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9"/>
          <p:cNvSpPr/>
          <p:nvPr/>
        </p:nvSpPr>
        <p:spPr>
          <a:xfrm rot="5400000">
            <a:off x="4340775" y="-4236450"/>
            <a:ext cx="52200" cy="88557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60000" y="543625"/>
            <a:ext cx="8424000" cy="43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82" name="Google Shape;18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57425" y="84777"/>
            <a:ext cx="212750" cy="21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42">
          <p15:clr>
            <a:srgbClr val="E46962"/>
          </p15:clr>
        </p15:guide>
        <p15:guide id="2" pos="227">
          <p15:clr>
            <a:srgbClr val="E46962"/>
          </p15:clr>
        </p15:guide>
        <p15:guide id="3" pos="5533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verde">
  <p:cSld name="TITLE_AND_BODY_6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5" name="Google Shape;185;p30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0"/>
          <p:cNvSpPr/>
          <p:nvPr/>
        </p:nvSpPr>
        <p:spPr>
          <a:xfrm rot="5400000">
            <a:off x="4340775" y="-4236450"/>
            <a:ext cx="52200" cy="88557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60000" y="543625"/>
            <a:ext cx="8424000" cy="43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88" name="Google Shape;18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57425" y="84775"/>
            <a:ext cx="212750" cy="21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42">
          <p15:clr>
            <a:srgbClr val="E46962"/>
          </p15:clr>
        </p15:guide>
        <p15:guide id="2" pos="227">
          <p15:clr>
            <a:srgbClr val="E46962"/>
          </p15:clr>
        </p15:guide>
        <p15:guide id="3" pos="5533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rosa">
  <p:cSld name="TITLE_AND_BODY_6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1" name="Google Shape;191;p31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1"/>
          <p:cNvSpPr/>
          <p:nvPr/>
        </p:nvSpPr>
        <p:spPr>
          <a:xfrm rot="5400000">
            <a:off x="4340775" y="-4236450"/>
            <a:ext cx="52200" cy="88557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60000" y="543625"/>
            <a:ext cx="8424000" cy="43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94" name="Google Shape;19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53322" y="84775"/>
            <a:ext cx="212750" cy="2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42">
          <p15:clr>
            <a:srgbClr val="E46962"/>
          </p15:clr>
        </p15:guide>
        <p15:guide id="2" pos="227">
          <p15:clr>
            <a:srgbClr val="E46962"/>
          </p15:clr>
        </p15:guide>
        <p15:guide id="3" pos="5533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ção/transição">
  <p:cSld name="CUSTOM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2"/>
          <p:cNvPicPr preferRelativeResize="0"/>
          <p:nvPr/>
        </p:nvPicPr>
        <p:blipFill rotWithShape="1">
          <a:blip r:embed="rId2">
            <a:alphaModFix/>
          </a:blip>
          <a:srcRect b="40920" l="317" r="22433" t="16720"/>
          <a:stretch/>
        </p:blipFill>
        <p:spPr>
          <a:xfrm>
            <a:off x="-38175" y="-52525"/>
            <a:ext cx="9239250" cy="337672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/>
          <p:nvPr/>
        </p:nvSpPr>
        <p:spPr>
          <a:xfrm>
            <a:off x="-38175" y="-52562"/>
            <a:ext cx="9239400" cy="3376800"/>
          </a:xfrm>
          <a:prstGeom prst="rect">
            <a:avLst/>
          </a:prstGeom>
          <a:solidFill>
            <a:srgbClr val="F49A1C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2"/>
          <p:cNvSpPr/>
          <p:nvPr/>
        </p:nvSpPr>
        <p:spPr>
          <a:xfrm rot="10800000">
            <a:off x="-61887" y="-119150"/>
            <a:ext cx="715200" cy="16632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/>
          <p:nvPr/>
        </p:nvSpPr>
        <p:spPr>
          <a:xfrm rot="-5400000">
            <a:off x="5227100" y="-884375"/>
            <a:ext cx="229500" cy="79215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2"/>
          <p:cNvSpPr/>
          <p:nvPr/>
        </p:nvSpPr>
        <p:spPr>
          <a:xfrm rot="5400000">
            <a:off x="8091338" y="-980900"/>
            <a:ext cx="573900" cy="22974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32"/>
          <p:cNvSpPr txBox="1"/>
          <p:nvPr>
            <p:ph type="title"/>
          </p:nvPr>
        </p:nvSpPr>
        <p:spPr>
          <a:xfrm>
            <a:off x="533325" y="3926150"/>
            <a:ext cx="8070600" cy="57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2500"/>
              <a:buFont typeface="Montserrat ExtraBold"/>
              <a:buNone/>
              <a:defRPr b="0" sz="2500">
                <a:solidFill>
                  <a:srgbClr val="1C396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32"/>
          <p:cNvSpPr/>
          <p:nvPr/>
        </p:nvSpPr>
        <p:spPr>
          <a:xfrm rot="5400000">
            <a:off x="4535400" y="428000"/>
            <a:ext cx="885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40">
          <p15:clr>
            <a:srgbClr val="E46962"/>
          </p15:clr>
        </p15:guide>
        <p15:guide id="2" pos="5420">
          <p15:clr>
            <a:srgbClr val="E46962"/>
          </p15:clr>
        </p15:guide>
        <p15:guide id="3" orient="horz" pos="2835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ção/transição 1">
  <p:cSld name="CUSTOM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3"/>
          <p:cNvPicPr preferRelativeResize="0"/>
          <p:nvPr/>
        </p:nvPicPr>
        <p:blipFill rotWithShape="1">
          <a:blip r:embed="rId2">
            <a:alphaModFix/>
          </a:blip>
          <a:srcRect b="17779" l="0" r="0" t="26155"/>
          <a:stretch/>
        </p:blipFill>
        <p:spPr>
          <a:xfrm>
            <a:off x="-38175" y="-52525"/>
            <a:ext cx="9239250" cy="337672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/>
          <p:nvPr/>
        </p:nvSpPr>
        <p:spPr>
          <a:xfrm>
            <a:off x="-38175" y="-52562"/>
            <a:ext cx="9239400" cy="3376800"/>
          </a:xfrm>
          <a:prstGeom prst="rect">
            <a:avLst/>
          </a:prstGeom>
          <a:solidFill>
            <a:srgbClr val="F49A1C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3"/>
          <p:cNvSpPr/>
          <p:nvPr/>
        </p:nvSpPr>
        <p:spPr>
          <a:xfrm rot="10800000">
            <a:off x="-61887" y="-119150"/>
            <a:ext cx="715200" cy="1663200"/>
          </a:xfrm>
          <a:prstGeom prst="rect">
            <a:avLst/>
          </a:prstGeom>
          <a:solidFill>
            <a:srgbClr val="A9C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/>
          <p:nvPr/>
        </p:nvSpPr>
        <p:spPr>
          <a:xfrm rot="-5400000">
            <a:off x="5227100" y="-884375"/>
            <a:ext cx="229500" cy="79215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3"/>
          <p:cNvSpPr/>
          <p:nvPr/>
        </p:nvSpPr>
        <p:spPr>
          <a:xfrm rot="5400000">
            <a:off x="8091338" y="-980900"/>
            <a:ext cx="573900" cy="22974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33"/>
          <p:cNvSpPr txBox="1"/>
          <p:nvPr>
            <p:ph type="title"/>
          </p:nvPr>
        </p:nvSpPr>
        <p:spPr>
          <a:xfrm>
            <a:off x="533325" y="3926150"/>
            <a:ext cx="8070600" cy="57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2500"/>
              <a:buFont typeface="Montserrat ExtraBold"/>
              <a:buNone/>
              <a:defRPr b="0" sz="2500">
                <a:solidFill>
                  <a:srgbClr val="1C396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33"/>
          <p:cNvSpPr/>
          <p:nvPr/>
        </p:nvSpPr>
        <p:spPr>
          <a:xfrm rot="5400000">
            <a:off x="4535400" y="428000"/>
            <a:ext cx="885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40">
          <p15:clr>
            <a:srgbClr val="E46962"/>
          </p15:clr>
        </p15:guide>
        <p15:guide id="2" pos="5420">
          <p15:clr>
            <a:srgbClr val="E46962"/>
          </p15:clr>
        </p15:guide>
        <p15:guide id="3" orient="horz" pos="2835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ção/transição 1 1">
  <p:cSld name="CUSTOM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4"/>
          <p:cNvPicPr preferRelativeResize="0"/>
          <p:nvPr/>
        </p:nvPicPr>
        <p:blipFill rotWithShape="1">
          <a:blip r:embed="rId2">
            <a:alphaModFix/>
          </a:blip>
          <a:srcRect b="44892" l="0" r="0" t="274"/>
          <a:stretch/>
        </p:blipFill>
        <p:spPr>
          <a:xfrm>
            <a:off x="-38175" y="-52525"/>
            <a:ext cx="9239250" cy="337672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4"/>
          <p:cNvSpPr/>
          <p:nvPr/>
        </p:nvSpPr>
        <p:spPr>
          <a:xfrm>
            <a:off x="-38175" y="-52562"/>
            <a:ext cx="9239400" cy="3376800"/>
          </a:xfrm>
          <a:prstGeom prst="rect">
            <a:avLst/>
          </a:prstGeom>
          <a:solidFill>
            <a:srgbClr val="F49A1C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4"/>
          <p:cNvSpPr/>
          <p:nvPr/>
        </p:nvSpPr>
        <p:spPr>
          <a:xfrm rot="10800000">
            <a:off x="-61887" y="-119150"/>
            <a:ext cx="715200" cy="1663200"/>
          </a:xfrm>
          <a:prstGeom prst="rect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/>
          <p:nvPr/>
        </p:nvSpPr>
        <p:spPr>
          <a:xfrm rot="-5400000">
            <a:off x="5227100" y="-884375"/>
            <a:ext cx="229500" cy="79215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34"/>
          <p:cNvSpPr/>
          <p:nvPr/>
        </p:nvSpPr>
        <p:spPr>
          <a:xfrm rot="5400000">
            <a:off x="8091338" y="-980900"/>
            <a:ext cx="573900" cy="2297400"/>
          </a:xfrm>
          <a:prstGeom prst="rect">
            <a:avLst/>
          </a:prstGeom>
          <a:solidFill>
            <a:srgbClr val="E513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4"/>
          <p:cNvSpPr txBox="1"/>
          <p:nvPr>
            <p:ph type="title"/>
          </p:nvPr>
        </p:nvSpPr>
        <p:spPr>
          <a:xfrm>
            <a:off x="533325" y="3926150"/>
            <a:ext cx="8070600" cy="57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2500"/>
              <a:buFont typeface="Montserrat ExtraBold"/>
              <a:buNone/>
              <a:defRPr b="0" sz="2500">
                <a:solidFill>
                  <a:srgbClr val="1C396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4"/>
          <p:cNvSpPr/>
          <p:nvPr/>
        </p:nvSpPr>
        <p:spPr>
          <a:xfrm rot="5400000">
            <a:off x="4535400" y="428000"/>
            <a:ext cx="885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40">
          <p15:clr>
            <a:srgbClr val="E46962"/>
          </p15:clr>
        </p15:guide>
        <p15:guide id="2" pos="5420">
          <p15:clr>
            <a:srgbClr val="E46962"/>
          </p15:clr>
        </p15:guide>
        <p15:guide id="3" orient="horz" pos="2835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co">
  <p:cSld name="TITLE_AND_BODY_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595300" y="48303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799299" y="141900"/>
            <a:ext cx="67308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595300" y="48303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24" name="Google Shape;224;p36"/>
          <p:cNvGrpSpPr/>
          <p:nvPr/>
        </p:nvGrpSpPr>
        <p:grpSpPr>
          <a:xfrm>
            <a:off x="296227" y="141855"/>
            <a:ext cx="393547" cy="393547"/>
            <a:chOff x="2559508" y="1605781"/>
            <a:chExt cx="1862501" cy="1862501"/>
          </a:xfrm>
        </p:grpSpPr>
        <p:grpSp>
          <p:nvGrpSpPr>
            <p:cNvPr id="225" name="Google Shape;225;p36"/>
            <p:cNvGrpSpPr/>
            <p:nvPr/>
          </p:nvGrpSpPr>
          <p:grpSpPr>
            <a:xfrm>
              <a:off x="2559508" y="1605781"/>
              <a:ext cx="1862501" cy="1862501"/>
              <a:chOff x="2559508" y="1605781"/>
              <a:chExt cx="1862501" cy="1862501"/>
            </a:xfrm>
          </p:grpSpPr>
          <p:grpSp>
            <p:nvGrpSpPr>
              <p:cNvPr id="226" name="Google Shape;226;p36"/>
              <p:cNvGrpSpPr/>
              <p:nvPr/>
            </p:nvGrpSpPr>
            <p:grpSpPr>
              <a:xfrm>
                <a:off x="2832300" y="1878525"/>
                <a:ext cx="1317000" cy="1317000"/>
                <a:chOff x="2832300" y="1878525"/>
                <a:chExt cx="1317000" cy="1317000"/>
              </a:xfrm>
            </p:grpSpPr>
            <p:sp>
              <p:nvSpPr>
                <p:cNvPr id="227" name="Google Shape;227;p36"/>
                <p:cNvSpPr/>
                <p:nvPr/>
              </p:nvSpPr>
              <p:spPr>
                <a:xfrm>
                  <a:off x="3450750" y="1878525"/>
                  <a:ext cx="80100" cy="1317000"/>
                </a:xfrm>
                <a:prstGeom prst="rect">
                  <a:avLst/>
                </a:prstGeom>
                <a:solidFill>
                  <a:srgbClr val="FEC24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" name="Google Shape;228;p36"/>
                <p:cNvSpPr/>
                <p:nvPr/>
              </p:nvSpPr>
              <p:spPr>
                <a:xfrm rot="5400000">
                  <a:off x="3450750" y="1878525"/>
                  <a:ext cx="80100" cy="1317000"/>
                </a:xfrm>
                <a:prstGeom prst="rect">
                  <a:avLst/>
                </a:prstGeom>
                <a:solidFill>
                  <a:srgbClr val="FEC24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9" name="Google Shape;229;p36"/>
              <p:cNvGrpSpPr/>
              <p:nvPr/>
            </p:nvGrpSpPr>
            <p:grpSpPr>
              <a:xfrm rot="-2700000">
                <a:off x="2832265" y="1878538"/>
                <a:ext cx="1316987" cy="1316987"/>
                <a:chOff x="2832300" y="1878525"/>
                <a:chExt cx="1317000" cy="1317000"/>
              </a:xfrm>
            </p:grpSpPr>
            <p:sp>
              <p:nvSpPr>
                <p:cNvPr id="230" name="Google Shape;230;p36"/>
                <p:cNvSpPr/>
                <p:nvPr/>
              </p:nvSpPr>
              <p:spPr>
                <a:xfrm>
                  <a:off x="3450750" y="1878525"/>
                  <a:ext cx="80100" cy="1317000"/>
                </a:xfrm>
                <a:prstGeom prst="rect">
                  <a:avLst/>
                </a:prstGeom>
                <a:solidFill>
                  <a:srgbClr val="FEC24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36"/>
                <p:cNvSpPr/>
                <p:nvPr/>
              </p:nvSpPr>
              <p:spPr>
                <a:xfrm rot="5400000">
                  <a:off x="3450750" y="1878525"/>
                  <a:ext cx="80100" cy="1317000"/>
                </a:xfrm>
                <a:prstGeom prst="rect">
                  <a:avLst/>
                </a:prstGeom>
                <a:solidFill>
                  <a:srgbClr val="FEC24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32" name="Google Shape;232;p36"/>
            <p:cNvGrpSpPr/>
            <p:nvPr/>
          </p:nvGrpSpPr>
          <p:grpSpPr>
            <a:xfrm rot="1352644">
              <a:off x="2832437" y="1878522"/>
              <a:ext cx="1317021" cy="1317021"/>
              <a:chOff x="2832300" y="1878525"/>
              <a:chExt cx="1317000" cy="1317000"/>
            </a:xfrm>
          </p:grpSpPr>
          <p:sp>
            <p:nvSpPr>
              <p:cNvPr id="233" name="Google Shape;233;p36"/>
              <p:cNvSpPr/>
              <p:nvPr/>
            </p:nvSpPr>
            <p:spPr>
              <a:xfrm>
                <a:off x="3450750" y="1878525"/>
                <a:ext cx="80100" cy="1317000"/>
              </a:xfrm>
              <a:prstGeom prst="rect">
                <a:avLst/>
              </a:prstGeom>
              <a:solidFill>
                <a:srgbClr val="FEC2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36"/>
              <p:cNvSpPr/>
              <p:nvPr/>
            </p:nvSpPr>
            <p:spPr>
              <a:xfrm rot="5400000">
                <a:off x="3450750" y="1878525"/>
                <a:ext cx="80100" cy="1317000"/>
              </a:xfrm>
              <a:prstGeom prst="rect">
                <a:avLst/>
              </a:prstGeom>
              <a:solidFill>
                <a:srgbClr val="FEC2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" name="Google Shape;235;p36"/>
            <p:cNvGrpSpPr/>
            <p:nvPr/>
          </p:nvGrpSpPr>
          <p:grpSpPr>
            <a:xfrm rot="-1347090">
              <a:off x="2832240" y="1878738"/>
              <a:ext cx="1316996" cy="1316996"/>
              <a:chOff x="2832300" y="1878525"/>
              <a:chExt cx="1317000" cy="1317000"/>
            </a:xfrm>
          </p:grpSpPr>
          <p:sp>
            <p:nvSpPr>
              <p:cNvPr id="236" name="Google Shape;236;p36"/>
              <p:cNvSpPr/>
              <p:nvPr/>
            </p:nvSpPr>
            <p:spPr>
              <a:xfrm>
                <a:off x="3450750" y="1878525"/>
                <a:ext cx="80100" cy="1317000"/>
              </a:xfrm>
              <a:prstGeom prst="rect">
                <a:avLst/>
              </a:prstGeom>
              <a:solidFill>
                <a:srgbClr val="FEC2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36"/>
              <p:cNvSpPr/>
              <p:nvPr/>
            </p:nvSpPr>
            <p:spPr>
              <a:xfrm rot="5400000">
                <a:off x="3450750" y="1878525"/>
                <a:ext cx="80100" cy="1317000"/>
              </a:xfrm>
              <a:prstGeom prst="rect">
                <a:avLst/>
              </a:prstGeom>
              <a:solidFill>
                <a:srgbClr val="FEC2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8" name="Google Shape;238;p36"/>
          <p:cNvSpPr/>
          <p:nvPr/>
        </p:nvSpPr>
        <p:spPr>
          <a:xfrm>
            <a:off x="0" y="230150"/>
            <a:ext cx="296100" cy="216900"/>
          </a:xfrm>
          <a:prstGeom prst="rect">
            <a:avLst/>
          </a:prstGeom>
          <a:solidFill>
            <a:srgbClr val="EE4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1" name="Google Shape;241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2" name="Google Shape;24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 1 Linha">
  <p:cSld name="Titulo 1 Linha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idx="1" type="subTitle"/>
          </p:nvPr>
        </p:nvSpPr>
        <p:spPr>
          <a:xfrm>
            <a:off x="561423" y="518357"/>
            <a:ext cx="6846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200"/>
              </a:spcBef>
              <a:spcAft>
                <a:spcPts val="120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type="title"/>
          </p:nvPr>
        </p:nvSpPr>
        <p:spPr>
          <a:xfrm>
            <a:off x="561423" y="215157"/>
            <a:ext cx="6264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9pPr>
          </a:lstStyle>
          <a:p/>
        </p:txBody>
      </p:sp>
      <p:sp>
        <p:nvSpPr>
          <p:cNvPr id="246" name="Google Shape;246;p38"/>
          <p:cNvSpPr txBox="1"/>
          <p:nvPr>
            <p:ph idx="2" type="body"/>
          </p:nvPr>
        </p:nvSpPr>
        <p:spPr>
          <a:xfrm>
            <a:off x="561423" y="1048818"/>
            <a:ext cx="31449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5AAB"/>
              </a:buClr>
              <a:buSzPts val="900"/>
              <a:buFont typeface="Arial"/>
              <a:buChar char="▬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005AAB"/>
              </a:buClr>
              <a:buSzPts val="1400"/>
              <a:buFont typeface="Arial"/>
              <a:buChar char="▬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1200"/>
              </a:spcBef>
              <a:spcAft>
                <a:spcPts val="0"/>
              </a:spcAft>
              <a:buClr>
                <a:srgbClr val="005AAB"/>
              </a:buClr>
              <a:buSzPts val="1400"/>
              <a:buFont typeface="Arial"/>
              <a:buChar char="▬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1200"/>
              </a:spcBef>
              <a:spcAft>
                <a:spcPts val="0"/>
              </a:spcAft>
              <a:buClr>
                <a:srgbClr val="005AAB"/>
              </a:buClr>
              <a:buSzPts val="1400"/>
              <a:buFont typeface="Arial"/>
              <a:buChar char="▬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1200"/>
              </a:spcBef>
              <a:spcAft>
                <a:spcPts val="0"/>
              </a:spcAft>
              <a:buClr>
                <a:srgbClr val="005AAB"/>
              </a:buClr>
              <a:buSzPts val="1400"/>
              <a:buFont typeface="Arial"/>
              <a:buChar char="▬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200"/>
              </a:spcBef>
              <a:spcAft>
                <a:spcPts val="1200"/>
              </a:spcAft>
              <a:buSzPts val="12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6">
          <p15:clr>
            <a:srgbClr val="FBAE40"/>
          </p15:clr>
        </p15:guide>
        <p15:guide id="2" pos="226">
          <p15:clr>
            <a:srgbClr val="FBAE40"/>
          </p15:clr>
        </p15:guide>
        <p15:guide id="3" pos="5534">
          <p15:clr>
            <a:srgbClr val="FBAE40"/>
          </p15:clr>
        </p15:guide>
        <p15:guide id="4" pos="466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rosa 1">
  <p:cSld name="TITLE_AND_BODY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51157"/>
              </a:buClr>
              <a:buSzPts val="1600"/>
              <a:buNone/>
              <a:defRPr sz="1600">
                <a:solidFill>
                  <a:srgbClr val="E5115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0" name="Google Shape;250;p39"/>
          <p:cNvSpPr/>
          <p:nvPr/>
        </p:nvSpPr>
        <p:spPr>
          <a:xfrm rot="-5400000">
            <a:off x="-126650" y="65850"/>
            <a:ext cx="229500" cy="5457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1" name="Google Shape;25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2513" y="203025"/>
            <a:ext cx="271350" cy="2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9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360000" y="810000"/>
            <a:ext cx="8424000" cy="4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E46962"/>
          </p15:clr>
        </p15:guide>
        <p15:guide id="2" pos="5533">
          <p15:clr>
            <a:srgbClr val="E46962"/>
          </p15:clr>
        </p15:guide>
        <p15:guide id="3" orient="horz" pos="510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rosa 2">
  <p:cSld name="Título e texto rosa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1157"/>
              </a:buClr>
              <a:buSzPts val="1600"/>
              <a:buNone/>
              <a:defRPr sz="1600">
                <a:solidFill>
                  <a:srgbClr val="E51157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660D"/>
              </a:buClr>
              <a:buSzPts val="1200"/>
              <a:buNone/>
              <a:defRPr>
                <a:solidFill>
                  <a:srgbClr val="E6660D"/>
                </a:solidFill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12" type="sldNum"/>
          </p:nvPr>
        </p:nvSpPr>
        <p:spPr>
          <a:xfrm>
            <a:off x="8595300" y="4754175"/>
            <a:ext cx="548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7" name="Google Shape;257;p40"/>
          <p:cNvSpPr/>
          <p:nvPr/>
        </p:nvSpPr>
        <p:spPr>
          <a:xfrm rot="-5400000">
            <a:off x="-126650" y="65850"/>
            <a:ext cx="229500" cy="545700"/>
          </a:xfrm>
          <a:prstGeom prst="rect">
            <a:avLst/>
          </a:prstGeom>
          <a:solidFill>
            <a:srgbClr val="E51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8" name="Google Shape;25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2513" y="203025"/>
            <a:ext cx="271350" cy="2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0"/>
          <p:cNvSpPr/>
          <p:nvPr/>
        </p:nvSpPr>
        <p:spPr>
          <a:xfrm rot="5400000">
            <a:off x="4562550" y="455275"/>
            <a:ext cx="34200" cy="9281100"/>
          </a:xfrm>
          <a:prstGeom prst="rect">
            <a:avLst/>
          </a:prstGeom>
          <a:gradFill>
            <a:gsLst>
              <a:gs pos="0">
                <a:srgbClr val="A9C920"/>
              </a:gs>
              <a:gs pos="50000">
                <a:srgbClr val="F49A1C"/>
              </a:gs>
              <a:gs pos="100000">
                <a:srgbClr val="E51157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60000" y="810000"/>
            <a:ext cx="8424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E46962"/>
          </p15:clr>
        </p15:guide>
        <p15:guide id="2" pos="5533">
          <p15:clr>
            <a:srgbClr val="E46962"/>
          </p15:clr>
        </p15:guide>
        <p15:guide id="3" orient="horz" pos="510">
          <p15:clr>
            <a:srgbClr val="E46962"/>
          </p15:clr>
        </p15:guide>
        <p15:guide id="4" orient="horz" pos="3061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 1">
  <p:cSld name="TITLE_AND_BODY_1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41"/>
          <p:cNvGrpSpPr/>
          <p:nvPr/>
        </p:nvGrpSpPr>
        <p:grpSpPr>
          <a:xfrm>
            <a:off x="-514452" y="-239877"/>
            <a:ext cx="1264325" cy="1538150"/>
            <a:chOff x="-596730" y="-552446"/>
            <a:chExt cx="2151676" cy="2617682"/>
          </a:xfrm>
        </p:grpSpPr>
        <p:sp>
          <p:nvSpPr>
            <p:cNvPr id="263" name="Google Shape;263;p41"/>
            <p:cNvSpPr/>
            <p:nvPr/>
          </p:nvSpPr>
          <p:spPr>
            <a:xfrm>
              <a:off x="-596730" y="915816"/>
              <a:ext cx="1674272" cy="1149420"/>
            </a:xfrm>
            <a:custGeom>
              <a:rect b="b" l="l" r="r" t="t"/>
              <a:pathLst>
                <a:path extrusionOk="0" h="8576" w="12492">
                  <a:moveTo>
                    <a:pt x="12491" y="0"/>
                  </a:moveTo>
                  <a:lnTo>
                    <a:pt x="0" y="7211"/>
                  </a:lnTo>
                  <a:lnTo>
                    <a:pt x="0" y="8576"/>
                  </a:lnTo>
                  <a:lnTo>
                    <a:pt x="12491" y="1365"/>
                  </a:lnTo>
                  <a:lnTo>
                    <a:pt x="12491" y="0"/>
                  </a:lnTo>
                  <a:close/>
                </a:path>
              </a:pathLst>
            </a:custGeom>
            <a:solidFill>
              <a:srgbClr val="003B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1"/>
            <p:cNvSpPr/>
            <p:nvPr/>
          </p:nvSpPr>
          <p:spPr>
            <a:xfrm>
              <a:off x="-119325" y="261632"/>
              <a:ext cx="1674272" cy="1149554"/>
            </a:xfrm>
            <a:custGeom>
              <a:rect b="b" l="l" r="r" t="t"/>
              <a:pathLst>
                <a:path extrusionOk="0" h="8577" w="12492">
                  <a:moveTo>
                    <a:pt x="12492" y="1"/>
                  </a:moveTo>
                  <a:lnTo>
                    <a:pt x="1" y="7211"/>
                  </a:lnTo>
                  <a:lnTo>
                    <a:pt x="1" y="8576"/>
                  </a:lnTo>
                  <a:lnTo>
                    <a:pt x="12492" y="1366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rgbClr val="FFD9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1"/>
            <p:cNvSpPr/>
            <p:nvPr/>
          </p:nvSpPr>
          <p:spPr>
            <a:xfrm>
              <a:off x="-127501" y="-266969"/>
              <a:ext cx="1674138" cy="1149420"/>
            </a:xfrm>
            <a:custGeom>
              <a:rect b="b" l="l" r="r" t="t"/>
              <a:pathLst>
                <a:path extrusionOk="0" h="8576" w="12491">
                  <a:moveTo>
                    <a:pt x="12491" y="0"/>
                  </a:moveTo>
                  <a:lnTo>
                    <a:pt x="0" y="7210"/>
                  </a:lnTo>
                  <a:lnTo>
                    <a:pt x="0" y="8575"/>
                  </a:lnTo>
                  <a:lnTo>
                    <a:pt x="12491" y="1365"/>
                  </a:lnTo>
                  <a:lnTo>
                    <a:pt x="12491" y="0"/>
                  </a:lnTo>
                  <a:close/>
                </a:path>
              </a:pathLst>
            </a:custGeom>
            <a:solidFill>
              <a:srgbClr val="FFD9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1"/>
            <p:cNvSpPr/>
            <p:nvPr/>
          </p:nvSpPr>
          <p:spPr>
            <a:xfrm>
              <a:off x="-80189" y="-552446"/>
              <a:ext cx="1013784" cy="1582329"/>
            </a:xfrm>
            <a:custGeom>
              <a:rect b="b" l="l" r="r" t="t"/>
              <a:pathLst>
                <a:path extrusionOk="0" h="11806" w="7564">
                  <a:moveTo>
                    <a:pt x="7563" y="0"/>
                  </a:moveTo>
                  <a:lnTo>
                    <a:pt x="0" y="4366"/>
                  </a:lnTo>
                  <a:lnTo>
                    <a:pt x="0" y="11805"/>
                  </a:lnTo>
                  <a:lnTo>
                    <a:pt x="7563" y="7440"/>
                  </a:lnTo>
                  <a:lnTo>
                    <a:pt x="7563" y="0"/>
                  </a:lnTo>
                  <a:close/>
                </a:path>
              </a:pathLst>
            </a:custGeom>
            <a:solidFill>
              <a:srgbClr val="003B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41"/>
          <p:cNvSpPr txBox="1"/>
          <p:nvPr>
            <p:ph type="title"/>
          </p:nvPr>
        </p:nvSpPr>
        <p:spPr>
          <a:xfrm>
            <a:off x="845124" y="141900"/>
            <a:ext cx="67308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9pPr>
          </a:lstStyle>
          <a:p/>
        </p:txBody>
      </p:sp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8595300" y="48303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9" name="Google Shape;269;p41"/>
          <p:cNvSpPr/>
          <p:nvPr/>
        </p:nvSpPr>
        <p:spPr>
          <a:xfrm flipH="1">
            <a:off x="7505699" y="-1334800"/>
            <a:ext cx="1697101" cy="2306048"/>
          </a:xfrm>
          <a:custGeom>
            <a:rect b="b" l="l" r="r" t="t"/>
            <a:pathLst>
              <a:path extrusionOk="0" h="25794" w="19217">
                <a:moveTo>
                  <a:pt x="19217" y="0"/>
                </a:moveTo>
                <a:lnTo>
                  <a:pt x="12814" y="3697"/>
                </a:lnTo>
                <a:lnTo>
                  <a:pt x="6407" y="7395"/>
                </a:lnTo>
                <a:lnTo>
                  <a:pt x="1" y="11092"/>
                </a:lnTo>
                <a:lnTo>
                  <a:pt x="1" y="18441"/>
                </a:lnTo>
                <a:lnTo>
                  <a:pt x="1" y="25793"/>
                </a:lnTo>
                <a:lnTo>
                  <a:pt x="6407" y="22093"/>
                </a:lnTo>
                <a:lnTo>
                  <a:pt x="12814" y="18395"/>
                </a:lnTo>
                <a:lnTo>
                  <a:pt x="19217" y="14698"/>
                </a:lnTo>
                <a:lnTo>
                  <a:pt x="19217" y="7349"/>
                </a:lnTo>
                <a:lnTo>
                  <a:pt x="19217" y="0"/>
                </a:lnTo>
                <a:close/>
              </a:path>
            </a:pathLst>
          </a:custGeom>
          <a:solidFill>
            <a:srgbClr val="E52F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1"/>
          <p:cNvSpPr/>
          <p:nvPr/>
        </p:nvSpPr>
        <p:spPr>
          <a:xfrm>
            <a:off x="88268" y="141901"/>
            <a:ext cx="171300" cy="1626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 1 1">
  <p:cSld name="TITLE_AND_BODY_1_1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42"/>
          <p:cNvGrpSpPr/>
          <p:nvPr/>
        </p:nvGrpSpPr>
        <p:grpSpPr>
          <a:xfrm>
            <a:off x="-514452" y="-239877"/>
            <a:ext cx="1264325" cy="1538150"/>
            <a:chOff x="-596730" y="-552446"/>
            <a:chExt cx="2151676" cy="2617682"/>
          </a:xfrm>
        </p:grpSpPr>
        <p:sp>
          <p:nvSpPr>
            <p:cNvPr id="273" name="Google Shape;273;p42"/>
            <p:cNvSpPr/>
            <p:nvPr/>
          </p:nvSpPr>
          <p:spPr>
            <a:xfrm>
              <a:off x="-596730" y="915816"/>
              <a:ext cx="1674272" cy="1149420"/>
            </a:xfrm>
            <a:custGeom>
              <a:rect b="b" l="l" r="r" t="t"/>
              <a:pathLst>
                <a:path extrusionOk="0" h="8576" w="12492">
                  <a:moveTo>
                    <a:pt x="12491" y="0"/>
                  </a:moveTo>
                  <a:lnTo>
                    <a:pt x="0" y="7211"/>
                  </a:lnTo>
                  <a:lnTo>
                    <a:pt x="0" y="8576"/>
                  </a:lnTo>
                  <a:lnTo>
                    <a:pt x="12491" y="1365"/>
                  </a:lnTo>
                  <a:lnTo>
                    <a:pt x="12491" y="0"/>
                  </a:lnTo>
                  <a:close/>
                </a:path>
              </a:pathLst>
            </a:custGeom>
            <a:solidFill>
              <a:srgbClr val="003B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-119325" y="261632"/>
              <a:ext cx="1674272" cy="1149554"/>
            </a:xfrm>
            <a:custGeom>
              <a:rect b="b" l="l" r="r" t="t"/>
              <a:pathLst>
                <a:path extrusionOk="0" h="8577" w="12492">
                  <a:moveTo>
                    <a:pt x="12492" y="1"/>
                  </a:moveTo>
                  <a:lnTo>
                    <a:pt x="1" y="7211"/>
                  </a:lnTo>
                  <a:lnTo>
                    <a:pt x="1" y="8576"/>
                  </a:lnTo>
                  <a:lnTo>
                    <a:pt x="12492" y="1366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rgbClr val="FFD9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-127501" y="-266969"/>
              <a:ext cx="1674138" cy="1149420"/>
            </a:xfrm>
            <a:custGeom>
              <a:rect b="b" l="l" r="r" t="t"/>
              <a:pathLst>
                <a:path extrusionOk="0" h="8576" w="12491">
                  <a:moveTo>
                    <a:pt x="12491" y="0"/>
                  </a:moveTo>
                  <a:lnTo>
                    <a:pt x="0" y="7210"/>
                  </a:lnTo>
                  <a:lnTo>
                    <a:pt x="0" y="8575"/>
                  </a:lnTo>
                  <a:lnTo>
                    <a:pt x="12491" y="1365"/>
                  </a:lnTo>
                  <a:lnTo>
                    <a:pt x="12491" y="0"/>
                  </a:lnTo>
                  <a:close/>
                </a:path>
              </a:pathLst>
            </a:custGeom>
            <a:solidFill>
              <a:srgbClr val="FFD9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-80189" y="-552446"/>
              <a:ext cx="1013784" cy="1582329"/>
            </a:xfrm>
            <a:custGeom>
              <a:rect b="b" l="l" r="r" t="t"/>
              <a:pathLst>
                <a:path extrusionOk="0" h="11806" w="7564">
                  <a:moveTo>
                    <a:pt x="7563" y="0"/>
                  </a:moveTo>
                  <a:lnTo>
                    <a:pt x="0" y="4366"/>
                  </a:lnTo>
                  <a:lnTo>
                    <a:pt x="0" y="11805"/>
                  </a:lnTo>
                  <a:lnTo>
                    <a:pt x="7563" y="7440"/>
                  </a:lnTo>
                  <a:lnTo>
                    <a:pt x="7563" y="0"/>
                  </a:lnTo>
                  <a:close/>
                </a:path>
              </a:pathLst>
            </a:custGeom>
            <a:solidFill>
              <a:srgbClr val="003B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42"/>
          <p:cNvSpPr txBox="1"/>
          <p:nvPr>
            <p:ph type="title"/>
          </p:nvPr>
        </p:nvSpPr>
        <p:spPr>
          <a:xfrm>
            <a:off x="845124" y="141900"/>
            <a:ext cx="67308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52F11"/>
              </a:buClr>
              <a:buSzPts val="1200"/>
              <a:buNone/>
              <a:defRPr>
                <a:solidFill>
                  <a:srgbClr val="E52F11"/>
                </a:solidFill>
              </a:defRPr>
            </a:lvl9pPr>
          </a:lstStyle>
          <a:p/>
        </p:txBody>
      </p:sp>
      <p:sp>
        <p:nvSpPr>
          <p:cNvPr id="278" name="Google Shape;278;p42"/>
          <p:cNvSpPr txBox="1"/>
          <p:nvPr>
            <p:ph idx="12" type="sldNum"/>
          </p:nvPr>
        </p:nvSpPr>
        <p:spPr>
          <a:xfrm>
            <a:off x="8595300" y="4830375"/>
            <a:ext cx="548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9" name="Google Shape;279;p42"/>
          <p:cNvSpPr/>
          <p:nvPr/>
        </p:nvSpPr>
        <p:spPr>
          <a:xfrm flipH="1">
            <a:off x="7505699" y="-1334800"/>
            <a:ext cx="1697101" cy="2306048"/>
          </a:xfrm>
          <a:custGeom>
            <a:rect b="b" l="l" r="r" t="t"/>
            <a:pathLst>
              <a:path extrusionOk="0" h="25794" w="19217">
                <a:moveTo>
                  <a:pt x="19217" y="0"/>
                </a:moveTo>
                <a:lnTo>
                  <a:pt x="12814" y="3697"/>
                </a:lnTo>
                <a:lnTo>
                  <a:pt x="6407" y="7395"/>
                </a:lnTo>
                <a:lnTo>
                  <a:pt x="1" y="11092"/>
                </a:lnTo>
                <a:lnTo>
                  <a:pt x="1" y="18441"/>
                </a:lnTo>
                <a:lnTo>
                  <a:pt x="1" y="25793"/>
                </a:lnTo>
                <a:lnTo>
                  <a:pt x="6407" y="22093"/>
                </a:lnTo>
                <a:lnTo>
                  <a:pt x="12814" y="18395"/>
                </a:lnTo>
                <a:lnTo>
                  <a:pt x="19217" y="14698"/>
                </a:lnTo>
                <a:lnTo>
                  <a:pt x="19217" y="7349"/>
                </a:lnTo>
                <a:lnTo>
                  <a:pt x="19217" y="0"/>
                </a:lnTo>
                <a:close/>
              </a:path>
            </a:pathLst>
          </a:custGeom>
          <a:solidFill>
            <a:srgbClr val="E52F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2"/>
          <p:cNvSpPr/>
          <p:nvPr/>
        </p:nvSpPr>
        <p:spPr>
          <a:xfrm>
            <a:off x="88268" y="141901"/>
            <a:ext cx="171300" cy="1626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36300" y="170300"/>
            <a:ext cx="8384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Font typeface="Montserrat"/>
              <a:buNone/>
              <a:defRPr b="1" sz="1200">
                <a:solidFill>
                  <a:srgbClr val="EE4D5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E4D5E"/>
              </a:buClr>
              <a:buSzPts val="1200"/>
              <a:buNone/>
              <a:defRPr sz="1200">
                <a:solidFill>
                  <a:srgbClr val="EE4D5E"/>
                </a:solidFill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99491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●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○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■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●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○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■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●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○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396E"/>
              </a:buClr>
              <a:buSzPts val="1200"/>
              <a:buFont typeface="Montserrat"/>
              <a:buChar char="■"/>
              <a:defRPr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595300" y="4830375"/>
            <a:ext cx="548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NBGayTZPQk-PIFicJmsFvASWsPESDgPJMH3bax2gqps/edit?tab=t.0" TargetMode="External"/><Relationship Id="rId4" Type="http://schemas.openxmlformats.org/officeDocument/2006/relationships/hyperlink" Target="https://docs.google.com/document/d/1Xt4CsRaq6hEuF79LkzQDdAjhrjOeOS0j/edi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4222675" y="1416200"/>
            <a:ext cx="3663900" cy="1488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Parceria para a Aprendizagem Profissional</a:t>
            </a:r>
            <a:endParaRPr/>
          </a:p>
        </p:txBody>
      </p:sp>
      <p:sp>
        <p:nvSpPr>
          <p:cNvPr id="286" name="Google Shape;286;p43"/>
          <p:cNvSpPr txBox="1"/>
          <p:nvPr>
            <p:ph idx="1" type="subTitle"/>
          </p:nvPr>
        </p:nvSpPr>
        <p:spPr>
          <a:xfrm>
            <a:off x="4222675" y="2904200"/>
            <a:ext cx="3384600" cy="77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Rede Estadual do Rio Grande do Norte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900000" y="235500"/>
            <a:ext cx="6605700" cy="51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Agenda</a:t>
            </a:r>
            <a:endParaRPr sz="1800"/>
          </a:p>
        </p:txBody>
      </p:sp>
      <p:grpSp>
        <p:nvGrpSpPr>
          <p:cNvPr id="292" name="Google Shape;292;p44"/>
          <p:cNvGrpSpPr/>
          <p:nvPr/>
        </p:nvGrpSpPr>
        <p:grpSpPr>
          <a:xfrm>
            <a:off x="863846" y="799463"/>
            <a:ext cx="6678017" cy="487475"/>
            <a:chOff x="863846" y="799463"/>
            <a:chExt cx="6678017" cy="487475"/>
          </a:xfrm>
        </p:grpSpPr>
        <p:sp>
          <p:nvSpPr>
            <p:cNvPr id="293" name="Google Shape;293;p44"/>
            <p:cNvSpPr/>
            <p:nvPr/>
          </p:nvSpPr>
          <p:spPr>
            <a:xfrm>
              <a:off x="1300063" y="887038"/>
              <a:ext cx="6241800" cy="3999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Oferta da educação profissional e tecnológica no RN 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4" name="Google Shape;294;p44"/>
            <p:cNvSpPr/>
            <p:nvPr/>
          </p:nvSpPr>
          <p:spPr>
            <a:xfrm flipH="1" rot="-5400000">
              <a:off x="1117168" y="981134"/>
              <a:ext cx="468921" cy="105614"/>
            </a:xfrm>
            <a:custGeom>
              <a:rect b="b" l="l" r="r" t="t"/>
              <a:pathLst>
                <a:path extrusionOk="0" h="274323" w="633677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EE4D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863846" y="799463"/>
              <a:ext cx="544200" cy="3999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72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497F"/>
                </a:buClr>
                <a:buSzPts val="1900"/>
                <a:buFont typeface="Arial"/>
                <a:buNone/>
              </a:pPr>
              <a:r>
                <a:rPr b="1" lang="pt-BR" sz="1000">
                  <a:solidFill>
                    <a:srgbClr val="1C396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i="0" sz="1000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96" name="Google Shape;296;p44"/>
          <p:cNvGrpSpPr/>
          <p:nvPr/>
        </p:nvGrpSpPr>
        <p:grpSpPr>
          <a:xfrm>
            <a:off x="844171" y="1459257"/>
            <a:ext cx="6717367" cy="529139"/>
            <a:chOff x="844171" y="1360048"/>
            <a:chExt cx="6717367" cy="529139"/>
          </a:xfrm>
        </p:grpSpPr>
        <p:sp>
          <p:nvSpPr>
            <p:cNvPr id="297" name="Google Shape;297;p44"/>
            <p:cNvSpPr/>
            <p:nvPr/>
          </p:nvSpPr>
          <p:spPr>
            <a:xfrm>
              <a:off x="1319738" y="1489288"/>
              <a:ext cx="6241800" cy="3999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[Escreva o nome da entidade formadora]</a:t>
              </a:r>
              <a:endParaRPr b="1" sz="12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8" name="Google Shape;298;p44"/>
            <p:cNvSpPr/>
            <p:nvPr/>
          </p:nvSpPr>
          <p:spPr>
            <a:xfrm flipH="1" rot="-5400000">
              <a:off x="1097493" y="1541719"/>
              <a:ext cx="468921" cy="105614"/>
            </a:xfrm>
            <a:custGeom>
              <a:rect b="b" l="l" r="r" t="t"/>
              <a:pathLst>
                <a:path extrusionOk="0" h="274323" w="633677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EE4D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844171" y="1360048"/>
              <a:ext cx="544500" cy="3999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7200" rtl="0" algn="ctr">
                <a:spcBef>
                  <a:spcPts val="0"/>
                </a:spcBef>
                <a:spcAft>
                  <a:spcPts val="0"/>
                </a:spcAft>
                <a:buClr>
                  <a:srgbClr val="08497F"/>
                </a:buClr>
                <a:buSzPts val="1900"/>
                <a:buFont typeface="Arial"/>
                <a:buNone/>
              </a:pPr>
              <a:r>
                <a:rPr b="1" lang="pt-BR" sz="1000">
                  <a:solidFill>
                    <a:srgbClr val="1C396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0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00" name="Google Shape;300;p44"/>
          <p:cNvGrpSpPr/>
          <p:nvPr/>
        </p:nvGrpSpPr>
        <p:grpSpPr>
          <a:xfrm>
            <a:off x="844171" y="2160716"/>
            <a:ext cx="6717367" cy="529139"/>
            <a:chOff x="844171" y="1951598"/>
            <a:chExt cx="6717367" cy="529139"/>
          </a:xfrm>
        </p:grpSpPr>
        <p:sp>
          <p:nvSpPr>
            <p:cNvPr id="301" name="Google Shape;301;p44"/>
            <p:cNvSpPr/>
            <p:nvPr/>
          </p:nvSpPr>
          <p:spPr>
            <a:xfrm>
              <a:off x="1319738" y="2080838"/>
              <a:ext cx="6241800" cy="3999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Como funciona o programa da aprendizagem profissional?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2" name="Google Shape;302;p44"/>
            <p:cNvSpPr/>
            <p:nvPr/>
          </p:nvSpPr>
          <p:spPr>
            <a:xfrm flipH="1" rot="-5400000">
              <a:off x="1097493" y="2133269"/>
              <a:ext cx="468921" cy="105614"/>
            </a:xfrm>
            <a:custGeom>
              <a:rect b="b" l="l" r="r" t="t"/>
              <a:pathLst>
                <a:path extrusionOk="0" h="274323" w="633677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EE4D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844171" y="1951598"/>
              <a:ext cx="544500" cy="3999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7200" rtl="0" algn="ctr">
                <a:spcBef>
                  <a:spcPts val="0"/>
                </a:spcBef>
                <a:spcAft>
                  <a:spcPts val="0"/>
                </a:spcAft>
                <a:buClr>
                  <a:srgbClr val="08497F"/>
                </a:buClr>
                <a:buSzPts val="1900"/>
                <a:buFont typeface="Arial"/>
                <a:buNone/>
              </a:pPr>
              <a:r>
                <a:rPr b="1" lang="pt-BR" sz="1000">
                  <a:solidFill>
                    <a:srgbClr val="1C396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0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04" name="Google Shape;304;p44"/>
          <p:cNvGrpSpPr/>
          <p:nvPr/>
        </p:nvGrpSpPr>
        <p:grpSpPr>
          <a:xfrm>
            <a:off x="844150" y="2862175"/>
            <a:ext cx="6717403" cy="476096"/>
            <a:chOff x="844150" y="3205792"/>
            <a:chExt cx="6717403" cy="476096"/>
          </a:xfrm>
        </p:grpSpPr>
        <p:sp>
          <p:nvSpPr>
            <p:cNvPr id="305" name="Google Shape;305;p44"/>
            <p:cNvSpPr/>
            <p:nvPr/>
          </p:nvSpPr>
          <p:spPr>
            <a:xfrm>
              <a:off x="1319753" y="3281988"/>
              <a:ext cx="6241800" cy="3999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E quais são os benefícios do programa?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844150" y="3205792"/>
              <a:ext cx="544200" cy="3999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7200" rtl="0" algn="ctr">
                <a:spcBef>
                  <a:spcPts val="0"/>
                </a:spcBef>
                <a:spcAft>
                  <a:spcPts val="0"/>
                </a:spcAft>
                <a:buClr>
                  <a:srgbClr val="08497F"/>
                </a:buClr>
                <a:buSzPts val="1900"/>
                <a:buFont typeface="Arial"/>
                <a:buNone/>
              </a:pPr>
              <a:r>
                <a:rPr b="1" lang="pt-BR" sz="1000">
                  <a:solidFill>
                    <a:srgbClr val="1C396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b="1" sz="10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07" name="Google Shape;307;p44"/>
          <p:cNvGrpSpPr/>
          <p:nvPr/>
        </p:nvGrpSpPr>
        <p:grpSpPr>
          <a:xfrm>
            <a:off x="863850" y="3510600"/>
            <a:ext cx="6717403" cy="476096"/>
            <a:chOff x="844150" y="3205792"/>
            <a:chExt cx="6717403" cy="476096"/>
          </a:xfrm>
        </p:grpSpPr>
        <p:sp>
          <p:nvSpPr>
            <p:cNvPr id="308" name="Google Shape;308;p44"/>
            <p:cNvSpPr/>
            <p:nvPr/>
          </p:nvSpPr>
          <p:spPr>
            <a:xfrm>
              <a:off x="1319753" y="3281988"/>
              <a:ext cx="6241800" cy="3999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Por que estamos nos conectando?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844150" y="3205792"/>
              <a:ext cx="544200" cy="3999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7200" rtl="0" algn="ctr">
                <a:spcBef>
                  <a:spcPts val="0"/>
                </a:spcBef>
                <a:spcAft>
                  <a:spcPts val="0"/>
                </a:spcAft>
                <a:buClr>
                  <a:srgbClr val="08497F"/>
                </a:buClr>
                <a:buSzPts val="1900"/>
                <a:buFont typeface="Arial"/>
                <a:buNone/>
              </a:pPr>
              <a:r>
                <a:rPr b="1" lang="pt-BR" sz="1000">
                  <a:solidFill>
                    <a:srgbClr val="1C396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b="1" sz="10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0" name="Google Shape;310;p44"/>
          <p:cNvGrpSpPr/>
          <p:nvPr/>
        </p:nvGrpSpPr>
        <p:grpSpPr>
          <a:xfrm>
            <a:off x="863850" y="4159025"/>
            <a:ext cx="6717403" cy="476096"/>
            <a:chOff x="844150" y="3205792"/>
            <a:chExt cx="6717403" cy="476096"/>
          </a:xfrm>
        </p:grpSpPr>
        <p:sp>
          <p:nvSpPr>
            <p:cNvPr id="311" name="Google Shape;311;p44"/>
            <p:cNvSpPr/>
            <p:nvPr/>
          </p:nvSpPr>
          <p:spPr>
            <a:xfrm>
              <a:off x="1319753" y="3281988"/>
              <a:ext cx="6241800" cy="3999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3A7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Como se tornar um parceiro?</a:t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720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844150" y="3205792"/>
              <a:ext cx="544200" cy="3999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7200" rtl="0" algn="ctr">
                <a:spcBef>
                  <a:spcPts val="0"/>
                </a:spcBef>
                <a:spcAft>
                  <a:spcPts val="0"/>
                </a:spcAft>
                <a:buClr>
                  <a:srgbClr val="08497F"/>
                </a:buClr>
                <a:buSzPts val="1900"/>
                <a:buFont typeface="Arial"/>
                <a:buNone/>
              </a:pPr>
              <a:r>
                <a:rPr b="1" lang="pt-BR" sz="1000">
                  <a:solidFill>
                    <a:srgbClr val="1C396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 b="1" sz="10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/>
          <p:nvPr>
            <p:ph type="title"/>
          </p:nvPr>
        </p:nvSpPr>
        <p:spPr>
          <a:xfrm>
            <a:off x="4145250" y="979200"/>
            <a:ext cx="4511700" cy="3185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E51157"/>
                </a:highlight>
              </a:rPr>
              <a:t>1. Oferta de Educação Profissional e Tecnológica(EPT) no RN</a:t>
            </a:r>
            <a:endParaRPr>
              <a:highlight>
                <a:srgbClr val="E51157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/>
          <p:nvPr/>
        </p:nvSpPr>
        <p:spPr>
          <a:xfrm>
            <a:off x="834699" y="1868827"/>
            <a:ext cx="231900" cy="2319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6"/>
          <p:cNvSpPr/>
          <p:nvPr/>
        </p:nvSpPr>
        <p:spPr>
          <a:xfrm>
            <a:off x="834699" y="1525677"/>
            <a:ext cx="231900" cy="2319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46"/>
          <p:cNvSpPr/>
          <p:nvPr/>
        </p:nvSpPr>
        <p:spPr>
          <a:xfrm>
            <a:off x="834690" y="3872752"/>
            <a:ext cx="231900" cy="231900"/>
          </a:xfrm>
          <a:prstGeom prst="ellipse">
            <a:avLst/>
          </a:prstGeom>
          <a:solidFill>
            <a:srgbClr val="EA40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46"/>
          <p:cNvSpPr/>
          <p:nvPr/>
        </p:nvSpPr>
        <p:spPr>
          <a:xfrm>
            <a:off x="834690" y="4223914"/>
            <a:ext cx="231900" cy="231900"/>
          </a:xfrm>
          <a:prstGeom prst="ellipse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46"/>
          <p:cNvSpPr/>
          <p:nvPr/>
        </p:nvSpPr>
        <p:spPr>
          <a:xfrm>
            <a:off x="834690" y="3553799"/>
            <a:ext cx="231900" cy="231900"/>
          </a:xfrm>
          <a:prstGeom prst="ellipse">
            <a:avLst/>
          </a:prstGeom>
          <a:solidFill>
            <a:srgbClr val="EE65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834690" y="3218907"/>
            <a:ext cx="231900" cy="231900"/>
          </a:xfrm>
          <a:prstGeom prst="ellipse">
            <a:avLst/>
          </a:prstGeom>
          <a:solidFill>
            <a:srgbClr val="F49A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6"/>
          <p:cNvSpPr/>
          <p:nvPr/>
        </p:nvSpPr>
        <p:spPr>
          <a:xfrm>
            <a:off x="834690" y="2884850"/>
            <a:ext cx="231900" cy="231900"/>
          </a:xfrm>
          <a:prstGeom prst="ellipse">
            <a:avLst/>
          </a:prstGeom>
          <a:solidFill>
            <a:srgbClr val="D6A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46"/>
          <p:cNvSpPr/>
          <p:nvPr/>
        </p:nvSpPr>
        <p:spPr>
          <a:xfrm>
            <a:off x="834690" y="2565236"/>
            <a:ext cx="231900" cy="231900"/>
          </a:xfrm>
          <a:prstGeom prst="ellipse">
            <a:avLst/>
          </a:prstGeom>
          <a:solidFill>
            <a:srgbClr val="ADC6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6"/>
          <p:cNvSpPr/>
          <p:nvPr/>
        </p:nvSpPr>
        <p:spPr>
          <a:xfrm>
            <a:off x="834690" y="2211986"/>
            <a:ext cx="231900" cy="231900"/>
          </a:xfrm>
          <a:prstGeom prst="ellipse">
            <a:avLst/>
          </a:prstGeom>
          <a:solidFill>
            <a:srgbClr val="DEEA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6"/>
          <p:cNvSpPr/>
          <p:nvPr/>
        </p:nvSpPr>
        <p:spPr>
          <a:xfrm>
            <a:off x="834699" y="1204184"/>
            <a:ext cx="231900" cy="2319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6"/>
          <p:cNvSpPr/>
          <p:nvPr/>
        </p:nvSpPr>
        <p:spPr>
          <a:xfrm>
            <a:off x="834699" y="853309"/>
            <a:ext cx="231900" cy="2319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46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Oferta de EPT de tempo parcial no RN</a:t>
            </a:r>
            <a:endParaRPr/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723775" y="789300"/>
            <a:ext cx="3858900" cy="3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pt-BR"/>
              <a:t>Administração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Informática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Segurança do Trabalho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Manutenção e Suporte em Informática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Mineração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Edificações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Agroecologia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Nutrição e Dietética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pt-BR"/>
              <a:t>Sistemas de Energia Renovável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pt-BR"/>
              <a:t>Química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pt-BR"/>
              <a:t>Guia De Turismo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523"/>
              <a:buNone/>
            </a:pPr>
            <a:r>
              <a:t/>
            </a:r>
            <a:endParaRPr/>
          </a:p>
        </p:txBody>
      </p:sp>
      <p:grpSp>
        <p:nvGrpSpPr>
          <p:cNvPr id="335" name="Google Shape;335;p46"/>
          <p:cNvGrpSpPr/>
          <p:nvPr/>
        </p:nvGrpSpPr>
        <p:grpSpPr>
          <a:xfrm>
            <a:off x="4595614" y="1211409"/>
            <a:ext cx="4006386" cy="2404034"/>
            <a:chOff x="4032975" y="1876350"/>
            <a:chExt cx="3275600" cy="1965525"/>
          </a:xfrm>
        </p:grpSpPr>
        <p:sp>
          <p:nvSpPr>
            <p:cNvPr id="336" name="Google Shape;336;p46"/>
            <p:cNvSpPr/>
            <p:nvPr/>
          </p:nvSpPr>
          <p:spPr>
            <a:xfrm>
              <a:off x="5671650" y="3188975"/>
              <a:ext cx="244275" cy="284350"/>
            </a:xfrm>
            <a:custGeom>
              <a:rect b="b" l="l" r="r" t="t"/>
              <a:pathLst>
                <a:path extrusionOk="0" h="11374" w="9771">
                  <a:moveTo>
                    <a:pt x="5208" y="0"/>
                  </a:moveTo>
                  <a:lnTo>
                    <a:pt x="4315" y="144"/>
                  </a:lnTo>
                  <a:lnTo>
                    <a:pt x="4054" y="372"/>
                  </a:lnTo>
                  <a:lnTo>
                    <a:pt x="3689" y="248"/>
                  </a:lnTo>
                  <a:lnTo>
                    <a:pt x="3579" y="59"/>
                  </a:lnTo>
                  <a:lnTo>
                    <a:pt x="3364" y="53"/>
                  </a:lnTo>
                  <a:lnTo>
                    <a:pt x="3070" y="222"/>
                  </a:lnTo>
                  <a:lnTo>
                    <a:pt x="2953" y="150"/>
                  </a:lnTo>
                  <a:lnTo>
                    <a:pt x="2784" y="294"/>
                  </a:lnTo>
                  <a:lnTo>
                    <a:pt x="2634" y="202"/>
                  </a:lnTo>
                  <a:lnTo>
                    <a:pt x="2347" y="313"/>
                  </a:lnTo>
                  <a:lnTo>
                    <a:pt x="2099" y="1193"/>
                  </a:lnTo>
                  <a:lnTo>
                    <a:pt x="1258" y="1265"/>
                  </a:lnTo>
                  <a:lnTo>
                    <a:pt x="731" y="1903"/>
                  </a:lnTo>
                  <a:lnTo>
                    <a:pt x="1278" y="2484"/>
                  </a:lnTo>
                  <a:lnTo>
                    <a:pt x="939" y="2673"/>
                  </a:lnTo>
                  <a:lnTo>
                    <a:pt x="933" y="2992"/>
                  </a:lnTo>
                  <a:lnTo>
                    <a:pt x="796" y="3122"/>
                  </a:lnTo>
                  <a:lnTo>
                    <a:pt x="1180" y="3989"/>
                  </a:lnTo>
                  <a:lnTo>
                    <a:pt x="1004" y="5351"/>
                  </a:lnTo>
                  <a:lnTo>
                    <a:pt x="476" y="7685"/>
                  </a:lnTo>
                  <a:lnTo>
                    <a:pt x="1" y="7476"/>
                  </a:lnTo>
                  <a:lnTo>
                    <a:pt x="216" y="8486"/>
                  </a:lnTo>
                  <a:lnTo>
                    <a:pt x="476" y="9040"/>
                  </a:lnTo>
                  <a:lnTo>
                    <a:pt x="587" y="8936"/>
                  </a:lnTo>
                  <a:lnTo>
                    <a:pt x="822" y="9047"/>
                  </a:lnTo>
                  <a:lnTo>
                    <a:pt x="913" y="8955"/>
                  </a:lnTo>
                  <a:lnTo>
                    <a:pt x="972" y="9131"/>
                  </a:lnTo>
                  <a:lnTo>
                    <a:pt x="1141" y="9079"/>
                  </a:lnTo>
                  <a:lnTo>
                    <a:pt x="1363" y="9379"/>
                  </a:lnTo>
                  <a:lnTo>
                    <a:pt x="1891" y="9535"/>
                  </a:lnTo>
                  <a:lnTo>
                    <a:pt x="2243" y="9816"/>
                  </a:lnTo>
                  <a:lnTo>
                    <a:pt x="2568" y="9861"/>
                  </a:lnTo>
                  <a:lnTo>
                    <a:pt x="2875" y="10578"/>
                  </a:lnTo>
                  <a:lnTo>
                    <a:pt x="3455" y="10344"/>
                  </a:lnTo>
                  <a:lnTo>
                    <a:pt x="3533" y="11373"/>
                  </a:lnTo>
                  <a:lnTo>
                    <a:pt x="4563" y="9881"/>
                  </a:lnTo>
                  <a:lnTo>
                    <a:pt x="5202" y="9431"/>
                  </a:lnTo>
                  <a:lnTo>
                    <a:pt x="5482" y="9079"/>
                  </a:lnTo>
                  <a:lnTo>
                    <a:pt x="5384" y="8877"/>
                  </a:lnTo>
                  <a:lnTo>
                    <a:pt x="6518" y="7932"/>
                  </a:lnTo>
                  <a:lnTo>
                    <a:pt x="6792" y="7887"/>
                  </a:lnTo>
                  <a:lnTo>
                    <a:pt x="7053" y="7476"/>
                  </a:lnTo>
                  <a:lnTo>
                    <a:pt x="7489" y="7665"/>
                  </a:lnTo>
                  <a:lnTo>
                    <a:pt x="7822" y="7671"/>
                  </a:lnTo>
                  <a:lnTo>
                    <a:pt x="8082" y="7887"/>
                  </a:lnTo>
                  <a:lnTo>
                    <a:pt x="8930" y="7711"/>
                  </a:lnTo>
                  <a:lnTo>
                    <a:pt x="8858" y="7026"/>
                  </a:lnTo>
                  <a:lnTo>
                    <a:pt x="8891" y="6531"/>
                  </a:lnTo>
                  <a:lnTo>
                    <a:pt x="9679" y="4817"/>
                  </a:lnTo>
                  <a:lnTo>
                    <a:pt x="9770" y="4302"/>
                  </a:lnTo>
                  <a:lnTo>
                    <a:pt x="9301" y="4015"/>
                  </a:lnTo>
                  <a:lnTo>
                    <a:pt x="8408" y="3820"/>
                  </a:lnTo>
                  <a:lnTo>
                    <a:pt x="8284" y="3487"/>
                  </a:lnTo>
                  <a:lnTo>
                    <a:pt x="8102" y="3416"/>
                  </a:lnTo>
                  <a:lnTo>
                    <a:pt x="8102" y="3129"/>
                  </a:lnTo>
                  <a:lnTo>
                    <a:pt x="8206" y="2777"/>
                  </a:lnTo>
                  <a:lnTo>
                    <a:pt x="8017" y="2614"/>
                  </a:lnTo>
                  <a:lnTo>
                    <a:pt x="7959" y="2281"/>
                  </a:lnTo>
                  <a:lnTo>
                    <a:pt x="7776" y="2158"/>
                  </a:lnTo>
                  <a:lnTo>
                    <a:pt x="7613" y="1623"/>
                  </a:lnTo>
                  <a:lnTo>
                    <a:pt x="6877" y="1389"/>
                  </a:lnTo>
                  <a:lnTo>
                    <a:pt x="6896" y="1174"/>
                  </a:lnTo>
                  <a:lnTo>
                    <a:pt x="6596" y="1043"/>
                  </a:lnTo>
                  <a:lnTo>
                    <a:pt x="6466" y="724"/>
                  </a:lnTo>
                  <a:lnTo>
                    <a:pt x="6153" y="802"/>
                  </a:lnTo>
                  <a:lnTo>
                    <a:pt x="5866" y="887"/>
                  </a:lnTo>
                  <a:lnTo>
                    <a:pt x="5378" y="639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6"/>
            <p:cNvSpPr/>
            <p:nvPr/>
          </p:nvSpPr>
          <p:spPr>
            <a:xfrm>
              <a:off x="5312700" y="2297875"/>
              <a:ext cx="301450" cy="518650"/>
            </a:xfrm>
            <a:custGeom>
              <a:rect b="b" l="l" r="r" t="t"/>
              <a:pathLst>
                <a:path extrusionOk="0" h="20746" w="12058">
                  <a:moveTo>
                    <a:pt x="1825" y="0"/>
                  </a:moveTo>
                  <a:lnTo>
                    <a:pt x="991" y="1369"/>
                  </a:lnTo>
                  <a:lnTo>
                    <a:pt x="1167" y="3513"/>
                  </a:lnTo>
                  <a:lnTo>
                    <a:pt x="0" y="7332"/>
                  </a:lnTo>
                  <a:lnTo>
                    <a:pt x="0" y="7339"/>
                  </a:lnTo>
                  <a:lnTo>
                    <a:pt x="2686" y="13185"/>
                  </a:lnTo>
                  <a:lnTo>
                    <a:pt x="3259" y="14417"/>
                  </a:lnTo>
                  <a:lnTo>
                    <a:pt x="5762" y="15981"/>
                  </a:lnTo>
                  <a:lnTo>
                    <a:pt x="5742" y="16744"/>
                  </a:lnTo>
                  <a:lnTo>
                    <a:pt x="6394" y="17487"/>
                  </a:lnTo>
                  <a:lnTo>
                    <a:pt x="4673" y="20654"/>
                  </a:lnTo>
                  <a:lnTo>
                    <a:pt x="4902" y="20745"/>
                  </a:lnTo>
                  <a:lnTo>
                    <a:pt x="5195" y="20498"/>
                  </a:lnTo>
                  <a:lnTo>
                    <a:pt x="5762" y="20524"/>
                  </a:lnTo>
                  <a:lnTo>
                    <a:pt x="5821" y="19879"/>
                  </a:lnTo>
                  <a:lnTo>
                    <a:pt x="5944" y="19670"/>
                  </a:lnTo>
                  <a:lnTo>
                    <a:pt x="6531" y="19149"/>
                  </a:lnTo>
                  <a:lnTo>
                    <a:pt x="6994" y="19018"/>
                  </a:lnTo>
                  <a:lnTo>
                    <a:pt x="6896" y="17930"/>
                  </a:lnTo>
                  <a:lnTo>
                    <a:pt x="7437" y="17552"/>
                  </a:lnTo>
                  <a:lnTo>
                    <a:pt x="7567" y="16783"/>
                  </a:lnTo>
                  <a:lnTo>
                    <a:pt x="10031" y="15258"/>
                  </a:lnTo>
                  <a:lnTo>
                    <a:pt x="10266" y="14886"/>
                  </a:lnTo>
                  <a:lnTo>
                    <a:pt x="10461" y="13081"/>
                  </a:lnTo>
                  <a:lnTo>
                    <a:pt x="10402" y="12657"/>
                  </a:lnTo>
                  <a:lnTo>
                    <a:pt x="10083" y="12338"/>
                  </a:lnTo>
                  <a:lnTo>
                    <a:pt x="10109" y="12051"/>
                  </a:lnTo>
                  <a:lnTo>
                    <a:pt x="9887" y="11334"/>
                  </a:lnTo>
                  <a:lnTo>
                    <a:pt x="10103" y="10695"/>
                  </a:lnTo>
                  <a:lnTo>
                    <a:pt x="10441" y="10187"/>
                  </a:lnTo>
                  <a:lnTo>
                    <a:pt x="9829" y="9503"/>
                  </a:lnTo>
                  <a:lnTo>
                    <a:pt x="9659" y="8694"/>
                  </a:lnTo>
                  <a:lnTo>
                    <a:pt x="9855" y="7997"/>
                  </a:lnTo>
                  <a:lnTo>
                    <a:pt x="10213" y="7665"/>
                  </a:lnTo>
                  <a:lnTo>
                    <a:pt x="10305" y="7306"/>
                  </a:lnTo>
                  <a:lnTo>
                    <a:pt x="10846" y="6948"/>
                  </a:lnTo>
                  <a:lnTo>
                    <a:pt x="10904" y="6752"/>
                  </a:lnTo>
                  <a:lnTo>
                    <a:pt x="10722" y="6322"/>
                  </a:lnTo>
                  <a:lnTo>
                    <a:pt x="10735" y="6022"/>
                  </a:lnTo>
                  <a:lnTo>
                    <a:pt x="11237" y="5442"/>
                  </a:lnTo>
                  <a:lnTo>
                    <a:pt x="11237" y="5136"/>
                  </a:lnTo>
                  <a:lnTo>
                    <a:pt x="11641" y="4412"/>
                  </a:lnTo>
                  <a:lnTo>
                    <a:pt x="11941" y="4230"/>
                  </a:lnTo>
                  <a:lnTo>
                    <a:pt x="12058" y="3989"/>
                  </a:lnTo>
                  <a:lnTo>
                    <a:pt x="12051" y="3611"/>
                  </a:lnTo>
                  <a:lnTo>
                    <a:pt x="11986" y="3435"/>
                  </a:lnTo>
                  <a:lnTo>
                    <a:pt x="8949" y="2288"/>
                  </a:lnTo>
                  <a:lnTo>
                    <a:pt x="5104" y="1173"/>
                  </a:lnTo>
                  <a:lnTo>
                    <a:pt x="4321" y="26"/>
                  </a:lnTo>
                  <a:lnTo>
                    <a:pt x="182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6"/>
            <p:cNvSpPr/>
            <p:nvPr/>
          </p:nvSpPr>
          <p:spPr>
            <a:xfrm>
              <a:off x="5593600" y="2367775"/>
              <a:ext cx="381300" cy="208750"/>
            </a:xfrm>
            <a:custGeom>
              <a:rect b="b" l="l" r="r" t="t"/>
              <a:pathLst>
                <a:path extrusionOk="0" h="8350" w="15252">
                  <a:moveTo>
                    <a:pt x="15252" y="0"/>
                  </a:moveTo>
                  <a:lnTo>
                    <a:pt x="12508" y="1180"/>
                  </a:lnTo>
                  <a:lnTo>
                    <a:pt x="11719" y="1564"/>
                  </a:lnTo>
                  <a:lnTo>
                    <a:pt x="815" y="815"/>
                  </a:lnTo>
                  <a:lnTo>
                    <a:pt x="828" y="1186"/>
                  </a:lnTo>
                  <a:lnTo>
                    <a:pt x="705" y="1434"/>
                  </a:lnTo>
                  <a:lnTo>
                    <a:pt x="405" y="1616"/>
                  </a:lnTo>
                  <a:lnTo>
                    <a:pt x="7" y="2340"/>
                  </a:lnTo>
                  <a:lnTo>
                    <a:pt x="1" y="2646"/>
                  </a:lnTo>
                  <a:lnTo>
                    <a:pt x="5827" y="3435"/>
                  </a:lnTo>
                  <a:lnTo>
                    <a:pt x="5853" y="5709"/>
                  </a:lnTo>
                  <a:lnTo>
                    <a:pt x="10162" y="5807"/>
                  </a:lnTo>
                  <a:lnTo>
                    <a:pt x="10207" y="7639"/>
                  </a:lnTo>
                  <a:lnTo>
                    <a:pt x="10435" y="7899"/>
                  </a:lnTo>
                  <a:lnTo>
                    <a:pt x="14163" y="8349"/>
                  </a:lnTo>
                  <a:lnTo>
                    <a:pt x="15252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6"/>
            <p:cNvSpPr/>
            <p:nvPr/>
          </p:nvSpPr>
          <p:spPr>
            <a:xfrm>
              <a:off x="4235675" y="3105700"/>
              <a:ext cx="84100" cy="58525"/>
            </a:xfrm>
            <a:custGeom>
              <a:rect b="b" l="l" r="r" t="t"/>
              <a:pathLst>
                <a:path extrusionOk="0" h="2341" w="3364">
                  <a:moveTo>
                    <a:pt x="1773" y="1"/>
                  </a:moveTo>
                  <a:lnTo>
                    <a:pt x="658" y="451"/>
                  </a:lnTo>
                  <a:lnTo>
                    <a:pt x="20" y="881"/>
                  </a:lnTo>
                  <a:lnTo>
                    <a:pt x="7" y="1474"/>
                  </a:lnTo>
                  <a:lnTo>
                    <a:pt x="0" y="1474"/>
                  </a:lnTo>
                  <a:lnTo>
                    <a:pt x="2047" y="2341"/>
                  </a:lnTo>
                  <a:lnTo>
                    <a:pt x="2138" y="2197"/>
                  </a:lnTo>
                  <a:lnTo>
                    <a:pt x="2288" y="2269"/>
                  </a:lnTo>
                  <a:lnTo>
                    <a:pt x="2451" y="2152"/>
                  </a:lnTo>
                  <a:lnTo>
                    <a:pt x="2751" y="2289"/>
                  </a:lnTo>
                  <a:lnTo>
                    <a:pt x="3122" y="1656"/>
                  </a:lnTo>
                  <a:lnTo>
                    <a:pt x="3363" y="1168"/>
                  </a:lnTo>
                  <a:lnTo>
                    <a:pt x="3148" y="744"/>
                  </a:lnTo>
                  <a:lnTo>
                    <a:pt x="3311" y="249"/>
                  </a:lnTo>
                  <a:lnTo>
                    <a:pt x="2920" y="138"/>
                  </a:lnTo>
                  <a:lnTo>
                    <a:pt x="2516" y="385"/>
                  </a:lnTo>
                  <a:lnTo>
                    <a:pt x="177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6"/>
            <p:cNvSpPr/>
            <p:nvPr/>
          </p:nvSpPr>
          <p:spPr>
            <a:xfrm>
              <a:off x="4446350" y="3178050"/>
              <a:ext cx="264150" cy="199475"/>
            </a:xfrm>
            <a:custGeom>
              <a:rect b="b" l="l" r="r" t="t"/>
              <a:pathLst>
                <a:path extrusionOk="0" h="7979" w="10566">
                  <a:moveTo>
                    <a:pt x="5886" y="1"/>
                  </a:moveTo>
                  <a:lnTo>
                    <a:pt x="5788" y="587"/>
                  </a:lnTo>
                  <a:lnTo>
                    <a:pt x="5143" y="1982"/>
                  </a:lnTo>
                  <a:lnTo>
                    <a:pt x="3865" y="2269"/>
                  </a:lnTo>
                  <a:lnTo>
                    <a:pt x="2979" y="2340"/>
                  </a:lnTo>
                  <a:lnTo>
                    <a:pt x="2979" y="2047"/>
                  </a:lnTo>
                  <a:lnTo>
                    <a:pt x="2549" y="1995"/>
                  </a:lnTo>
                  <a:lnTo>
                    <a:pt x="2269" y="2125"/>
                  </a:lnTo>
                  <a:lnTo>
                    <a:pt x="1317" y="2217"/>
                  </a:lnTo>
                  <a:lnTo>
                    <a:pt x="1330" y="2803"/>
                  </a:lnTo>
                  <a:lnTo>
                    <a:pt x="939" y="2699"/>
                  </a:lnTo>
                  <a:lnTo>
                    <a:pt x="802" y="3650"/>
                  </a:lnTo>
                  <a:lnTo>
                    <a:pt x="0" y="4048"/>
                  </a:lnTo>
                  <a:lnTo>
                    <a:pt x="157" y="4231"/>
                  </a:lnTo>
                  <a:lnTo>
                    <a:pt x="698" y="4459"/>
                  </a:lnTo>
                  <a:lnTo>
                    <a:pt x="580" y="5169"/>
                  </a:lnTo>
                  <a:lnTo>
                    <a:pt x="730" y="5638"/>
                  </a:lnTo>
                  <a:lnTo>
                    <a:pt x="1232" y="5808"/>
                  </a:lnTo>
                  <a:lnTo>
                    <a:pt x="1011" y="6388"/>
                  </a:lnTo>
                  <a:lnTo>
                    <a:pt x="1043" y="6811"/>
                  </a:lnTo>
                  <a:lnTo>
                    <a:pt x="1297" y="7294"/>
                  </a:lnTo>
                  <a:lnTo>
                    <a:pt x="1760" y="7574"/>
                  </a:lnTo>
                  <a:lnTo>
                    <a:pt x="1988" y="7587"/>
                  </a:lnTo>
                  <a:lnTo>
                    <a:pt x="2308" y="7418"/>
                  </a:lnTo>
                  <a:lnTo>
                    <a:pt x="2412" y="7189"/>
                  </a:lnTo>
                  <a:lnTo>
                    <a:pt x="2607" y="7170"/>
                  </a:lnTo>
                  <a:lnTo>
                    <a:pt x="2692" y="6798"/>
                  </a:lnTo>
                  <a:lnTo>
                    <a:pt x="2901" y="6759"/>
                  </a:lnTo>
                  <a:lnTo>
                    <a:pt x="2966" y="7144"/>
                  </a:lnTo>
                  <a:lnTo>
                    <a:pt x="3240" y="7437"/>
                  </a:lnTo>
                  <a:lnTo>
                    <a:pt x="3083" y="7919"/>
                  </a:lnTo>
                  <a:lnTo>
                    <a:pt x="3585" y="7978"/>
                  </a:lnTo>
                  <a:lnTo>
                    <a:pt x="3768" y="7750"/>
                  </a:lnTo>
                  <a:lnTo>
                    <a:pt x="4093" y="7743"/>
                  </a:lnTo>
                  <a:lnTo>
                    <a:pt x="3833" y="6929"/>
                  </a:lnTo>
                  <a:lnTo>
                    <a:pt x="4256" y="6420"/>
                  </a:lnTo>
                  <a:lnTo>
                    <a:pt x="4035" y="6355"/>
                  </a:lnTo>
                  <a:lnTo>
                    <a:pt x="4061" y="6251"/>
                  </a:lnTo>
                  <a:lnTo>
                    <a:pt x="5319" y="6225"/>
                  </a:lnTo>
                  <a:lnTo>
                    <a:pt x="5697" y="5932"/>
                  </a:lnTo>
                  <a:lnTo>
                    <a:pt x="5716" y="5436"/>
                  </a:lnTo>
                  <a:lnTo>
                    <a:pt x="6173" y="5182"/>
                  </a:lnTo>
                  <a:lnTo>
                    <a:pt x="6186" y="5541"/>
                  </a:lnTo>
                  <a:lnTo>
                    <a:pt x="6609" y="6075"/>
                  </a:lnTo>
                  <a:lnTo>
                    <a:pt x="7170" y="6036"/>
                  </a:lnTo>
                  <a:lnTo>
                    <a:pt x="7483" y="5677"/>
                  </a:lnTo>
                  <a:lnTo>
                    <a:pt x="8128" y="5234"/>
                  </a:lnTo>
                  <a:lnTo>
                    <a:pt x="8538" y="5254"/>
                  </a:lnTo>
                  <a:lnTo>
                    <a:pt x="8682" y="5136"/>
                  </a:lnTo>
                  <a:lnTo>
                    <a:pt x="8753" y="4941"/>
                  </a:lnTo>
                  <a:lnTo>
                    <a:pt x="8604" y="4778"/>
                  </a:lnTo>
                  <a:lnTo>
                    <a:pt x="8610" y="3944"/>
                  </a:lnTo>
                  <a:lnTo>
                    <a:pt x="9640" y="4328"/>
                  </a:lnTo>
                  <a:lnTo>
                    <a:pt x="9842" y="4015"/>
                  </a:lnTo>
                  <a:lnTo>
                    <a:pt x="10305" y="3898"/>
                  </a:lnTo>
                  <a:lnTo>
                    <a:pt x="10213" y="3579"/>
                  </a:lnTo>
                  <a:lnTo>
                    <a:pt x="10565" y="3142"/>
                  </a:lnTo>
                  <a:lnTo>
                    <a:pt x="10246" y="2803"/>
                  </a:lnTo>
                  <a:lnTo>
                    <a:pt x="9738" y="2712"/>
                  </a:lnTo>
                  <a:lnTo>
                    <a:pt x="9490" y="2777"/>
                  </a:lnTo>
                  <a:lnTo>
                    <a:pt x="8154" y="2262"/>
                  </a:lnTo>
                  <a:lnTo>
                    <a:pt x="8095" y="1513"/>
                  </a:lnTo>
                  <a:lnTo>
                    <a:pt x="7893" y="1050"/>
                  </a:lnTo>
                  <a:lnTo>
                    <a:pt x="8845" y="607"/>
                  </a:lnTo>
                  <a:lnTo>
                    <a:pt x="588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6"/>
            <p:cNvSpPr/>
            <p:nvPr/>
          </p:nvSpPr>
          <p:spPr>
            <a:xfrm>
              <a:off x="4731500" y="3005500"/>
              <a:ext cx="111950" cy="162800"/>
            </a:xfrm>
            <a:custGeom>
              <a:rect b="b" l="l" r="r" t="t"/>
              <a:pathLst>
                <a:path extrusionOk="0" h="6512" w="4478">
                  <a:moveTo>
                    <a:pt x="1225" y="1"/>
                  </a:moveTo>
                  <a:lnTo>
                    <a:pt x="1121" y="431"/>
                  </a:lnTo>
                  <a:lnTo>
                    <a:pt x="1004" y="444"/>
                  </a:lnTo>
                  <a:lnTo>
                    <a:pt x="1023" y="594"/>
                  </a:lnTo>
                  <a:lnTo>
                    <a:pt x="802" y="848"/>
                  </a:lnTo>
                  <a:lnTo>
                    <a:pt x="548" y="1219"/>
                  </a:lnTo>
                  <a:lnTo>
                    <a:pt x="189" y="1128"/>
                  </a:lnTo>
                  <a:lnTo>
                    <a:pt x="189" y="1128"/>
                  </a:lnTo>
                  <a:lnTo>
                    <a:pt x="261" y="1402"/>
                  </a:lnTo>
                  <a:lnTo>
                    <a:pt x="39" y="1695"/>
                  </a:lnTo>
                  <a:lnTo>
                    <a:pt x="0" y="2080"/>
                  </a:lnTo>
                  <a:lnTo>
                    <a:pt x="157" y="2340"/>
                  </a:lnTo>
                  <a:lnTo>
                    <a:pt x="117" y="2484"/>
                  </a:lnTo>
                  <a:lnTo>
                    <a:pt x="339" y="2634"/>
                  </a:lnTo>
                  <a:lnTo>
                    <a:pt x="509" y="2992"/>
                  </a:lnTo>
                  <a:lnTo>
                    <a:pt x="372" y="3142"/>
                  </a:lnTo>
                  <a:lnTo>
                    <a:pt x="326" y="3494"/>
                  </a:lnTo>
                  <a:lnTo>
                    <a:pt x="72" y="3533"/>
                  </a:lnTo>
                  <a:lnTo>
                    <a:pt x="52" y="3690"/>
                  </a:lnTo>
                  <a:lnTo>
                    <a:pt x="176" y="3722"/>
                  </a:lnTo>
                  <a:lnTo>
                    <a:pt x="91" y="3852"/>
                  </a:lnTo>
                  <a:lnTo>
                    <a:pt x="502" y="4569"/>
                  </a:lnTo>
                  <a:lnTo>
                    <a:pt x="548" y="4902"/>
                  </a:lnTo>
                  <a:lnTo>
                    <a:pt x="430" y="5065"/>
                  </a:lnTo>
                  <a:lnTo>
                    <a:pt x="561" y="5365"/>
                  </a:lnTo>
                  <a:lnTo>
                    <a:pt x="463" y="5449"/>
                  </a:lnTo>
                  <a:lnTo>
                    <a:pt x="469" y="5690"/>
                  </a:lnTo>
                  <a:lnTo>
                    <a:pt x="704" y="6081"/>
                  </a:lnTo>
                  <a:lnTo>
                    <a:pt x="1108" y="6179"/>
                  </a:lnTo>
                  <a:lnTo>
                    <a:pt x="1258" y="6512"/>
                  </a:lnTo>
                  <a:lnTo>
                    <a:pt x="1792" y="6251"/>
                  </a:lnTo>
                  <a:lnTo>
                    <a:pt x="1688" y="6108"/>
                  </a:lnTo>
                  <a:lnTo>
                    <a:pt x="1317" y="5990"/>
                  </a:lnTo>
                  <a:lnTo>
                    <a:pt x="1714" y="5527"/>
                  </a:lnTo>
                  <a:lnTo>
                    <a:pt x="2079" y="5371"/>
                  </a:lnTo>
                  <a:lnTo>
                    <a:pt x="2053" y="4843"/>
                  </a:lnTo>
                  <a:lnTo>
                    <a:pt x="2249" y="4609"/>
                  </a:lnTo>
                  <a:lnTo>
                    <a:pt x="3702" y="4002"/>
                  </a:lnTo>
                  <a:lnTo>
                    <a:pt x="4478" y="1519"/>
                  </a:lnTo>
                  <a:lnTo>
                    <a:pt x="3898" y="2197"/>
                  </a:lnTo>
                  <a:lnTo>
                    <a:pt x="3630" y="2308"/>
                  </a:lnTo>
                  <a:lnTo>
                    <a:pt x="2503" y="1975"/>
                  </a:lnTo>
                  <a:lnTo>
                    <a:pt x="2034" y="998"/>
                  </a:lnTo>
                  <a:lnTo>
                    <a:pt x="1773" y="920"/>
                  </a:lnTo>
                  <a:lnTo>
                    <a:pt x="1955" y="737"/>
                  </a:lnTo>
                  <a:lnTo>
                    <a:pt x="1375" y="7"/>
                  </a:lnTo>
                  <a:lnTo>
                    <a:pt x="1225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6"/>
            <p:cNvSpPr/>
            <p:nvPr/>
          </p:nvSpPr>
          <p:spPr>
            <a:xfrm>
              <a:off x="5611375" y="2278975"/>
              <a:ext cx="275050" cy="128075"/>
            </a:xfrm>
            <a:custGeom>
              <a:rect b="b" l="l" r="r" t="t"/>
              <a:pathLst>
                <a:path extrusionOk="0" h="5123" w="11002">
                  <a:moveTo>
                    <a:pt x="3128" y="0"/>
                  </a:moveTo>
                  <a:lnTo>
                    <a:pt x="2340" y="717"/>
                  </a:lnTo>
                  <a:lnTo>
                    <a:pt x="2190" y="1356"/>
                  </a:lnTo>
                  <a:lnTo>
                    <a:pt x="1356" y="2249"/>
                  </a:lnTo>
                  <a:lnTo>
                    <a:pt x="1036" y="2731"/>
                  </a:lnTo>
                  <a:lnTo>
                    <a:pt x="1023" y="3487"/>
                  </a:lnTo>
                  <a:lnTo>
                    <a:pt x="300" y="3454"/>
                  </a:lnTo>
                  <a:lnTo>
                    <a:pt x="0" y="3630"/>
                  </a:lnTo>
                  <a:lnTo>
                    <a:pt x="39" y="4191"/>
                  </a:lnTo>
                  <a:lnTo>
                    <a:pt x="104" y="4367"/>
                  </a:lnTo>
                  <a:lnTo>
                    <a:pt x="11002" y="5123"/>
                  </a:lnTo>
                  <a:lnTo>
                    <a:pt x="10350" y="4465"/>
                  </a:lnTo>
                  <a:lnTo>
                    <a:pt x="6400" y="3637"/>
                  </a:lnTo>
                  <a:lnTo>
                    <a:pt x="312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6"/>
            <p:cNvSpPr/>
            <p:nvPr/>
          </p:nvSpPr>
          <p:spPr>
            <a:xfrm>
              <a:off x="5674250" y="2510500"/>
              <a:ext cx="461800" cy="212825"/>
            </a:xfrm>
            <a:custGeom>
              <a:rect b="b" l="l" r="r" t="t"/>
              <a:pathLst>
                <a:path extrusionOk="0" h="8513" w="18472">
                  <a:moveTo>
                    <a:pt x="2627" y="0"/>
                  </a:moveTo>
                  <a:lnTo>
                    <a:pt x="1676" y="1741"/>
                  </a:lnTo>
                  <a:lnTo>
                    <a:pt x="1031" y="2314"/>
                  </a:lnTo>
                  <a:lnTo>
                    <a:pt x="705" y="2451"/>
                  </a:lnTo>
                  <a:lnTo>
                    <a:pt x="561" y="2712"/>
                  </a:lnTo>
                  <a:lnTo>
                    <a:pt x="190" y="2731"/>
                  </a:lnTo>
                  <a:lnTo>
                    <a:pt x="7" y="2920"/>
                  </a:lnTo>
                  <a:lnTo>
                    <a:pt x="1" y="3298"/>
                  </a:lnTo>
                  <a:lnTo>
                    <a:pt x="561" y="3526"/>
                  </a:lnTo>
                  <a:lnTo>
                    <a:pt x="789" y="4185"/>
                  </a:lnTo>
                  <a:lnTo>
                    <a:pt x="744" y="4413"/>
                  </a:lnTo>
                  <a:lnTo>
                    <a:pt x="868" y="4680"/>
                  </a:lnTo>
                  <a:lnTo>
                    <a:pt x="1174" y="4745"/>
                  </a:lnTo>
                  <a:lnTo>
                    <a:pt x="1154" y="5149"/>
                  </a:lnTo>
                  <a:lnTo>
                    <a:pt x="1337" y="5188"/>
                  </a:lnTo>
                  <a:lnTo>
                    <a:pt x="1441" y="5782"/>
                  </a:lnTo>
                  <a:lnTo>
                    <a:pt x="1682" y="6049"/>
                  </a:lnTo>
                  <a:lnTo>
                    <a:pt x="2041" y="6160"/>
                  </a:lnTo>
                  <a:lnTo>
                    <a:pt x="2060" y="6355"/>
                  </a:lnTo>
                  <a:lnTo>
                    <a:pt x="2497" y="6407"/>
                  </a:lnTo>
                  <a:lnTo>
                    <a:pt x="2621" y="6205"/>
                  </a:lnTo>
                  <a:lnTo>
                    <a:pt x="3012" y="6479"/>
                  </a:lnTo>
                  <a:lnTo>
                    <a:pt x="3514" y="6577"/>
                  </a:lnTo>
                  <a:lnTo>
                    <a:pt x="3944" y="7157"/>
                  </a:lnTo>
                  <a:lnTo>
                    <a:pt x="4133" y="7913"/>
                  </a:lnTo>
                  <a:lnTo>
                    <a:pt x="4563" y="8141"/>
                  </a:lnTo>
                  <a:lnTo>
                    <a:pt x="4628" y="8512"/>
                  </a:lnTo>
                  <a:lnTo>
                    <a:pt x="4869" y="8382"/>
                  </a:lnTo>
                  <a:lnTo>
                    <a:pt x="5130" y="8499"/>
                  </a:lnTo>
                  <a:lnTo>
                    <a:pt x="5463" y="8415"/>
                  </a:lnTo>
                  <a:lnTo>
                    <a:pt x="7385" y="8460"/>
                  </a:lnTo>
                  <a:lnTo>
                    <a:pt x="8669" y="6023"/>
                  </a:lnTo>
                  <a:lnTo>
                    <a:pt x="9002" y="6029"/>
                  </a:lnTo>
                  <a:lnTo>
                    <a:pt x="8982" y="6342"/>
                  </a:lnTo>
                  <a:lnTo>
                    <a:pt x="10312" y="6257"/>
                  </a:lnTo>
                  <a:lnTo>
                    <a:pt x="10598" y="6492"/>
                  </a:lnTo>
                  <a:lnTo>
                    <a:pt x="11869" y="6303"/>
                  </a:lnTo>
                  <a:lnTo>
                    <a:pt x="12632" y="6557"/>
                  </a:lnTo>
                  <a:lnTo>
                    <a:pt x="14796" y="6622"/>
                  </a:lnTo>
                  <a:lnTo>
                    <a:pt x="15050" y="6987"/>
                  </a:lnTo>
                  <a:lnTo>
                    <a:pt x="15617" y="6987"/>
                  </a:lnTo>
                  <a:lnTo>
                    <a:pt x="16171" y="7144"/>
                  </a:lnTo>
                  <a:lnTo>
                    <a:pt x="16705" y="7046"/>
                  </a:lnTo>
                  <a:lnTo>
                    <a:pt x="16875" y="6629"/>
                  </a:lnTo>
                  <a:lnTo>
                    <a:pt x="17435" y="6577"/>
                  </a:lnTo>
                  <a:lnTo>
                    <a:pt x="17866" y="6876"/>
                  </a:lnTo>
                  <a:lnTo>
                    <a:pt x="18061" y="6694"/>
                  </a:lnTo>
                  <a:lnTo>
                    <a:pt x="18472" y="5619"/>
                  </a:lnTo>
                  <a:lnTo>
                    <a:pt x="18204" y="5625"/>
                  </a:lnTo>
                  <a:lnTo>
                    <a:pt x="16849" y="4537"/>
                  </a:lnTo>
                  <a:lnTo>
                    <a:pt x="10937" y="2640"/>
                  </a:lnTo>
                  <a:lnTo>
                    <a:pt x="7209" y="2184"/>
                  </a:lnTo>
                  <a:lnTo>
                    <a:pt x="6981" y="1930"/>
                  </a:lnTo>
                  <a:lnTo>
                    <a:pt x="6929" y="98"/>
                  </a:lnTo>
                  <a:lnTo>
                    <a:pt x="2627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6"/>
            <p:cNvSpPr/>
            <p:nvPr/>
          </p:nvSpPr>
          <p:spPr>
            <a:xfrm>
              <a:off x="4502725" y="3072150"/>
              <a:ext cx="260400" cy="121075"/>
            </a:xfrm>
            <a:custGeom>
              <a:rect b="b" l="l" r="r" t="t"/>
              <a:pathLst>
                <a:path extrusionOk="0" h="4843" w="10416">
                  <a:moveTo>
                    <a:pt x="5566" y="0"/>
                  </a:moveTo>
                  <a:lnTo>
                    <a:pt x="5462" y="163"/>
                  </a:lnTo>
                  <a:lnTo>
                    <a:pt x="5338" y="39"/>
                  </a:lnTo>
                  <a:lnTo>
                    <a:pt x="5019" y="105"/>
                  </a:lnTo>
                  <a:lnTo>
                    <a:pt x="5201" y="189"/>
                  </a:lnTo>
                  <a:lnTo>
                    <a:pt x="5052" y="268"/>
                  </a:lnTo>
                  <a:lnTo>
                    <a:pt x="5221" y="613"/>
                  </a:lnTo>
                  <a:lnTo>
                    <a:pt x="5123" y="893"/>
                  </a:lnTo>
                  <a:lnTo>
                    <a:pt x="5123" y="613"/>
                  </a:lnTo>
                  <a:lnTo>
                    <a:pt x="4960" y="528"/>
                  </a:lnTo>
                  <a:lnTo>
                    <a:pt x="4745" y="619"/>
                  </a:lnTo>
                  <a:lnTo>
                    <a:pt x="4732" y="913"/>
                  </a:lnTo>
                  <a:lnTo>
                    <a:pt x="4680" y="763"/>
                  </a:lnTo>
                  <a:lnTo>
                    <a:pt x="4543" y="750"/>
                  </a:lnTo>
                  <a:lnTo>
                    <a:pt x="4400" y="841"/>
                  </a:lnTo>
                  <a:lnTo>
                    <a:pt x="4380" y="730"/>
                  </a:lnTo>
                  <a:lnTo>
                    <a:pt x="4224" y="724"/>
                  </a:lnTo>
                  <a:lnTo>
                    <a:pt x="3618" y="1252"/>
                  </a:lnTo>
                  <a:lnTo>
                    <a:pt x="3018" y="2197"/>
                  </a:lnTo>
                  <a:lnTo>
                    <a:pt x="2588" y="2529"/>
                  </a:lnTo>
                  <a:lnTo>
                    <a:pt x="2249" y="2679"/>
                  </a:lnTo>
                  <a:lnTo>
                    <a:pt x="2027" y="2516"/>
                  </a:lnTo>
                  <a:lnTo>
                    <a:pt x="1493" y="2516"/>
                  </a:lnTo>
                  <a:lnTo>
                    <a:pt x="1193" y="1969"/>
                  </a:lnTo>
                  <a:lnTo>
                    <a:pt x="626" y="1480"/>
                  </a:lnTo>
                  <a:lnTo>
                    <a:pt x="581" y="1167"/>
                  </a:lnTo>
                  <a:lnTo>
                    <a:pt x="789" y="1043"/>
                  </a:lnTo>
                  <a:lnTo>
                    <a:pt x="313" y="743"/>
                  </a:lnTo>
                  <a:lnTo>
                    <a:pt x="222" y="2014"/>
                  </a:lnTo>
                  <a:lnTo>
                    <a:pt x="0" y="4132"/>
                  </a:lnTo>
                  <a:lnTo>
                    <a:pt x="3637" y="4237"/>
                  </a:lnTo>
                  <a:lnTo>
                    <a:pt x="6590" y="4843"/>
                  </a:lnTo>
                  <a:lnTo>
                    <a:pt x="6720" y="4673"/>
                  </a:lnTo>
                  <a:lnTo>
                    <a:pt x="7033" y="4680"/>
                  </a:lnTo>
                  <a:lnTo>
                    <a:pt x="7404" y="4510"/>
                  </a:lnTo>
                  <a:lnTo>
                    <a:pt x="7743" y="4217"/>
                  </a:lnTo>
                  <a:lnTo>
                    <a:pt x="8291" y="4100"/>
                  </a:lnTo>
                  <a:lnTo>
                    <a:pt x="9308" y="4230"/>
                  </a:lnTo>
                  <a:lnTo>
                    <a:pt x="9816" y="4224"/>
                  </a:lnTo>
                  <a:lnTo>
                    <a:pt x="10416" y="3846"/>
                  </a:lnTo>
                  <a:lnTo>
                    <a:pt x="10259" y="3513"/>
                  </a:lnTo>
                  <a:lnTo>
                    <a:pt x="9862" y="3415"/>
                  </a:lnTo>
                  <a:lnTo>
                    <a:pt x="9627" y="3024"/>
                  </a:lnTo>
                  <a:lnTo>
                    <a:pt x="9614" y="2790"/>
                  </a:lnTo>
                  <a:lnTo>
                    <a:pt x="6309" y="965"/>
                  </a:lnTo>
                  <a:lnTo>
                    <a:pt x="5977" y="1317"/>
                  </a:lnTo>
                  <a:lnTo>
                    <a:pt x="5684" y="1278"/>
                  </a:lnTo>
                  <a:lnTo>
                    <a:pt x="6153" y="802"/>
                  </a:lnTo>
                  <a:lnTo>
                    <a:pt x="6134" y="496"/>
                  </a:lnTo>
                  <a:lnTo>
                    <a:pt x="5886" y="417"/>
                  </a:lnTo>
                  <a:lnTo>
                    <a:pt x="5580" y="835"/>
                  </a:lnTo>
                  <a:lnTo>
                    <a:pt x="5397" y="887"/>
                  </a:lnTo>
                  <a:lnTo>
                    <a:pt x="5638" y="665"/>
                  </a:lnTo>
                  <a:lnTo>
                    <a:pt x="5501" y="359"/>
                  </a:lnTo>
                  <a:lnTo>
                    <a:pt x="5364" y="574"/>
                  </a:lnTo>
                  <a:lnTo>
                    <a:pt x="5397" y="352"/>
                  </a:lnTo>
                  <a:lnTo>
                    <a:pt x="5501" y="333"/>
                  </a:lnTo>
                  <a:lnTo>
                    <a:pt x="5847" y="307"/>
                  </a:lnTo>
                  <a:lnTo>
                    <a:pt x="5566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6"/>
            <p:cNvSpPr/>
            <p:nvPr/>
          </p:nvSpPr>
          <p:spPr>
            <a:xfrm>
              <a:off x="4478925" y="2319375"/>
              <a:ext cx="405750" cy="570475"/>
            </a:xfrm>
            <a:custGeom>
              <a:rect b="b" l="l" r="r" t="t"/>
              <a:pathLst>
                <a:path extrusionOk="0" h="22819" w="16230">
                  <a:moveTo>
                    <a:pt x="10071" y="0"/>
                  </a:moveTo>
                  <a:lnTo>
                    <a:pt x="9217" y="678"/>
                  </a:lnTo>
                  <a:lnTo>
                    <a:pt x="8787" y="848"/>
                  </a:lnTo>
                  <a:lnTo>
                    <a:pt x="8213" y="2171"/>
                  </a:lnTo>
                  <a:lnTo>
                    <a:pt x="8356" y="2881"/>
                  </a:lnTo>
                  <a:lnTo>
                    <a:pt x="8317" y="3285"/>
                  </a:lnTo>
                  <a:lnTo>
                    <a:pt x="7568" y="4361"/>
                  </a:lnTo>
                  <a:lnTo>
                    <a:pt x="7359" y="4713"/>
                  </a:lnTo>
                  <a:lnTo>
                    <a:pt x="7164" y="5990"/>
                  </a:lnTo>
                  <a:lnTo>
                    <a:pt x="6942" y="6179"/>
                  </a:lnTo>
                  <a:lnTo>
                    <a:pt x="6812" y="6603"/>
                  </a:lnTo>
                  <a:lnTo>
                    <a:pt x="6707" y="6733"/>
                  </a:lnTo>
                  <a:lnTo>
                    <a:pt x="6251" y="6889"/>
                  </a:lnTo>
                  <a:lnTo>
                    <a:pt x="5697" y="6805"/>
                  </a:lnTo>
                  <a:lnTo>
                    <a:pt x="5182" y="7861"/>
                  </a:lnTo>
                  <a:lnTo>
                    <a:pt x="4837" y="8108"/>
                  </a:lnTo>
                  <a:lnTo>
                    <a:pt x="3618" y="8734"/>
                  </a:lnTo>
                  <a:lnTo>
                    <a:pt x="3331" y="9281"/>
                  </a:lnTo>
                  <a:lnTo>
                    <a:pt x="3318" y="9809"/>
                  </a:lnTo>
                  <a:lnTo>
                    <a:pt x="2751" y="10142"/>
                  </a:lnTo>
                  <a:lnTo>
                    <a:pt x="2008" y="11706"/>
                  </a:lnTo>
                  <a:lnTo>
                    <a:pt x="1317" y="12032"/>
                  </a:lnTo>
                  <a:lnTo>
                    <a:pt x="477" y="12690"/>
                  </a:lnTo>
                  <a:lnTo>
                    <a:pt x="255" y="13003"/>
                  </a:lnTo>
                  <a:lnTo>
                    <a:pt x="255" y="13948"/>
                  </a:lnTo>
                  <a:lnTo>
                    <a:pt x="1" y="14548"/>
                  </a:lnTo>
                  <a:lnTo>
                    <a:pt x="33" y="15030"/>
                  </a:lnTo>
                  <a:lnTo>
                    <a:pt x="92" y="15121"/>
                  </a:lnTo>
                  <a:lnTo>
                    <a:pt x="601" y="14867"/>
                  </a:lnTo>
                  <a:lnTo>
                    <a:pt x="1018" y="14926"/>
                  </a:lnTo>
                  <a:lnTo>
                    <a:pt x="1168" y="15095"/>
                  </a:lnTo>
                  <a:lnTo>
                    <a:pt x="1546" y="15115"/>
                  </a:lnTo>
                  <a:lnTo>
                    <a:pt x="1128" y="16007"/>
                  </a:lnTo>
                  <a:lnTo>
                    <a:pt x="7561" y="13902"/>
                  </a:lnTo>
                  <a:lnTo>
                    <a:pt x="8467" y="15721"/>
                  </a:lnTo>
                  <a:lnTo>
                    <a:pt x="7613" y="15988"/>
                  </a:lnTo>
                  <a:lnTo>
                    <a:pt x="7887" y="20537"/>
                  </a:lnTo>
                  <a:lnTo>
                    <a:pt x="6408" y="21443"/>
                  </a:lnTo>
                  <a:lnTo>
                    <a:pt x="6421" y="21821"/>
                  </a:lnTo>
                  <a:lnTo>
                    <a:pt x="6975" y="22336"/>
                  </a:lnTo>
                  <a:lnTo>
                    <a:pt x="6883" y="22460"/>
                  </a:lnTo>
                  <a:lnTo>
                    <a:pt x="7027" y="22818"/>
                  </a:lnTo>
                  <a:lnTo>
                    <a:pt x="10227" y="22382"/>
                  </a:lnTo>
                  <a:lnTo>
                    <a:pt x="11537" y="22140"/>
                  </a:lnTo>
                  <a:lnTo>
                    <a:pt x="12912" y="21749"/>
                  </a:lnTo>
                  <a:lnTo>
                    <a:pt x="13381" y="15486"/>
                  </a:lnTo>
                  <a:lnTo>
                    <a:pt x="13857" y="14782"/>
                  </a:lnTo>
                  <a:lnTo>
                    <a:pt x="14144" y="13479"/>
                  </a:lnTo>
                  <a:lnTo>
                    <a:pt x="14366" y="13016"/>
                  </a:lnTo>
                  <a:lnTo>
                    <a:pt x="14444" y="12292"/>
                  </a:lnTo>
                  <a:lnTo>
                    <a:pt x="14620" y="12156"/>
                  </a:lnTo>
                  <a:lnTo>
                    <a:pt x="14802" y="12201"/>
                  </a:lnTo>
                  <a:lnTo>
                    <a:pt x="15050" y="11543"/>
                  </a:lnTo>
                  <a:lnTo>
                    <a:pt x="13075" y="10187"/>
                  </a:lnTo>
                  <a:lnTo>
                    <a:pt x="12756" y="10285"/>
                  </a:lnTo>
                  <a:lnTo>
                    <a:pt x="11798" y="9712"/>
                  </a:lnTo>
                  <a:lnTo>
                    <a:pt x="15767" y="4237"/>
                  </a:lnTo>
                  <a:lnTo>
                    <a:pt x="16230" y="3592"/>
                  </a:lnTo>
                  <a:lnTo>
                    <a:pt x="10071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6"/>
            <p:cNvSpPr/>
            <p:nvPr/>
          </p:nvSpPr>
          <p:spPr>
            <a:xfrm>
              <a:off x="5323125" y="1956350"/>
              <a:ext cx="275400" cy="187250"/>
            </a:xfrm>
            <a:custGeom>
              <a:rect b="b" l="l" r="r" t="t"/>
              <a:pathLst>
                <a:path extrusionOk="0" h="7490" w="11016">
                  <a:moveTo>
                    <a:pt x="0" y="548"/>
                  </a:moveTo>
                  <a:lnTo>
                    <a:pt x="0" y="554"/>
                  </a:lnTo>
                  <a:lnTo>
                    <a:pt x="12" y="556"/>
                  </a:lnTo>
                  <a:lnTo>
                    <a:pt x="12" y="556"/>
                  </a:lnTo>
                  <a:lnTo>
                    <a:pt x="0" y="548"/>
                  </a:lnTo>
                  <a:close/>
                  <a:moveTo>
                    <a:pt x="7118" y="0"/>
                  </a:moveTo>
                  <a:lnTo>
                    <a:pt x="7033" y="281"/>
                  </a:lnTo>
                  <a:lnTo>
                    <a:pt x="6772" y="424"/>
                  </a:lnTo>
                  <a:lnTo>
                    <a:pt x="6440" y="522"/>
                  </a:lnTo>
                  <a:lnTo>
                    <a:pt x="5782" y="418"/>
                  </a:lnTo>
                  <a:lnTo>
                    <a:pt x="4674" y="1069"/>
                  </a:lnTo>
                  <a:lnTo>
                    <a:pt x="4354" y="1148"/>
                  </a:lnTo>
                  <a:lnTo>
                    <a:pt x="3670" y="972"/>
                  </a:lnTo>
                  <a:lnTo>
                    <a:pt x="2770" y="365"/>
                  </a:lnTo>
                  <a:lnTo>
                    <a:pt x="2725" y="470"/>
                  </a:lnTo>
                  <a:lnTo>
                    <a:pt x="2203" y="189"/>
                  </a:lnTo>
                  <a:lnTo>
                    <a:pt x="1780" y="209"/>
                  </a:lnTo>
                  <a:lnTo>
                    <a:pt x="913" y="678"/>
                  </a:lnTo>
                  <a:lnTo>
                    <a:pt x="12" y="556"/>
                  </a:lnTo>
                  <a:lnTo>
                    <a:pt x="12" y="556"/>
                  </a:lnTo>
                  <a:lnTo>
                    <a:pt x="763" y="1095"/>
                  </a:lnTo>
                  <a:lnTo>
                    <a:pt x="411" y="2125"/>
                  </a:lnTo>
                  <a:lnTo>
                    <a:pt x="998" y="2653"/>
                  </a:lnTo>
                  <a:lnTo>
                    <a:pt x="959" y="2946"/>
                  </a:lnTo>
                  <a:lnTo>
                    <a:pt x="802" y="3116"/>
                  </a:lnTo>
                  <a:lnTo>
                    <a:pt x="959" y="3363"/>
                  </a:lnTo>
                  <a:lnTo>
                    <a:pt x="991" y="4022"/>
                  </a:lnTo>
                  <a:lnTo>
                    <a:pt x="561" y="4491"/>
                  </a:lnTo>
                  <a:lnTo>
                    <a:pt x="235" y="4654"/>
                  </a:lnTo>
                  <a:lnTo>
                    <a:pt x="216" y="4921"/>
                  </a:lnTo>
                  <a:lnTo>
                    <a:pt x="372" y="5267"/>
                  </a:lnTo>
                  <a:lnTo>
                    <a:pt x="216" y="5729"/>
                  </a:lnTo>
                  <a:lnTo>
                    <a:pt x="646" y="6635"/>
                  </a:lnTo>
                  <a:lnTo>
                    <a:pt x="1715" y="7489"/>
                  </a:lnTo>
                  <a:lnTo>
                    <a:pt x="1708" y="6472"/>
                  </a:lnTo>
                  <a:lnTo>
                    <a:pt x="3918" y="6466"/>
                  </a:lnTo>
                  <a:lnTo>
                    <a:pt x="3911" y="5175"/>
                  </a:lnTo>
                  <a:lnTo>
                    <a:pt x="4726" y="5117"/>
                  </a:lnTo>
                  <a:lnTo>
                    <a:pt x="4719" y="4485"/>
                  </a:lnTo>
                  <a:lnTo>
                    <a:pt x="5345" y="4485"/>
                  </a:lnTo>
                  <a:lnTo>
                    <a:pt x="5345" y="3735"/>
                  </a:lnTo>
                  <a:lnTo>
                    <a:pt x="7000" y="3735"/>
                  </a:lnTo>
                  <a:lnTo>
                    <a:pt x="6994" y="2418"/>
                  </a:lnTo>
                  <a:lnTo>
                    <a:pt x="8943" y="2405"/>
                  </a:lnTo>
                  <a:lnTo>
                    <a:pt x="8956" y="3526"/>
                  </a:lnTo>
                  <a:lnTo>
                    <a:pt x="10057" y="3363"/>
                  </a:lnTo>
                  <a:lnTo>
                    <a:pt x="10728" y="2705"/>
                  </a:lnTo>
                  <a:lnTo>
                    <a:pt x="10859" y="2099"/>
                  </a:lnTo>
                  <a:lnTo>
                    <a:pt x="11015" y="1910"/>
                  </a:lnTo>
                  <a:lnTo>
                    <a:pt x="10051" y="1069"/>
                  </a:lnTo>
                  <a:lnTo>
                    <a:pt x="9340" y="1135"/>
                  </a:lnTo>
                  <a:lnTo>
                    <a:pt x="8597" y="1024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6"/>
            <p:cNvSpPr/>
            <p:nvPr/>
          </p:nvSpPr>
          <p:spPr>
            <a:xfrm>
              <a:off x="7019325" y="3079000"/>
              <a:ext cx="160675" cy="86525"/>
            </a:xfrm>
            <a:custGeom>
              <a:rect b="b" l="l" r="r" t="t"/>
              <a:pathLst>
                <a:path extrusionOk="0" h="3461" w="6427">
                  <a:moveTo>
                    <a:pt x="4752" y="0"/>
                  </a:moveTo>
                  <a:lnTo>
                    <a:pt x="4641" y="228"/>
                  </a:lnTo>
                  <a:lnTo>
                    <a:pt x="4080" y="613"/>
                  </a:lnTo>
                  <a:lnTo>
                    <a:pt x="3337" y="561"/>
                  </a:lnTo>
                  <a:lnTo>
                    <a:pt x="2705" y="958"/>
                  </a:lnTo>
                  <a:lnTo>
                    <a:pt x="2458" y="828"/>
                  </a:lnTo>
                  <a:lnTo>
                    <a:pt x="1838" y="606"/>
                  </a:lnTo>
                  <a:lnTo>
                    <a:pt x="1356" y="684"/>
                  </a:lnTo>
                  <a:lnTo>
                    <a:pt x="1030" y="815"/>
                  </a:lnTo>
                  <a:lnTo>
                    <a:pt x="0" y="606"/>
                  </a:lnTo>
                  <a:lnTo>
                    <a:pt x="85" y="2092"/>
                  </a:lnTo>
                  <a:lnTo>
                    <a:pt x="2145" y="3461"/>
                  </a:lnTo>
                  <a:lnTo>
                    <a:pt x="2888" y="3076"/>
                  </a:lnTo>
                  <a:lnTo>
                    <a:pt x="3259" y="2594"/>
                  </a:lnTo>
                  <a:lnTo>
                    <a:pt x="3481" y="2653"/>
                  </a:lnTo>
                  <a:lnTo>
                    <a:pt x="3605" y="2425"/>
                  </a:lnTo>
                  <a:lnTo>
                    <a:pt x="3709" y="2542"/>
                  </a:lnTo>
                  <a:lnTo>
                    <a:pt x="4295" y="2431"/>
                  </a:lnTo>
                  <a:lnTo>
                    <a:pt x="4563" y="2587"/>
                  </a:lnTo>
                  <a:lnTo>
                    <a:pt x="4745" y="2496"/>
                  </a:lnTo>
                  <a:lnTo>
                    <a:pt x="5012" y="2561"/>
                  </a:lnTo>
                  <a:lnTo>
                    <a:pt x="6427" y="1421"/>
                  </a:lnTo>
                  <a:lnTo>
                    <a:pt x="5143" y="574"/>
                  </a:lnTo>
                  <a:lnTo>
                    <a:pt x="5136" y="170"/>
                  </a:lnTo>
                  <a:lnTo>
                    <a:pt x="4752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6"/>
            <p:cNvSpPr/>
            <p:nvPr/>
          </p:nvSpPr>
          <p:spPr>
            <a:xfrm>
              <a:off x="5043350" y="2677175"/>
              <a:ext cx="276550" cy="345625"/>
            </a:xfrm>
            <a:custGeom>
              <a:rect b="b" l="l" r="r" t="t"/>
              <a:pathLst>
                <a:path extrusionOk="0" h="13825" w="11062">
                  <a:moveTo>
                    <a:pt x="8128" y="1"/>
                  </a:moveTo>
                  <a:lnTo>
                    <a:pt x="7705" y="359"/>
                  </a:lnTo>
                  <a:lnTo>
                    <a:pt x="7111" y="144"/>
                  </a:lnTo>
                  <a:lnTo>
                    <a:pt x="6877" y="327"/>
                  </a:lnTo>
                  <a:lnTo>
                    <a:pt x="6694" y="190"/>
                  </a:lnTo>
                  <a:lnTo>
                    <a:pt x="5593" y="53"/>
                  </a:lnTo>
                  <a:lnTo>
                    <a:pt x="4889" y="385"/>
                  </a:lnTo>
                  <a:lnTo>
                    <a:pt x="3585" y="503"/>
                  </a:lnTo>
                  <a:lnTo>
                    <a:pt x="3175" y="750"/>
                  </a:lnTo>
                  <a:lnTo>
                    <a:pt x="2680" y="757"/>
                  </a:lnTo>
                  <a:lnTo>
                    <a:pt x="1897" y="1128"/>
                  </a:lnTo>
                  <a:lnTo>
                    <a:pt x="1167" y="1350"/>
                  </a:lnTo>
                  <a:lnTo>
                    <a:pt x="913" y="1252"/>
                  </a:lnTo>
                  <a:lnTo>
                    <a:pt x="1" y="1598"/>
                  </a:lnTo>
                  <a:lnTo>
                    <a:pt x="1" y="1604"/>
                  </a:lnTo>
                  <a:lnTo>
                    <a:pt x="718" y="7105"/>
                  </a:lnTo>
                  <a:lnTo>
                    <a:pt x="1115" y="10129"/>
                  </a:lnTo>
                  <a:lnTo>
                    <a:pt x="1865" y="9797"/>
                  </a:lnTo>
                  <a:lnTo>
                    <a:pt x="2412" y="9295"/>
                  </a:lnTo>
                  <a:lnTo>
                    <a:pt x="3338" y="9223"/>
                  </a:lnTo>
                  <a:lnTo>
                    <a:pt x="3266" y="12221"/>
                  </a:lnTo>
                  <a:lnTo>
                    <a:pt x="3071" y="13108"/>
                  </a:lnTo>
                  <a:lnTo>
                    <a:pt x="3377" y="13218"/>
                  </a:lnTo>
                  <a:lnTo>
                    <a:pt x="3207" y="13772"/>
                  </a:lnTo>
                  <a:lnTo>
                    <a:pt x="3207" y="13772"/>
                  </a:lnTo>
                  <a:lnTo>
                    <a:pt x="3468" y="13688"/>
                  </a:lnTo>
                  <a:lnTo>
                    <a:pt x="4094" y="13825"/>
                  </a:lnTo>
                  <a:lnTo>
                    <a:pt x="4772" y="13127"/>
                  </a:lnTo>
                  <a:lnTo>
                    <a:pt x="5730" y="12775"/>
                  </a:lnTo>
                  <a:lnTo>
                    <a:pt x="6108" y="12495"/>
                  </a:lnTo>
                  <a:lnTo>
                    <a:pt x="6538" y="12782"/>
                  </a:lnTo>
                  <a:lnTo>
                    <a:pt x="7066" y="12697"/>
                  </a:lnTo>
                  <a:lnTo>
                    <a:pt x="7385" y="12358"/>
                  </a:lnTo>
                  <a:lnTo>
                    <a:pt x="7698" y="11693"/>
                  </a:lnTo>
                  <a:lnTo>
                    <a:pt x="8063" y="11648"/>
                  </a:lnTo>
                  <a:lnTo>
                    <a:pt x="8565" y="11713"/>
                  </a:lnTo>
                  <a:lnTo>
                    <a:pt x="8871" y="12202"/>
                  </a:lnTo>
                  <a:lnTo>
                    <a:pt x="9562" y="12078"/>
                  </a:lnTo>
                  <a:lnTo>
                    <a:pt x="9901" y="12417"/>
                  </a:lnTo>
                  <a:lnTo>
                    <a:pt x="10637" y="12417"/>
                  </a:lnTo>
                  <a:lnTo>
                    <a:pt x="11061" y="11433"/>
                  </a:lnTo>
                  <a:lnTo>
                    <a:pt x="7503" y="7320"/>
                  </a:lnTo>
                  <a:lnTo>
                    <a:pt x="9875" y="4218"/>
                  </a:lnTo>
                  <a:lnTo>
                    <a:pt x="10435" y="4042"/>
                  </a:lnTo>
                  <a:lnTo>
                    <a:pt x="8773" y="2979"/>
                  </a:lnTo>
                  <a:lnTo>
                    <a:pt x="8943" y="333"/>
                  </a:lnTo>
                  <a:lnTo>
                    <a:pt x="8128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6"/>
            <p:cNvSpPr/>
            <p:nvPr/>
          </p:nvSpPr>
          <p:spPr>
            <a:xfrm>
              <a:off x="7161075" y="3231000"/>
              <a:ext cx="147500" cy="195075"/>
            </a:xfrm>
            <a:custGeom>
              <a:rect b="b" l="l" r="r" t="t"/>
              <a:pathLst>
                <a:path extrusionOk="0" h="7803" w="5900">
                  <a:moveTo>
                    <a:pt x="3429" y="1"/>
                  </a:moveTo>
                  <a:lnTo>
                    <a:pt x="2210" y="1330"/>
                  </a:lnTo>
                  <a:lnTo>
                    <a:pt x="2510" y="1787"/>
                  </a:lnTo>
                  <a:lnTo>
                    <a:pt x="1989" y="2217"/>
                  </a:lnTo>
                  <a:lnTo>
                    <a:pt x="1734" y="2191"/>
                  </a:lnTo>
                  <a:lnTo>
                    <a:pt x="1382" y="2360"/>
                  </a:lnTo>
                  <a:lnTo>
                    <a:pt x="1382" y="2634"/>
                  </a:lnTo>
                  <a:lnTo>
                    <a:pt x="1239" y="2634"/>
                  </a:lnTo>
                  <a:lnTo>
                    <a:pt x="1285" y="2810"/>
                  </a:lnTo>
                  <a:lnTo>
                    <a:pt x="1109" y="2771"/>
                  </a:lnTo>
                  <a:lnTo>
                    <a:pt x="1161" y="2888"/>
                  </a:lnTo>
                  <a:lnTo>
                    <a:pt x="1037" y="2947"/>
                  </a:lnTo>
                  <a:lnTo>
                    <a:pt x="1096" y="3162"/>
                  </a:lnTo>
                  <a:lnTo>
                    <a:pt x="881" y="3064"/>
                  </a:lnTo>
                  <a:lnTo>
                    <a:pt x="607" y="3181"/>
                  </a:lnTo>
                  <a:lnTo>
                    <a:pt x="692" y="3370"/>
                  </a:lnTo>
                  <a:lnTo>
                    <a:pt x="607" y="3540"/>
                  </a:lnTo>
                  <a:lnTo>
                    <a:pt x="346" y="3475"/>
                  </a:lnTo>
                  <a:lnTo>
                    <a:pt x="164" y="3566"/>
                  </a:lnTo>
                  <a:lnTo>
                    <a:pt x="1" y="3410"/>
                  </a:lnTo>
                  <a:lnTo>
                    <a:pt x="783" y="4817"/>
                  </a:lnTo>
                  <a:lnTo>
                    <a:pt x="698" y="6975"/>
                  </a:lnTo>
                  <a:lnTo>
                    <a:pt x="692" y="6975"/>
                  </a:lnTo>
                  <a:lnTo>
                    <a:pt x="1017" y="7001"/>
                  </a:lnTo>
                  <a:lnTo>
                    <a:pt x="1089" y="6792"/>
                  </a:lnTo>
                  <a:lnTo>
                    <a:pt x="1311" y="6701"/>
                  </a:lnTo>
                  <a:lnTo>
                    <a:pt x="2341" y="7685"/>
                  </a:lnTo>
                  <a:lnTo>
                    <a:pt x="2686" y="7802"/>
                  </a:lnTo>
                  <a:lnTo>
                    <a:pt x="3435" y="7411"/>
                  </a:lnTo>
                  <a:lnTo>
                    <a:pt x="3742" y="6988"/>
                  </a:lnTo>
                  <a:lnTo>
                    <a:pt x="4094" y="6896"/>
                  </a:lnTo>
                  <a:lnTo>
                    <a:pt x="4374" y="7007"/>
                  </a:lnTo>
                  <a:lnTo>
                    <a:pt x="5065" y="6838"/>
                  </a:lnTo>
                  <a:lnTo>
                    <a:pt x="5515" y="6434"/>
                  </a:lnTo>
                  <a:lnTo>
                    <a:pt x="5827" y="6251"/>
                  </a:lnTo>
                  <a:lnTo>
                    <a:pt x="5880" y="6355"/>
                  </a:lnTo>
                  <a:lnTo>
                    <a:pt x="5899" y="5691"/>
                  </a:lnTo>
                  <a:lnTo>
                    <a:pt x="5762" y="5436"/>
                  </a:lnTo>
                  <a:lnTo>
                    <a:pt x="5769" y="4511"/>
                  </a:lnTo>
                  <a:lnTo>
                    <a:pt x="5449" y="3103"/>
                  </a:lnTo>
                  <a:lnTo>
                    <a:pt x="5065" y="2152"/>
                  </a:lnTo>
                  <a:lnTo>
                    <a:pt x="4491" y="1924"/>
                  </a:lnTo>
                  <a:lnTo>
                    <a:pt x="4341" y="2067"/>
                  </a:lnTo>
                  <a:lnTo>
                    <a:pt x="4120" y="1982"/>
                  </a:lnTo>
                  <a:lnTo>
                    <a:pt x="3970" y="1761"/>
                  </a:lnTo>
                  <a:lnTo>
                    <a:pt x="3683" y="1096"/>
                  </a:lnTo>
                  <a:lnTo>
                    <a:pt x="3429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6"/>
            <p:cNvSpPr/>
            <p:nvPr/>
          </p:nvSpPr>
          <p:spPr>
            <a:xfrm>
              <a:off x="4750725" y="1925725"/>
              <a:ext cx="293150" cy="358000"/>
            </a:xfrm>
            <a:custGeom>
              <a:rect b="b" l="l" r="r" t="t"/>
              <a:pathLst>
                <a:path extrusionOk="0" h="14320" w="11726">
                  <a:moveTo>
                    <a:pt x="11725" y="0"/>
                  </a:moveTo>
                  <a:lnTo>
                    <a:pt x="5429" y="1467"/>
                  </a:lnTo>
                  <a:lnTo>
                    <a:pt x="4093" y="6081"/>
                  </a:lnTo>
                  <a:lnTo>
                    <a:pt x="4054" y="6140"/>
                  </a:lnTo>
                  <a:lnTo>
                    <a:pt x="2829" y="6426"/>
                  </a:lnTo>
                  <a:lnTo>
                    <a:pt x="2392" y="6713"/>
                  </a:lnTo>
                  <a:lnTo>
                    <a:pt x="2190" y="7111"/>
                  </a:lnTo>
                  <a:lnTo>
                    <a:pt x="2053" y="7834"/>
                  </a:lnTo>
                  <a:lnTo>
                    <a:pt x="906" y="9262"/>
                  </a:lnTo>
                  <a:lnTo>
                    <a:pt x="496" y="11002"/>
                  </a:lnTo>
                  <a:lnTo>
                    <a:pt x="0" y="11869"/>
                  </a:lnTo>
                  <a:lnTo>
                    <a:pt x="111" y="12188"/>
                  </a:lnTo>
                  <a:lnTo>
                    <a:pt x="7502" y="14319"/>
                  </a:lnTo>
                  <a:lnTo>
                    <a:pt x="10930" y="4777"/>
                  </a:lnTo>
                  <a:lnTo>
                    <a:pt x="10617" y="4562"/>
                  </a:lnTo>
                  <a:lnTo>
                    <a:pt x="10578" y="4028"/>
                  </a:lnTo>
                  <a:lnTo>
                    <a:pt x="10826" y="2079"/>
                  </a:lnTo>
                  <a:lnTo>
                    <a:pt x="10793" y="1401"/>
                  </a:lnTo>
                  <a:lnTo>
                    <a:pt x="11458" y="528"/>
                  </a:lnTo>
                  <a:lnTo>
                    <a:pt x="11641" y="476"/>
                  </a:lnTo>
                  <a:lnTo>
                    <a:pt x="1172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6"/>
            <p:cNvSpPr/>
            <p:nvPr/>
          </p:nvSpPr>
          <p:spPr>
            <a:xfrm>
              <a:off x="6344925" y="2846000"/>
              <a:ext cx="178750" cy="161000"/>
            </a:xfrm>
            <a:custGeom>
              <a:rect b="b" l="l" r="r" t="t"/>
              <a:pathLst>
                <a:path extrusionOk="0" h="6440" w="7150">
                  <a:moveTo>
                    <a:pt x="4191" y="0"/>
                  </a:moveTo>
                  <a:lnTo>
                    <a:pt x="4178" y="117"/>
                  </a:lnTo>
                  <a:lnTo>
                    <a:pt x="3976" y="209"/>
                  </a:lnTo>
                  <a:lnTo>
                    <a:pt x="4087" y="561"/>
                  </a:lnTo>
                  <a:lnTo>
                    <a:pt x="2366" y="293"/>
                  </a:lnTo>
                  <a:lnTo>
                    <a:pt x="2496" y="2666"/>
                  </a:lnTo>
                  <a:lnTo>
                    <a:pt x="1982" y="3161"/>
                  </a:lnTo>
                  <a:lnTo>
                    <a:pt x="1955" y="3506"/>
                  </a:lnTo>
                  <a:lnTo>
                    <a:pt x="1727" y="3832"/>
                  </a:lnTo>
                  <a:lnTo>
                    <a:pt x="1903" y="3989"/>
                  </a:lnTo>
                  <a:lnTo>
                    <a:pt x="1949" y="4523"/>
                  </a:lnTo>
                  <a:lnTo>
                    <a:pt x="1571" y="4823"/>
                  </a:lnTo>
                  <a:lnTo>
                    <a:pt x="1493" y="5110"/>
                  </a:lnTo>
                  <a:lnTo>
                    <a:pt x="952" y="5423"/>
                  </a:lnTo>
                  <a:lnTo>
                    <a:pt x="880" y="5638"/>
                  </a:lnTo>
                  <a:lnTo>
                    <a:pt x="0" y="6439"/>
                  </a:lnTo>
                  <a:lnTo>
                    <a:pt x="3885" y="4295"/>
                  </a:lnTo>
                  <a:lnTo>
                    <a:pt x="7150" y="1975"/>
                  </a:lnTo>
                  <a:lnTo>
                    <a:pt x="6602" y="815"/>
                  </a:lnTo>
                  <a:lnTo>
                    <a:pt x="6557" y="736"/>
                  </a:lnTo>
                  <a:lnTo>
                    <a:pt x="6179" y="678"/>
                  </a:lnTo>
                  <a:lnTo>
                    <a:pt x="5775" y="287"/>
                  </a:lnTo>
                  <a:lnTo>
                    <a:pt x="5703" y="430"/>
                  </a:lnTo>
                  <a:lnTo>
                    <a:pt x="5253" y="587"/>
                  </a:lnTo>
                  <a:lnTo>
                    <a:pt x="5038" y="502"/>
                  </a:lnTo>
                  <a:lnTo>
                    <a:pt x="5103" y="319"/>
                  </a:lnTo>
                  <a:lnTo>
                    <a:pt x="4973" y="365"/>
                  </a:lnTo>
                  <a:lnTo>
                    <a:pt x="4934" y="209"/>
                  </a:lnTo>
                  <a:lnTo>
                    <a:pt x="4810" y="274"/>
                  </a:lnTo>
                  <a:lnTo>
                    <a:pt x="4693" y="111"/>
                  </a:lnTo>
                  <a:lnTo>
                    <a:pt x="4308" y="352"/>
                  </a:lnTo>
                  <a:lnTo>
                    <a:pt x="4380" y="59"/>
                  </a:lnTo>
                  <a:lnTo>
                    <a:pt x="4191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6"/>
            <p:cNvSpPr/>
            <p:nvPr/>
          </p:nvSpPr>
          <p:spPr>
            <a:xfrm>
              <a:off x="6426700" y="2583000"/>
              <a:ext cx="280950" cy="116700"/>
            </a:xfrm>
            <a:custGeom>
              <a:rect b="b" l="l" r="r" t="t"/>
              <a:pathLst>
                <a:path extrusionOk="0" h="4668" w="11238">
                  <a:moveTo>
                    <a:pt x="2654" y="1"/>
                  </a:moveTo>
                  <a:lnTo>
                    <a:pt x="2471" y="105"/>
                  </a:lnTo>
                  <a:lnTo>
                    <a:pt x="2621" y="366"/>
                  </a:lnTo>
                  <a:lnTo>
                    <a:pt x="2504" y="705"/>
                  </a:lnTo>
                  <a:lnTo>
                    <a:pt x="2021" y="972"/>
                  </a:lnTo>
                  <a:lnTo>
                    <a:pt x="1617" y="705"/>
                  </a:lnTo>
                  <a:lnTo>
                    <a:pt x="1102" y="887"/>
                  </a:lnTo>
                  <a:lnTo>
                    <a:pt x="653" y="1083"/>
                  </a:lnTo>
                  <a:lnTo>
                    <a:pt x="685" y="1500"/>
                  </a:lnTo>
                  <a:lnTo>
                    <a:pt x="516" y="1702"/>
                  </a:lnTo>
                  <a:lnTo>
                    <a:pt x="320" y="1754"/>
                  </a:lnTo>
                  <a:lnTo>
                    <a:pt x="1" y="2314"/>
                  </a:lnTo>
                  <a:lnTo>
                    <a:pt x="268" y="4003"/>
                  </a:lnTo>
                  <a:lnTo>
                    <a:pt x="21" y="4400"/>
                  </a:lnTo>
                  <a:lnTo>
                    <a:pt x="73" y="4667"/>
                  </a:lnTo>
                  <a:lnTo>
                    <a:pt x="5965" y="4055"/>
                  </a:lnTo>
                  <a:lnTo>
                    <a:pt x="10351" y="4113"/>
                  </a:lnTo>
                  <a:lnTo>
                    <a:pt x="11237" y="3983"/>
                  </a:lnTo>
                  <a:lnTo>
                    <a:pt x="8865" y="2197"/>
                  </a:lnTo>
                  <a:lnTo>
                    <a:pt x="8513" y="1278"/>
                  </a:lnTo>
                  <a:lnTo>
                    <a:pt x="8370" y="1089"/>
                  </a:lnTo>
                  <a:lnTo>
                    <a:pt x="7809" y="946"/>
                  </a:lnTo>
                  <a:lnTo>
                    <a:pt x="7392" y="1122"/>
                  </a:lnTo>
                  <a:lnTo>
                    <a:pt x="7222" y="1070"/>
                  </a:lnTo>
                  <a:lnTo>
                    <a:pt x="7040" y="874"/>
                  </a:lnTo>
                  <a:lnTo>
                    <a:pt x="7066" y="522"/>
                  </a:lnTo>
                  <a:lnTo>
                    <a:pt x="6812" y="607"/>
                  </a:lnTo>
                  <a:lnTo>
                    <a:pt x="6695" y="822"/>
                  </a:lnTo>
                  <a:lnTo>
                    <a:pt x="6277" y="516"/>
                  </a:lnTo>
                  <a:lnTo>
                    <a:pt x="6121" y="522"/>
                  </a:lnTo>
                  <a:lnTo>
                    <a:pt x="6532" y="1109"/>
                  </a:lnTo>
                  <a:lnTo>
                    <a:pt x="6434" y="1200"/>
                  </a:lnTo>
                  <a:lnTo>
                    <a:pt x="6023" y="1083"/>
                  </a:lnTo>
                  <a:lnTo>
                    <a:pt x="5789" y="809"/>
                  </a:lnTo>
                  <a:lnTo>
                    <a:pt x="5326" y="757"/>
                  </a:lnTo>
                  <a:lnTo>
                    <a:pt x="4935" y="509"/>
                  </a:lnTo>
                  <a:lnTo>
                    <a:pt x="4153" y="392"/>
                  </a:lnTo>
                  <a:lnTo>
                    <a:pt x="3951" y="190"/>
                  </a:lnTo>
                  <a:lnTo>
                    <a:pt x="3162" y="118"/>
                  </a:lnTo>
                  <a:lnTo>
                    <a:pt x="3032" y="242"/>
                  </a:lnTo>
                  <a:lnTo>
                    <a:pt x="2823" y="235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6"/>
            <p:cNvSpPr/>
            <p:nvPr/>
          </p:nvSpPr>
          <p:spPr>
            <a:xfrm>
              <a:off x="5877275" y="2808350"/>
              <a:ext cx="197175" cy="186750"/>
            </a:xfrm>
            <a:custGeom>
              <a:rect b="b" l="l" r="r" t="t"/>
              <a:pathLst>
                <a:path extrusionOk="0" h="7470" w="7887">
                  <a:moveTo>
                    <a:pt x="5795" y="0"/>
                  </a:moveTo>
                  <a:lnTo>
                    <a:pt x="5313" y="281"/>
                  </a:lnTo>
                  <a:lnTo>
                    <a:pt x="4817" y="235"/>
                  </a:lnTo>
                  <a:lnTo>
                    <a:pt x="4381" y="1923"/>
                  </a:lnTo>
                  <a:lnTo>
                    <a:pt x="2458" y="2894"/>
                  </a:lnTo>
                  <a:lnTo>
                    <a:pt x="261" y="5039"/>
                  </a:lnTo>
                  <a:lnTo>
                    <a:pt x="8" y="7467"/>
                  </a:lnTo>
                  <a:lnTo>
                    <a:pt x="8" y="7467"/>
                  </a:lnTo>
                  <a:lnTo>
                    <a:pt x="933" y="7118"/>
                  </a:lnTo>
                  <a:lnTo>
                    <a:pt x="2595" y="7072"/>
                  </a:lnTo>
                  <a:lnTo>
                    <a:pt x="3748" y="6929"/>
                  </a:lnTo>
                  <a:lnTo>
                    <a:pt x="3579" y="5834"/>
                  </a:lnTo>
                  <a:lnTo>
                    <a:pt x="4961" y="6186"/>
                  </a:lnTo>
                  <a:lnTo>
                    <a:pt x="5541" y="5886"/>
                  </a:lnTo>
                  <a:lnTo>
                    <a:pt x="5625" y="5045"/>
                  </a:lnTo>
                  <a:lnTo>
                    <a:pt x="6088" y="4921"/>
                  </a:lnTo>
                  <a:lnTo>
                    <a:pt x="6421" y="4302"/>
                  </a:lnTo>
                  <a:lnTo>
                    <a:pt x="6688" y="4276"/>
                  </a:lnTo>
                  <a:lnTo>
                    <a:pt x="6303" y="2177"/>
                  </a:lnTo>
                  <a:lnTo>
                    <a:pt x="6362" y="1597"/>
                  </a:lnTo>
                  <a:lnTo>
                    <a:pt x="7581" y="2027"/>
                  </a:lnTo>
                  <a:lnTo>
                    <a:pt x="7770" y="1734"/>
                  </a:lnTo>
                  <a:lnTo>
                    <a:pt x="7744" y="1382"/>
                  </a:lnTo>
                  <a:lnTo>
                    <a:pt x="7887" y="913"/>
                  </a:lnTo>
                  <a:lnTo>
                    <a:pt x="7757" y="737"/>
                  </a:lnTo>
                  <a:lnTo>
                    <a:pt x="7124" y="685"/>
                  </a:lnTo>
                  <a:lnTo>
                    <a:pt x="6505" y="828"/>
                  </a:lnTo>
                  <a:lnTo>
                    <a:pt x="6160" y="541"/>
                  </a:lnTo>
                  <a:lnTo>
                    <a:pt x="5945" y="79"/>
                  </a:lnTo>
                  <a:lnTo>
                    <a:pt x="5795" y="0"/>
                  </a:lnTo>
                  <a:close/>
                  <a:moveTo>
                    <a:pt x="8" y="7467"/>
                  </a:moveTo>
                  <a:lnTo>
                    <a:pt x="1" y="7470"/>
                  </a:lnTo>
                  <a:lnTo>
                    <a:pt x="7" y="7470"/>
                  </a:lnTo>
                  <a:lnTo>
                    <a:pt x="8" y="7467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6"/>
            <p:cNvSpPr/>
            <p:nvPr/>
          </p:nvSpPr>
          <p:spPr>
            <a:xfrm>
              <a:off x="6691000" y="2881825"/>
              <a:ext cx="102175" cy="134450"/>
            </a:xfrm>
            <a:custGeom>
              <a:rect b="b" l="l" r="r" t="t"/>
              <a:pathLst>
                <a:path extrusionOk="0" h="5378" w="4087">
                  <a:moveTo>
                    <a:pt x="2829" y="1"/>
                  </a:moveTo>
                  <a:lnTo>
                    <a:pt x="1" y="1611"/>
                  </a:lnTo>
                  <a:lnTo>
                    <a:pt x="98" y="3058"/>
                  </a:lnTo>
                  <a:lnTo>
                    <a:pt x="2881" y="5378"/>
                  </a:lnTo>
                  <a:lnTo>
                    <a:pt x="3351" y="4185"/>
                  </a:lnTo>
                  <a:lnTo>
                    <a:pt x="4087" y="2315"/>
                  </a:lnTo>
                  <a:lnTo>
                    <a:pt x="3429" y="587"/>
                  </a:lnTo>
                  <a:lnTo>
                    <a:pt x="2829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6"/>
            <p:cNvSpPr/>
            <p:nvPr/>
          </p:nvSpPr>
          <p:spPr>
            <a:xfrm>
              <a:off x="6884725" y="3088450"/>
              <a:ext cx="78400" cy="105100"/>
            </a:xfrm>
            <a:custGeom>
              <a:rect b="b" l="l" r="r" t="t"/>
              <a:pathLst>
                <a:path extrusionOk="0" h="4204" w="3136">
                  <a:moveTo>
                    <a:pt x="2002" y="0"/>
                  </a:moveTo>
                  <a:lnTo>
                    <a:pt x="1213" y="1897"/>
                  </a:lnTo>
                  <a:lnTo>
                    <a:pt x="1" y="3474"/>
                  </a:lnTo>
                  <a:lnTo>
                    <a:pt x="548" y="4204"/>
                  </a:lnTo>
                  <a:lnTo>
                    <a:pt x="1135" y="3839"/>
                  </a:lnTo>
                  <a:lnTo>
                    <a:pt x="1278" y="3181"/>
                  </a:lnTo>
                  <a:lnTo>
                    <a:pt x="2830" y="3337"/>
                  </a:lnTo>
                  <a:lnTo>
                    <a:pt x="2888" y="3187"/>
                  </a:lnTo>
                  <a:lnTo>
                    <a:pt x="3136" y="2431"/>
                  </a:lnTo>
                  <a:lnTo>
                    <a:pt x="3051" y="860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6"/>
            <p:cNvSpPr/>
            <p:nvPr/>
          </p:nvSpPr>
          <p:spPr>
            <a:xfrm>
              <a:off x="6236225" y="2076100"/>
              <a:ext cx="135775" cy="206475"/>
            </a:xfrm>
            <a:custGeom>
              <a:rect b="b" l="l" r="r" t="t"/>
              <a:pathLst>
                <a:path extrusionOk="0" h="8259" w="5431">
                  <a:moveTo>
                    <a:pt x="4172" y="1"/>
                  </a:moveTo>
                  <a:lnTo>
                    <a:pt x="3377" y="444"/>
                  </a:lnTo>
                  <a:lnTo>
                    <a:pt x="2660" y="535"/>
                  </a:lnTo>
                  <a:lnTo>
                    <a:pt x="1904" y="933"/>
                  </a:lnTo>
                  <a:lnTo>
                    <a:pt x="1" y="7548"/>
                  </a:lnTo>
                  <a:lnTo>
                    <a:pt x="1128" y="7085"/>
                  </a:lnTo>
                  <a:lnTo>
                    <a:pt x="2699" y="8258"/>
                  </a:lnTo>
                  <a:lnTo>
                    <a:pt x="5430" y="7509"/>
                  </a:lnTo>
                  <a:lnTo>
                    <a:pt x="4668" y="7183"/>
                  </a:lnTo>
                  <a:lnTo>
                    <a:pt x="4159" y="7105"/>
                  </a:lnTo>
                  <a:lnTo>
                    <a:pt x="4016" y="6903"/>
                  </a:lnTo>
                  <a:lnTo>
                    <a:pt x="3371" y="6851"/>
                  </a:lnTo>
                  <a:lnTo>
                    <a:pt x="3110" y="6701"/>
                  </a:lnTo>
                  <a:lnTo>
                    <a:pt x="3292" y="6505"/>
                  </a:lnTo>
                  <a:lnTo>
                    <a:pt x="3547" y="5560"/>
                  </a:lnTo>
                  <a:lnTo>
                    <a:pt x="3507" y="4739"/>
                  </a:lnTo>
                  <a:lnTo>
                    <a:pt x="3736" y="3840"/>
                  </a:lnTo>
                  <a:lnTo>
                    <a:pt x="3977" y="1207"/>
                  </a:lnTo>
                  <a:lnTo>
                    <a:pt x="4303" y="829"/>
                  </a:lnTo>
                  <a:lnTo>
                    <a:pt x="4107" y="627"/>
                  </a:lnTo>
                  <a:lnTo>
                    <a:pt x="3918" y="613"/>
                  </a:lnTo>
                  <a:lnTo>
                    <a:pt x="3905" y="483"/>
                  </a:lnTo>
                  <a:lnTo>
                    <a:pt x="4172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6"/>
            <p:cNvSpPr/>
            <p:nvPr/>
          </p:nvSpPr>
          <p:spPr>
            <a:xfrm>
              <a:off x="6268975" y="2628625"/>
              <a:ext cx="173900" cy="185950"/>
            </a:xfrm>
            <a:custGeom>
              <a:rect b="b" l="l" r="r" t="t"/>
              <a:pathLst>
                <a:path extrusionOk="0" h="7438" w="6956">
                  <a:moveTo>
                    <a:pt x="1924" y="1"/>
                  </a:moveTo>
                  <a:lnTo>
                    <a:pt x="861" y="3429"/>
                  </a:lnTo>
                  <a:lnTo>
                    <a:pt x="1" y="5625"/>
                  </a:lnTo>
                  <a:lnTo>
                    <a:pt x="112" y="6831"/>
                  </a:lnTo>
                  <a:lnTo>
                    <a:pt x="503" y="6388"/>
                  </a:lnTo>
                  <a:lnTo>
                    <a:pt x="822" y="6505"/>
                  </a:lnTo>
                  <a:lnTo>
                    <a:pt x="940" y="6714"/>
                  </a:lnTo>
                  <a:lnTo>
                    <a:pt x="1311" y="6753"/>
                  </a:lnTo>
                  <a:lnTo>
                    <a:pt x="1819" y="7098"/>
                  </a:lnTo>
                  <a:lnTo>
                    <a:pt x="1735" y="7339"/>
                  </a:lnTo>
                  <a:lnTo>
                    <a:pt x="1878" y="7437"/>
                  </a:lnTo>
                  <a:lnTo>
                    <a:pt x="3221" y="6590"/>
                  </a:lnTo>
                  <a:lnTo>
                    <a:pt x="3690" y="6577"/>
                  </a:lnTo>
                  <a:lnTo>
                    <a:pt x="4153" y="5906"/>
                  </a:lnTo>
                  <a:lnTo>
                    <a:pt x="4420" y="5638"/>
                  </a:lnTo>
                  <a:lnTo>
                    <a:pt x="4811" y="5488"/>
                  </a:lnTo>
                  <a:lnTo>
                    <a:pt x="5078" y="5097"/>
                  </a:lnTo>
                  <a:lnTo>
                    <a:pt x="5626" y="5443"/>
                  </a:lnTo>
                  <a:lnTo>
                    <a:pt x="6134" y="5495"/>
                  </a:lnTo>
                  <a:lnTo>
                    <a:pt x="6173" y="5730"/>
                  </a:lnTo>
                  <a:lnTo>
                    <a:pt x="6317" y="5814"/>
                  </a:lnTo>
                  <a:lnTo>
                    <a:pt x="6616" y="5599"/>
                  </a:lnTo>
                  <a:lnTo>
                    <a:pt x="6890" y="5567"/>
                  </a:lnTo>
                  <a:lnTo>
                    <a:pt x="6897" y="5299"/>
                  </a:lnTo>
                  <a:lnTo>
                    <a:pt x="6421" y="5097"/>
                  </a:lnTo>
                  <a:lnTo>
                    <a:pt x="6955" y="4015"/>
                  </a:lnTo>
                  <a:lnTo>
                    <a:pt x="6857" y="3598"/>
                  </a:lnTo>
                  <a:lnTo>
                    <a:pt x="6688" y="3559"/>
                  </a:lnTo>
                  <a:lnTo>
                    <a:pt x="6466" y="3272"/>
                  </a:lnTo>
                  <a:lnTo>
                    <a:pt x="6382" y="2842"/>
                  </a:lnTo>
                  <a:lnTo>
                    <a:pt x="6330" y="2575"/>
                  </a:lnTo>
                  <a:lnTo>
                    <a:pt x="6577" y="2178"/>
                  </a:lnTo>
                  <a:lnTo>
                    <a:pt x="5261" y="2158"/>
                  </a:lnTo>
                  <a:lnTo>
                    <a:pt x="3325" y="1558"/>
                  </a:lnTo>
                  <a:lnTo>
                    <a:pt x="192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6"/>
            <p:cNvSpPr/>
            <p:nvPr/>
          </p:nvSpPr>
          <p:spPr>
            <a:xfrm>
              <a:off x="5257625" y="3117925"/>
              <a:ext cx="335675" cy="497000"/>
            </a:xfrm>
            <a:custGeom>
              <a:rect b="b" l="l" r="r" t="t"/>
              <a:pathLst>
                <a:path extrusionOk="0" h="19880" w="13427">
                  <a:moveTo>
                    <a:pt x="9920" y="1"/>
                  </a:moveTo>
                  <a:lnTo>
                    <a:pt x="9334" y="66"/>
                  </a:lnTo>
                  <a:lnTo>
                    <a:pt x="8708" y="815"/>
                  </a:lnTo>
                  <a:lnTo>
                    <a:pt x="8258" y="1128"/>
                  </a:lnTo>
                  <a:lnTo>
                    <a:pt x="7163" y="1304"/>
                  </a:lnTo>
                  <a:lnTo>
                    <a:pt x="6713" y="1213"/>
                  </a:lnTo>
                  <a:lnTo>
                    <a:pt x="6609" y="1669"/>
                  </a:lnTo>
                  <a:lnTo>
                    <a:pt x="5423" y="3716"/>
                  </a:lnTo>
                  <a:lnTo>
                    <a:pt x="5645" y="4270"/>
                  </a:lnTo>
                  <a:lnTo>
                    <a:pt x="5403" y="6186"/>
                  </a:lnTo>
                  <a:lnTo>
                    <a:pt x="5645" y="7072"/>
                  </a:lnTo>
                  <a:lnTo>
                    <a:pt x="5716" y="7783"/>
                  </a:lnTo>
                  <a:lnTo>
                    <a:pt x="5260" y="7841"/>
                  </a:lnTo>
                  <a:lnTo>
                    <a:pt x="4758" y="8128"/>
                  </a:lnTo>
                  <a:lnTo>
                    <a:pt x="4680" y="8298"/>
                  </a:lnTo>
                  <a:lnTo>
                    <a:pt x="3266" y="8676"/>
                  </a:lnTo>
                  <a:lnTo>
                    <a:pt x="3285" y="9425"/>
                  </a:lnTo>
                  <a:lnTo>
                    <a:pt x="2484" y="9282"/>
                  </a:lnTo>
                  <a:lnTo>
                    <a:pt x="1845" y="8995"/>
                  </a:lnTo>
                  <a:lnTo>
                    <a:pt x="1539" y="9080"/>
                  </a:lnTo>
                  <a:lnTo>
                    <a:pt x="1291" y="9360"/>
                  </a:lnTo>
                  <a:lnTo>
                    <a:pt x="1284" y="9588"/>
                  </a:lnTo>
                  <a:lnTo>
                    <a:pt x="1141" y="9973"/>
                  </a:lnTo>
                  <a:lnTo>
                    <a:pt x="900" y="10207"/>
                  </a:lnTo>
                  <a:lnTo>
                    <a:pt x="1024" y="10533"/>
                  </a:lnTo>
                  <a:lnTo>
                    <a:pt x="913" y="11296"/>
                  </a:lnTo>
                  <a:lnTo>
                    <a:pt x="1147" y="11791"/>
                  </a:lnTo>
                  <a:lnTo>
                    <a:pt x="633" y="12312"/>
                  </a:lnTo>
                  <a:lnTo>
                    <a:pt x="717" y="12469"/>
                  </a:lnTo>
                  <a:lnTo>
                    <a:pt x="509" y="13479"/>
                  </a:lnTo>
                  <a:lnTo>
                    <a:pt x="7" y="13844"/>
                  </a:lnTo>
                  <a:lnTo>
                    <a:pt x="0" y="13850"/>
                  </a:lnTo>
                  <a:lnTo>
                    <a:pt x="450" y="15688"/>
                  </a:lnTo>
                  <a:lnTo>
                    <a:pt x="2027" y="15473"/>
                  </a:lnTo>
                  <a:lnTo>
                    <a:pt x="2145" y="15649"/>
                  </a:lnTo>
                  <a:lnTo>
                    <a:pt x="2451" y="15662"/>
                  </a:lnTo>
                  <a:lnTo>
                    <a:pt x="2940" y="15943"/>
                  </a:lnTo>
                  <a:lnTo>
                    <a:pt x="3598" y="16888"/>
                  </a:lnTo>
                  <a:lnTo>
                    <a:pt x="3989" y="17155"/>
                  </a:lnTo>
                  <a:lnTo>
                    <a:pt x="4302" y="16972"/>
                  </a:lnTo>
                  <a:lnTo>
                    <a:pt x="4406" y="17044"/>
                  </a:lnTo>
                  <a:lnTo>
                    <a:pt x="4426" y="17605"/>
                  </a:lnTo>
                  <a:lnTo>
                    <a:pt x="4543" y="17670"/>
                  </a:lnTo>
                  <a:lnTo>
                    <a:pt x="4641" y="18061"/>
                  </a:lnTo>
                  <a:lnTo>
                    <a:pt x="4745" y="17996"/>
                  </a:lnTo>
                  <a:lnTo>
                    <a:pt x="5364" y="18289"/>
                  </a:lnTo>
                  <a:lnTo>
                    <a:pt x="5312" y="18602"/>
                  </a:lnTo>
                  <a:lnTo>
                    <a:pt x="5970" y="18843"/>
                  </a:lnTo>
                  <a:lnTo>
                    <a:pt x="6212" y="19377"/>
                  </a:lnTo>
                  <a:lnTo>
                    <a:pt x="6779" y="19560"/>
                  </a:lnTo>
                  <a:lnTo>
                    <a:pt x="6909" y="19788"/>
                  </a:lnTo>
                  <a:lnTo>
                    <a:pt x="7131" y="19879"/>
                  </a:lnTo>
                  <a:lnTo>
                    <a:pt x="8297" y="18967"/>
                  </a:lnTo>
                  <a:lnTo>
                    <a:pt x="9105" y="16483"/>
                  </a:lnTo>
                  <a:lnTo>
                    <a:pt x="9079" y="15591"/>
                  </a:lnTo>
                  <a:lnTo>
                    <a:pt x="10663" y="14150"/>
                  </a:lnTo>
                  <a:lnTo>
                    <a:pt x="10422" y="13909"/>
                  </a:lnTo>
                  <a:lnTo>
                    <a:pt x="10142" y="13876"/>
                  </a:lnTo>
                  <a:lnTo>
                    <a:pt x="10539" y="13544"/>
                  </a:lnTo>
                  <a:lnTo>
                    <a:pt x="10155" y="12788"/>
                  </a:lnTo>
                  <a:lnTo>
                    <a:pt x="10142" y="12123"/>
                  </a:lnTo>
                  <a:lnTo>
                    <a:pt x="9725" y="11674"/>
                  </a:lnTo>
                  <a:lnTo>
                    <a:pt x="9907" y="11002"/>
                  </a:lnTo>
                  <a:lnTo>
                    <a:pt x="12938" y="8337"/>
                  </a:lnTo>
                  <a:lnTo>
                    <a:pt x="13427" y="7242"/>
                  </a:lnTo>
                  <a:lnTo>
                    <a:pt x="12970" y="6909"/>
                  </a:lnTo>
                  <a:lnTo>
                    <a:pt x="12501" y="5560"/>
                  </a:lnTo>
                  <a:lnTo>
                    <a:pt x="11817" y="5469"/>
                  </a:lnTo>
                  <a:lnTo>
                    <a:pt x="11928" y="4674"/>
                  </a:lnTo>
                  <a:lnTo>
                    <a:pt x="11380" y="4185"/>
                  </a:lnTo>
                  <a:lnTo>
                    <a:pt x="10911" y="3227"/>
                  </a:lnTo>
                  <a:lnTo>
                    <a:pt x="11074" y="2960"/>
                  </a:lnTo>
                  <a:lnTo>
                    <a:pt x="11354" y="2810"/>
                  </a:lnTo>
                  <a:lnTo>
                    <a:pt x="11602" y="1969"/>
                  </a:lnTo>
                  <a:lnTo>
                    <a:pt x="12169" y="1780"/>
                  </a:lnTo>
                  <a:lnTo>
                    <a:pt x="11165" y="1760"/>
                  </a:lnTo>
                  <a:lnTo>
                    <a:pt x="11158" y="1187"/>
                  </a:lnTo>
                  <a:lnTo>
                    <a:pt x="11028" y="913"/>
                  </a:lnTo>
                  <a:lnTo>
                    <a:pt x="9920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6"/>
            <p:cNvSpPr/>
            <p:nvPr/>
          </p:nvSpPr>
          <p:spPr>
            <a:xfrm>
              <a:off x="6105875" y="3087950"/>
              <a:ext cx="146675" cy="145850"/>
            </a:xfrm>
            <a:custGeom>
              <a:rect b="b" l="l" r="r" t="t"/>
              <a:pathLst>
                <a:path extrusionOk="0" h="5834" w="5867">
                  <a:moveTo>
                    <a:pt x="1402" y="1"/>
                  </a:moveTo>
                  <a:lnTo>
                    <a:pt x="1370" y="1493"/>
                  </a:lnTo>
                  <a:lnTo>
                    <a:pt x="1057" y="2405"/>
                  </a:lnTo>
                  <a:lnTo>
                    <a:pt x="1070" y="2666"/>
                  </a:lnTo>
                  <a:lnTo>
                    <a:pt x="1337" y="3214"/>
                  </a:lnTo>
                  <a:lnTo>
                    <a:pt x="607" y="3813"/>
                  </a:lnTo>
                  <a:lnTo>
                    <a:pt x="496" y="4224"/>
                  </a:lnTo>
                  <a:lnTo>
                    <a:pt x="157" y="4354"/>
                  </a:lnTo>
                  <a:lnTo>
                    <a:pt x="1" y="4960"/>
                  </a:lnTo>
                  <a:lnTo>
                    <a:pt x="568" y="5521"/>
                  </a:lnTo>
                  <a:lnTo>
                    <a:pt x="594" y="5834"/>
                  </a:lnTo>
                  <a:lnTo>
                    <a:pt x="829" y="5456"/>
                  </a:lnTo>
                  <a:lnTo>
                    <a:pt x="1050" y="5495"/>
                  </a:lnTo>
                  <a:lnTo>
                    <a:pt x="1435" y="5319"/>
                  </a:lnTo>
                  <a:lnTo>
                    <a:pt x="1787" y="5273"/>
                  </a:lnTo>
                  <a:lnTo>
                    <a:pt x="2139" y="5632"/>
                  </a:lnTo>
                  <a:lnTo>
                    <a:pt x="2712" y="5410"/>
                  </a:lnTo>
                  <a:lnTo>
                    <a:pt x="2966" y="5495"/>
                  </a:lnTo>
                  <a:lnTo>
                    <a:pt x="3260" y="5247"/>
                  </a:lnTo>
                  <a:lnTo>
                    <a:pt x="3859" y="5293"/>
                  </a:lnTo>
                  <a:lnTo>
                    <a:pt x="4127" y="5117"/>
                  </a:lnTo>
                  <a:lnTo>
                    <a:pt x="5137" y="5188"/>
                  </a:lnTo>
                  <a:lnTo>
                    <a:pt x="5867" y="1923"/>
                  </a:lnTo>
                  <a:lnTo>
                    <a:pt x="5248" y="757"/>
                  </a:lnTo>
                  <a:lnTo>
                    <a:pt x="4928" y="294"/>
                  </a:lnTo>
                  <a:lnTo>
                    <a:pt x="2510" y="229"/>
                  </a:lnTo>
                  <a:lnTo>
                    <a:pt x="2230" y="255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6"/>
            <p:cNvSpPr/>
            <p:nvPr/>
          </p:nvSpPr>
          <p:spPr>
            <a:xfrm>
              <a:off x="7033825" y="3201200"/>
              <a:ext cx="218700" cy="247525"/>
            </a:xfrm>
            <a:custGeom>
              <a:rect b="b" l="l" r="r" t="t"/>
              <a:pathLst>
                <a:path extrusionOk="0" h="9901" w="8748">
                  <a:moveTo>
                    <a:pt x="5632" y="0"/>
                  </a:moveTo>
                  <a:lnTo>
                    <a:pt x="5110" y="170"/>
                  </a:lnTo>
                  <a:lnTo>
                    <a:pt x="4602" y="626"/>
                  </a:lnTo>
                  <a:lnTo>
                    <a:pt x="4595" y="1284"/>
                  </a:lnTo>
                  <a:lnTo>
                    <a:pt x="4211" y="1147"/>
                  </a:lnTo>
                  <a:lnTo>
                    <a:pt x="3794" y="1467"/>
                  </a:lnTo>
                  <a:lnTo>
                    <a:pt x="3963" y="1988"/>
                  </a:lnTo>
                  <a:lnTo>
                    <a:pt x="3702" y="2685"/>
                  </a:lnTo>
                  <a:lnTo>
                    <a:pt x="2666" y="2835"/>
                  </a:lnTo>
                  <a:lnTo>
                    <a:pt x="1832" y="2770"/>
                  </a:lnTo>
                  <a:lnTo>
                    <a:pt x="1311" y="2464"/>
                  </a:lnTo>
                  <a:lnTo>
                    <a:pt x="0" y="3239"/>
                  </a:lnTo>
                  <a:lnTo>
                    <a:pt x="33" y="3305"/>
                  </a:lnTo>
                  <a:lnTo>
                    <a:pt x="561" y="3950"/>
                  </a:lnTo>
                  <a:lnTo>
                    <a:pt x="1128" y="4158"/>
                  </a:lnTo>
                  <a:lnTo>
                    <a:pt x="1467" y="4432"/>
                  </a:lnTo>
                  <a:lnTo>
                    <a:pt x="1558" y="5064"/>
                  </a:lnTo>
                  <a:lnTo>
                    <a:pt x="2327" y="5045"/>
                  </a:lnTo>
                  <a:lnTo>
                    <a:pt x="2888" y="4869"/>
                  </a:lnTo>
                  <a:lnTo>
                    <a:pt x="3194" y="4914"/>
                  </a:lnTo>
                  <a:lnTo>
                    <a:pt x="3324" y="5507"/>
                  </a:lnTo>
                  <a:lnTo>
                    <a:pt x="3540" y="5547"/>
                  </a:lnTo>
                  <a:lnTo>
                    <a:pt x="3650" y="5436"/>
                  </a:lnTo>
                  <a:lnTo>
                    <a:pt x="3650" y="5436"/>
                  </a:lnTo>
                  <a:lnTo>
                    <a:pt x="3618" y="6029"/>
                  </a:lnTo>
                  <a:lnTo>
                    <a:pt x="4569" y="9177"/>
                  </a:lnTo>
                  <a:lnTo>
                    <a:pt x="4582" y="9900"/>
                  </a:lnTo>
                  <a:lnTo>
                    <a:pt x="5058" y="9288"/>
                  </a:lnTo>
                  <a:lnTo>
                    <a:pt x="5391" y="9066"/>
                  </a:lnTo>
                  <a:lnTo>
                    <a:pt x="5788" y="8160"/>
                  </a:lnTo>
                  <a:lnTo>
                    <a:pt x="5879" y="6003"/>
                  </a:lnTo>
                  <a:lnTo>
                    <a:pt x="5091" y="4602"/>
                  </a:lnTo>
                  <a:lnTo>
                    <a:pt x="5254" y="4758"/>
                  </a:lnTo>
                  <a:lnTo>
                    <a:pt x="5436" y="4667"/>
                  </a:lnTo>
                  <a:lnTo>
                    <a:pt x="5697" y="4732"/>
                  </a:lnTo>
                  <a:lnTo>
                    <a:pt x="5782" y="4562"/>
                  </a:lnTo>
                  <a:lnTo>
                    <a:pt x="5697" y="4373"/>
                  </a:lnTo>
                  <a:lnTo>
                    <a:pt x="5971" y="4256"/>
                  </a:lnTo>
                  <a:lnTo>
                    <a:pt x="6186" y="4354"/>
                  </a:lnTo>
                  <a:lnTo>
                    <a:pt x="6127" y="4139"/>
                  </a:lnTo>
                  <a:lnTo>
                    <a:pt x="6251" y="4080"/>
                  </a:lnTo>
                  <a:lnTo>
                    <a:pt x="6199" y="3963"/>
                  </a:lnTo>
                  <a:lnTo>
                    <a:pt x="6375" y="4002"/>
                  </a:lnTo>
                  <a:lnTo>
                    <a:pt x="6329" y="3826"/>
                  </a:lnTo>
                  <a:lnTo>
                    <a:pt x="6472" y="3826"/>
                  </a:lnTo>
                  <a:lnTo>
                    <a:pt x="6472" y="3552"/>
                  </a:lnTo>
                  <a:lnTo>
                    <a:pt x="6824" y="3383"/>
                  </a:lnTo>
                  <a:lnTo>
                    <a:pt x="7079" y="3409"/>
                  </a:lnTo>
                  <a:lnTo>
                    <a:pt x="7600" y="2979"/>
                  </a:lnTo>
                  <a:lnTo>
                    <a:pt x="7300" y="2516"/>
                  </a:lnTo>
                  <a:lnTo>
                    <a:pt x="8519" y="1193"/>
                  </a:lnTo>
                  <a:lnTo>
                    <a:pt x="8747" y="978"/>
                  </a:lnTo>
                  <a:lnTo>
                    <a:pt x="8597" y="157"/>
                  </a:lnTo>
                  <a:lnTo>
                    <a:pt x="8265" y="72"/>
                  </a:lnTo>
                  <a:lnTo>
                    <a:pt x="8160" y="176"/>
                  </a:lnTo>
                  <a:lnTo>
                    <a:pt x="8167" y="535"/>
                  </a:lnTo>
                  <a:lnTo>
                    <a:pt x="7567" y="587"/>
                  </a:lnTo>
                  <a:lnTo>
                    <a:pt x="7711" y="1291"/>
                  </a:lnTo>
                  <a:lnTo>
                    <a:pt x="7339" y="1258"/>
                  </a:lnTo>
                  <a:lnTo>
                    <a:pt x="7854" y="1649"/>
                  </a:lnTo>
                  <a:lnTo>
                    <a:pt x="6805" y="2125"/>
                  </a:lnTo>
                  <a:lnTo>
                    <a:pt x="5612" y="1897"/>
                  </a:lnTo>
                  <a:lnTo>
                    <a:pt x="5560" y="841"/>
                  </a:lnTo>
                  <a:lnTo>
                    <a:pt x="5632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6"/>
            <p:cNvSpPr/>
            <p:nvPr/>
          </p:nvSpPr>
          <p:spPr>
            <a:xfrm>
              <a:off x="4801550" y="2547650"/>
              <a:ext cx="264650" cy="379350"/>
            </a:xfrm>
            <a:custGeom>
              <a:rect b="b" l="l" r="r" t="t"/>
              <a:pathLst>
                <a:path extrusionOk="0" h="15174" w="10586">
                  <a:moveTo>
                    <a:pt x="8728" y="0"/>
                  </a:moveTo>
                  <a:lnTo>
                    <a:pt x="5619" y="176"/>
                  </a:lnTo>
                  <a:lnTo>
                    <a:pt x="2145" y="2412"/>
                  </a:lnTo>
                  <a:lnTo>
                    <a:pt x="1897" y="3070"/>
                  </a:lnTo>
                  <a:lnTo>
                    <a:pt x="1715" y="3025"/>
                  </a:lnTo>
                  <a:lnTo>
                    <a:pt x="1532" y="3161"/>
                  </a:lnTo>
                  <a:lnTo>
                    <a:pt x="1461" y="3878"/>
                  </a:lnTo>
                  <a:lnTo>
                    <a:pt x="1239" y="4348"/>
                  </a:lnTo>
                  <a:lnTo>
                    <a:pt x="952" y="5651"/>
                  </a:lnTo>
                  <a:lnTo>
                    <a:pt x="476" y="6349"/>
                  </a:lnTo>
                  <a:lnTo>
                    <a:pt x="1" y="12612"/>
                  </a:lnTo>
                  <a:lnTo>
                    <a:pt x="3097" y="13694"/>
                  </a:lnTo>
                  <a:lnTo>
                    <a:pt x="5104" y="15173"/>
                  </a:lnTo>
                  <a:lnTo>
                    <a:pt x="5469" y="15082"/>
                  </a:lnTo>
                  <a:lnTo>
                    <a:pt x="5847" y="14613"/>
                  </a:lnTo>
                  <a:lnTo>
                    <a:pt x="6388" y="14443"/>
                  </a:lnTo>
                  <a:lnTo>
                    <a:pt x="7463" y="12788"/>
                  </a:lnTo>
                  <a:lnTo>
                    <a:pt x="7333" y="13068"/>
                  </a:lnTo>
                  <a:lnTo>
                    <a:pt x="7548" y="12827"/>
                  </a:lnTo>
                  <a:lnTo>
                    <a:pt x="7724" y="12820"/>
                  </a:lnTo>
                  <a:lnTo>
                    <a:pt x="7815" y="12547"/>
                  </a:lnTo>
                  <a:lnTo>
                    <a:pt x="8089" y="12684"/>
                  </a:lnTo>
                  <a:lnTo>
                    <a:pt x="8161" y="12462"/>
                  </a:lnTo>
                  <a:lnTo>
                    <a:pt x="8408" y="12390"/>
                  </a:lnTo>
                  <a:lnTo>
                    <a:pt x="8695" y="11967"/>
                  </a:lnTo>
                  <a:lnTo>
                    <a:pt x="8904" y="11960"/>
                  </a:lnTo>
                  <a:lnTo>
                    <a:pt x="9334" y="12169"/>
                  </a:lnTo>
                  <a:lnTo>
                    <a:pt x="10305" y="12162"/>
                  </a:lnTo>
                  <a:lnTo>
                    <a:pt x="10390" y="12279"/>
                  </a:lnTo>
                  <a:lnTo>
                    <a:pt x="9673" y="6779"/>
                  </a:lnTo>
                  <a:lnTo>
                    <a:pt x="10585" y="737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6"/>
            <p:cNvSpPr/>
            <p:nvPr/>
          </p:nvSpPr>
          <p:spPr>
            <a:xfrm>
              <a:off x="5759975" y="3375850"/>
              <a:ext cx="218675" cy="147650"/>
            </a:xfrm>
            <a:custGeom>
              <a:rect b="b" l="l" r="r" t="t"/>
              <a:pathLst>
                <a:path extrusionOk="0" h="5906" w="8747">
                  <a:moveTo>
                    <a:pt x="3526" y="1"/>
                  </a:moveTo>
                  <a:lnTo>
                    <a:pt x="3259" y="412"/>
                  </a:lnTo>
                  <a:lnTo>
                    <a:pt x="2985" y="457"/>
                  </a:lnTo>
                  <a:lnTo>
                    <a:pt x="1851" y="1402"/>
                  </a:lnTo>
                  <a:lnTo>
                    <a:pt x="1949" y="1604"/>
                  </a:lnTo>
                  <a:lnTo>
                    <a:pt x="1669" y="1956"/>
                  </a:lnTo>
                  <a:lnTo>
                    <a:pt x="1030" y="2406"/>
                  </a:lnTo>
                  <a:lnTo>
                    <a:pt x="0" y="3898"/>
                  </a:lnTo>
                  <a:lnTo>
                    <a:pt x="7" y="3898"/>
                  </a:lnTo>
                  <a:lnTo>
                    <a:pt x="1075" y="4100"/>
                  </a:lnTo>
                  <a:lnTo>
                    <a:pt x="1473" y="4368"/>
                  </a:lnTo>
                  <a:lnTo>
                    <a:pt x="1916" y="4361"/>
                  </a:lnTo>
                  <a:lnTo>
                    <a:pt x="2353" y="4100"/>
                  </a:lnTo>
                  <a:lnTo>
                    <a:pt x="3246" y="4094"/>
                  </a:lnTo>
                  <a:lnTo>
                    <a:pt x="3683" y="4570"/>
                  </a:lnTo>
                  <a:lnTo>
                    <a:pt x="4002" y="4648"/>
                  </a:lnTo>
                  <a:lnTo>
                    <a:pt x="4158" y="4570"/>
                  </a:lnTo>
                  <a:lnTo>
                    <a:pt x="4601" y="4941"/>
                  </a:lnTo>
                  <a:lnTo>
                    <a:pt x="5240" y="4909"/>
                  </a:lnTo>
                  <a:lnTo>
                    <a:pt x="5631" y="5026"/>
                  </a:lnTo>
                  <a:lnTo>
                    <a:pt x="5527" y="4635"/>
                  </a:lnTo>
                  <a:lnTo>
                    <a:pt x="5918" y="4446"/>
                  </a:lnTo>
                  <a:lnTo>
                    <a:pt x="6127" y="4478"/>
                  </a:lnTo>
                  <a:lnTo>
                    <a:pt x="6342" y="4700"/>
                  </a:lnTo>
                  <a:lnTo>
                    <a:pt x="7378" y="5176"/>
                  </a:lnTo>
                  <a:lnTo>
                    <a:pt x="7847" y="5906"/>
                  </a:lnTo>
                  <a:lnTo>
                    <a:pt x="8258" y="5534"/>
                  </a:lnTo>
                  <a:lnTo>
                    <a:pt x="8655" y="5717"/>
                  </a:lnTo>
                  <a:lnTo>
                    <a:pt x="8747" y="5593"/>
                  </a:lnTo>
                  <a:lnTo>
                    <a:pt x="8551" y="4648"/>
                  </a:lnTo>
                  <a:lnTo>
                    <a:pt x="8473" y="3208"/>
                  </a:lnTo>
                  <a:lnTo>
                    <a:pt x="8258" y="2960"/>
                  </a:lnTo>
                  <a:lnTo>
                    <a:pt x="7541" y="2777"/>
                  </a:lnTo>
                  <a:lnTo>
                    <a:pt x="7202" y="2478"/>
                  </a:lnTo>
                  <a:lnTo>
                    <a:pt x="7046" y="1709"/>
                  </a:lnTo>
                  <a:lnTo>
                    <a:pt x="6400" y="1487"/>
                  </a:lnTo>
                  <a:lnTo>
                    <a:pt x="5723" y="1076"/>
                  </a:lnTo>
                  <a:lnTo>
                    <a:pt x="5481" y="1031"/>
                  </a:lnTo>
                  <a:lnTo>
                    <a:pt x="5397" y="236"/>
                  </a:lnTo>
                  <a:lnTo>
                    <a:pt x="4549" y="412"/>
                  </a:lnTo>
                  <a:lnTo>
                    <a:pt x="4289" y="196"/>
                  </a:lnTo>
                  <a:lnTo>
                    <a:pt x="3956" y="190"/>
                  </a:lnTo>
                  <a:lnTo>
                    <a:pt x="352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6"/>
            <p:cNvSpPr/>
            <p:nvPr/>
          </p:nvSpPr>
          <p:spPr>
            <a:xfrm>
              <a:off x="5420725" y="2151550"/>
              <a:ext cx="304400" cy="232200"/>
            </a:xfrm>
            <a:custGeom>
              <a:rect b="b" l="l" r="r" t="t"/>
              <a:pathLst>
                <a:path extrusionOk="0" h="9288" w="12176">
                  <a:moveTo>
                    <a:pt x="5619" y="0"/>
                  </a:moveTo>
                  <a:lnTo>
                    <a:pt x="4426" y="59"/>
                  </a:lnTo>
                  <a:lnTo>
                    <a:pt x="4465" y="5866"/>
                  </a:lnTo>
                  <a:lnTo>
                    <a:pt x="0" y="5879"/>
                  </a:lnTo>
                  <a:lnTo>
                    <a:pt x="783" y="7033"/>
                  </a:lnTo>
                  <a:lnTo>
                    <a:pt x="4628" y="8141"/>
                  </a:lnTo>
                  <a:lnTo>
                    <a:pt x="7665" y="9288"/>
                  </a:lnTo>
                  <a:lnTo>
                    <a:pt x="7626" y="8727"/>
                  </a:lnTo>
                  <a:lnTo>
                    <a:pt x="7926" y="8558"/>
                  </a:lnTo>
                  <a:lnTo>
                    <a:pt x="8649" y="8584"/>
                  </a:lnTo>
                  <a:lnTo>
                    <a:pt x="8662" y="7828"/>
                  </a:lnTo>
                  <a:lnTo>
                    <a:pt x="8982" y="7346"/>
                  </a:lnTo>
                  <a:lnTo>
                    <a:pt x="9816" y="6453"/>
                  </a:lnTo>
                  <a:lnTo>
                    <a:pt x="9966" y="5814"/>
                  </a:lnTo>
                  <a:lnTo>
                    <a:pt x="10754" y="5097"/>
                  </a:lnTo>
                  <a:lnTo>
                    <a:pt x="10898" y="4928"/>
                  </a:lnTo>
                  <a:lnTo>
                    <a:pt x="11843" y="4647"/>
                  </a:lnTo>
                  <a:lnTo>
                    <a:pt x="11954" y="4302"/>
                  </a:lnTo>
                  <a:lnTo>
                    <a:pt x="11791" y="3755"/>
                  </a:lnTo>
                  <a:lnTo>
                    <a:pt x="11836" y="3390"/>
                  </a:lnTo>
                  <a:lnTo>
                    <a:pt x="12175" y="2966"/>
                  </a:lnTo>
                  <a:lnTo>
                    <a:pt x="12123" y="2738"/>
                  </a:lnTo>
                  <a:lnTo>
                    <a:pt x="11843" y="2425"/>
                  </a:lnTo>
                  <a:lnTo>
                    <a:pt x="11934" y="2145"/>
                  </a:lnTo>
                  <a:lnTo>
                    <a:pt x="11673" y="1526"/>
                  </a:lnTo>
                  <a:lnTo>
                    <a:pt x="11517" y="1428"/>
                  </a:lnTo>
                  <a:lnTo>
                    <a:pt x="11400" y="1043"/>
                  </a:lnTo>
                  <a:lnTo>
                    <a:pt x="10970" y="685"/>
                  </a:lnTo>
                  <a:lnTo>
                    <a:pt x="10389" y="769"/>
                  </a:lnTo>
                  <a:lnTo>
                    <a:pt x="10174" y="1363"/>
                  </a:lnTo>
                  <a:lnTo>
                    <a:pt x="9966" y="1441"/>
                  </a:lnTo>
                  <a:lnTo>
                    <a:pt x="7822" y="470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6"/>
            <p:cNvSpPr/>
            <p:nvPr/>
          </p:nvSpPr>
          <p:spPr>
            <a:xfrm>
              <a:off x="6780775" y="2447775"/>
              <a:ext cx="294450" cy="256325"/>
            </a:xfrm>
            <a:custGeom>
              <a:rect b="b" l="l" r="r" t="t"/>
              <a:pathLst>
                <a:path extrusionOk="0" h="10253" w="11778">
                  <a:moveTo>
                    <a:pt x="5058" y="0"/>
                  </a:moveTo>
                  <a:lnTo>
                    <a:pt x="4804" y="13"/>
                  </a:lnTo>
                  <a:lnTo>
                    <a:pt x="4257" y="417"/>
                  </a:lnTo>
                  <a:lnTo>
                    <a:pt x="4061" y="359"/>
                  </a:lnTo>
                  <a:lnTo>
                    <a:pt x="3514" y="456"/>
                  </a:lnTo>
                  <a:lnTo>
                    <a:pt x="3468" y="587"/>
                  </a:lnTo>
                  <a:lnTo>
                    <a:pt x="3162" y="704"/>
                  </a:lnTo>
                  <a:lnTo>
                    <a:pt x="2914" y="1037"/>
                  </a:lnTo>
                  <a:lnTo>
                    <a:pt x="2536" y="997"/>
                  </a:lnTo>
                  <a:lnTo>
                    <a:pt x="1793" y="1278"/>
                  </a:lnTo>
                  <a:lnTo>
                    <a:pt x="1109" y="4602"/>
                  </a:lnTo>
                  <a:lnTo>
                    <a:pt x="1415" y="7039"/>
                  </a:lnTo>
                  <a:lnTo>
                    <a:pt x="2060" y="7626"/>
                  </a:lnTo>
                  <a:lnTo>
                    <a:pt x="105" y="8434"/>
                  </a:lnTo>
                  <a:lnTo>
                    <a:pt x="1" y="8916"/>
                  </a:lnTo>
                  <a:lnTo>
                    <a:pt x="274" y="9451"/>
                  </a:lnTo>
                  <a:lnTo>
                    <a:pt x="1936" y="9464"/>
                  </a:lnTo>
                  <a:lnTo>
                    <a:pt x="2171" y="9614"/>
                  </a:lnTo>
                  <a:lnTo>
                    <a:pt x="2360" y="9633"/>
                  </a:lnTo>
                  <a:lnTo>
                    <a:pt x="2732" y="9340"/>
                  </a:lnTo>
                  <a:lnTo>
                    <a:pt x="2986" y="9483"/>
                  </a:lnTo>
                  <a:lnTo>
                    <a:pt x="3273" y="9457"/>
                  </a:lnTo>
                  <a:lnTo>
                    <a:pt x="3787" y="10089"/>
                  </a:lnTo>
                  <a:lnTo>
                    <a:pt x="4322" y="10070"/>
                  </a:lnTo>
                  <a:lnTo>
                    <a:pt x="5123" y="10252"/>
                  </a:lnTo>
                  <a:lnTo>
                    <a:pt x="6896" y="9913"/>
                  </a:lnTo>
                  <a:lnTo>
                    <a:pt x="9256" y="7137"/>
                  </a:lnTo>
                  <a:lnTo>
                    <a:pt x="9621" y="6811"/>
                  </a:lnTo>
                  <a:lnTo>
                    <a:pt x="11732" y="5670"/>
                  </a:lnTo>
                  <a:lnTo>
                    <a:pt x="11778" y="4628"/>
                  </a:lnTo>
                  <a:lnTo>
                    <a:pt x="11713" y="4360"/>
                  </a:lnTo>
                  <a:lnTo>
                    <a:pt x="11556" y="4289"/>
                  </a:lnTo>
                  <a:lnTo>
                    <a:pt x="11120" y="3676"/>
                  </a:lnTo>
                  <a:lnTo>
                    <a:pt x="10944" y="3135"/>
                  </a:lnTo>
                  <a:lnTo>
                    <a:pt x="10944" y="2601"/>
                  </a:lnTo>
                  <a:lnTo>
                    <a:pt x="10761" y="2281"/>
                  </a:lnTo>
                  <a:lnTo>
                    <a:pt x="10644" y="2672"/>
                  </a:lnTo>
                  <a:lnTo>
                    <a:pt x="10292" y="2275"/>
                  </a:lnTo>
                  <a:lnTo>
                    <a:pt x="10155" y="2008"/>
                  </a:lnTo>
                  <a:lnTo>
                    <a:pt x="10214" y="1825"/>
                  </a:lnTo>
                  <a:lnTo>
                    <a:pt x="10044" y="1649"/>
                  </a:lnTo>
                  <a:lnTo>
                    <a:pt x="9868" y="1597"/>
                  </a:lnTo>
                  <a:lnTo>
                    <a:pt x="9705" y="1291"/>
                  </a:lnTo>
                  <a:lnTo>
                    <a:pt x="9582" y="1362"/>
                  </a:lnTo>
                  <a:lnTo>
                    <a:pt x="9256" y="1271"/>
                  </a:lnTo>
                  <a:lnTo>
                    <a:pt x="9171" y="1082"/>
                  </a:lnTo>
                  <a:lnTo>
                    <a:pt x="8897" y="1076"/>
                  </a:lnTo>
                  <a:lnTo>
                    <a:pt x="8676" y="1239"/>
                  </a:lnTo>
                  <a:lnTo>
                    <a:pt x="8337" y="1134"/>
                  </a:lnTo>
                  <a:lnTo>
                    <a:pt x="8063" y="1199"/>
                  </a:lnTo>
                  <a:lnTo>
                    <a:pt x="7027" y="463"/>
                  </a:lnTo>
                  <a:lnTo>
                    <a:pt x="6538" y="267"/>
                  </a:lnTo>
                  <a:lnTo>
                    <a:pt x="6212" y="300"/>
                  </a:lnTo>
                  <a:lnTo>
                    <a:pt x="6127" y="424"/>
                  </a:lnTo>
                  <a:lnTo>
                    <a:pt x="5358" y="261"/>
                  </a:lnTo>
                  <a:lnTo>
                    <a:pt x="505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6"/>
            <p:cNvSpPr/>
            <p:nvPr/>
          </p:nvSpPr>
          <p:spPr>
            <a:xfrm>
              <a:off x="5966900" y="2789275"/>
              <a:ext cx="203700" cy="265950"/>
            </a:xfrm>
            <a:custGeom>
              <a:rect b="b" l="l" r="r" t="t"/>
              <a:pathLst>
                <a:path extrusionOk="0" h="10638" w="8148">
                  <a:moveTo>
                    <a:pt x="7065" y="1"/>
                  </a:moveTo>
                  <a:lnTo>
                    <a:pt x="6713" y="79"/>
                  </a:lnTo>
                  <a:lnTo>
                    <a:pt x="5951" y="1031"/>
                  </a:lnTo>
                  <a:lnTo>
                    <a:pt x="4647" y="1259"/>
                  </a:lnTo>
                  <a:lnTo>
                    <a:pt x="4224" y="2302"/>
                  </a:lnTo>
                  <a:lnTo>
                    <a:pt x="4159" y="2145"/>
                  </a:lnTo>
                  <a:lnTo>
                    <a:pt x="4185" y="2497"/>
                  </a:lnTo>
                  <a:lnTo>
                    <a:pt x="3996" y="2790"/>
                  </a:lnTo>
                  <a:lnTo>
                    <a:pt x="2783" y="2360"/>
                  </a:lnTo>
                  <a:lnTo>
                    <a:pt x="2725" y="2940"/>
                  </a:lnTo>
                  <a:lnTo>
                    <a:pt x="3109" y="5039"/>
                  </a:lnTo>
                  <a:lnTo>
                    <a:pt x="2842" y="5065"/>
                  </a:lnTo>
                  <a:lnTo>
                    <a:pt x="2510" y="5684"/>
                  </a:lnTo>
                  <a:lnTo>
                    <a:pt x="2040" y="5808"/>
                  </a:lnTo>
                  <a:lnTo>
                    <a:pt x="1962" y="6649"/>
                  </a:lnTo>
                  <a:lnTo>
                    <a:pt x="1382" y="6949"/>
                  </a:lnTo>
                  <a:lnTo>
                    <a:pt x="0" y="6597"/>
                  </a:lnTo>
                  <a:lnTo>
                    <a:pt x="163" y="7692"/>
                  </a:lnTo>
                  <a:lnTo>
                    <a:pt x="163" y="7685"/>
                  </a:lnTo>
                  <a:lnTo>
                    <a:pt x="796" y="9556"/>
                  </a:lnTo>
                  <a:lnTo>
                    <a:pt x="1043" y="9471"/>
                  </a:lnTo>
                  <a:lnTo>
                    <a:pt x="1200" y="9595"/>
                  </a:lnTo>
                  <a:lnTo>
                    <a:pt x="1343" y="9986"/>
                  </a:lnTo>
                  <a:lnTo>
                    <a:pt x="3826" y="9758"/>
                  </a:lnTo>
                  <a:lnTo>
                    <a:pt x="4634" y="10286"/>
                  </a:lnTo>
                  <a:lnTo>
                    <a:pt x="5553" y="10637"/>
                  </a:lnTo>
                  <a:lnTo>
                    <a:pt x="5312" y="10390"/>
                  </a:lnTo>
                  <a:lnTo>
                    <a:pt x="6075" y="7783"/>
                  </a:lnTo>
                  <a:lnTo>
                    <a:pt x="7033" y="5671"/>
                  </a:lnTo>
                  <a:lnTo>
                    <a:pt x="8147" y="2517"/>
                  </a:lnTo>
                  <a:lnTo>
                    <a:pt x="6876" y="1168"/>
                  </a:lnTo>
                  <a:lnTo>
                    <a:pt x="7065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6"/>
            <p:cNvSpPr/>
            <p:nvPr/>
          </p:nvSpPr>
          <p:spPr>
            <a:xfrm>
              <a:off x="6106375" y="3215850"/>
              <a:ext cx="179900" cy="111650"/>
            </a:xfrm>
            <a:custGeom>
              <a:rect b="b" l="l" r="r" t="t"/>
              <a:pathLst>
                <a:path extrusionOk="0" h="4466" w="7196">
                  <a:moveTo>
                    <a:pt x="4107" y="1"/>
                  </a:moveTo>
                  <a:lnTo>
                    <a:pt x="3839" y="177"/>
                  </a:lnTo>
                  <a:lnTo>
                    <a:pt x="3240" y="131"/>
                  </a:lnTo>
                  <a:lnTo>
                    <a:pt x="2946" y="379"/>
                  </a:lnTo>
                  <a:lnTo>
                    <a:pt x="2686" y="294"/>
                  </a:lnTo>
                  <a:lnTo>
                    <a:pt x="2119" y="516"/>
                  </a:lnTo>
                  <a:lnTo>
                    <a:pt x="1767" y="157"/>
                  </a:lnTo>
                  <a:lnTo>
                    <a:pt x="1415" y="203"/>
                  </a:lnTo>
                  <a:lnTo>
                    <a:pt x="1030" y="379"/>
                  </a:lnTo>
                  <a:lnTo>
                    <a:pt x="809" y="340"/>
                  </a:lnTo>
                  <a:lnTo>
                    <a:pt x="574" y="718"/>
                  </a:lnTo>
                  <a:lnTo>
                    <a:pt x="594" y="1754"/>
                  </a:lnTo>
                  <a:lnTo>
                    <a:pt x="0" y="2673"/>
                  </a:lnTo>
                  <a:lnTo>
                    <a:pt x="1056" y="2999"/>
                  </a:lnTo>
                  <a:lnTo>
                    <a:pt x="2673" y="3840"/>
                  </a:lnTo>
                  <a:lnTo>
                    <a:pt x="7124" y="4465"/>
                  </a:lnTo>
                  <a:lnTo>
                    <a:pt x="7196" y="4439"/>
                  </a:lnTo>
                  <a:lnTo>
                    <a:pt x="5658" y="1206"/>
                  </a:lnTo>
                  <a:lnTo>
                    <a:pt x="5117" y="72"/>
                  </a:lnTo>
                  <a:lnTo>
                    <a:pt x="4107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6"/>
            <p:cNvSpPr/>
            <p:nvPr/>
          </p:nvSpPr>
          <p:spPr>
            <a:xfrm>
              <a:off x="4117700" y="3101625"/>
              <a:ext cx="118475" cy="143250"/>
            </a:xfrm>
            <a:custGeom>
              <a:rect b="b" l="l" r="r" t="t"/>
              <a:pathLst>
                <a:path extrusionOk="0" h="5730" w="4739">
                  <a:moveTo>
                    <a:pt x="242" y="4804"/>
                  </a:moveTo>
                  <a:lnTo>
                    <a:pt x="248" y="4811"/>
                  </a:lnTo>
                  <a:lnTo>
                    <a:pt x="248" y="4809"/>
                  </a:lnTo>
                  <a:lnTo>
                    <a:pt x="242" y="4804"/>
                  </a:lnTo>
                  <a:close/>
                  <a:moveTo>
                    <a:pt x="4465" y="1"/>
                  </a:moveTo>
                  <a:lnTo>
                    <a:pt x="2542" y="1682"/>
                  </a:lnTo>
                  <a:lnTo>
                    <a:pt x="2112" y="2295"/>
                  </a:lnTo>
                  <a:lnTo>
                    <a:pt x="1434" y="1793"/>
                  </a:lnTo>
                  <a:lnTo>
                    <a:pt x="932" y="2139"/>
                  </a:lnTo>
                  <a:lnTo>
                    <a:pt x="659" y="2921"/>
                  </a:lnTo>
                  <a:lnTo>
                    <a:pt x="242" y="2895"/>
                  </a:lnTo>
                  <a:lnTo>
                    <a:pt x="0" y="4029"/>
                  </a:lnTo>
                  <a:lnTo>
                    <a:pt x="248" y="4809"/>
                  </a:lnTo>
                  <a:lnTo>
                    <a:pt x="1148" y="5567"/>
                  </a:lnTo>
                  <a:lnTo>
                    <a:pt x="1108" y="5730"/>
                  </a:lnTo>
                  <a:lnTo>
                    <a:pt x="2438" y="4668"/>
                  </a:lnTo>
                  <a:lnTo>
                    <a:pt x="2881" y="4407"/>
                  </a:lnTo>
                  <a:lnTo>
                    <a:pt x="3240" y="4094"/>
                  </a:lnTo>
                  <a:lnTo>
                    <a:pt x="3070" y="3898"/>
                  </a:lnTo>
                  <a:lnTo>
                    <a:pt x="3116" y="3768"/>
                  </a:lnTo>
                  <a:lnTo>
                    <a:pt x="3468" y="3716"/>
                  </a:lnTo>
                  <a:lnTo>
                    <a:pt x="3950" y="3279"/>
                  </a:lnTo>
                  <a:lnTo>
                    <a:pt x="3872" y="3103"/>
                  </a:lnTo>
                  <a:lnTo>
                    <a:pt x="4054" y="3025"/>
                  </a:lnTo>
                  <a:lnTo>
                    <a:pt x="4530" y="2184"/>
                  </a:lnTo>
                  <a:lnTo>
                    <a:pt x="4726" y="1637"/>
                  </a:lnTo>
                  <a:lnTo>
                    <a:pt x="4739" y="1044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6"/>
            <p:cNvSpPr/>
            <p:nvPr/>
          </p:nvSpPr>
          <p:spPr>
            <a:xfrm>
              <a:off x="5530375" y="3162425"/>
              <a:ext cx="173225" cy="218675"/>
            </a:xfrm>
            <a:custGeom>
              <a:rect b="b" l="l" r="r" t="t"/>
              <a:pathLst>
                <a:path extrusionOk="0" h="8747" w="6929">
                  <a:moveTo>
                    <a:pt x="1265" y="0"/>
                  </a:moveTo>
                  <a:lnTo>
                    <a:pt x="692" y="189"/>
                  </a:lnTo>
                  <a:lnTo>
                    <a:pt x="444" y="1030"/>
                  </a:lnTo>
                  <a:lnTo>
                    <a:pt x="164" y="1180"/>
                  </a:lnTo>
                  <a:lnTo>
                    <a:pt x="1" y="1453"/>
                  </a:lnTo>
                  <a:lnTo>
                    <a:pt x="470" y="2405"/>
                  </a:lnTo>
                  <a:lnTo>
                    <a:pt x="1018" y="2894"/>
                  </a:lnTo>
                  <a:lnTo>
                    <a:pt x="913" y="3689"/>
                  </a:lnTo>
                  <a:lnTo>
                    <a:pt x="1591" y="3787"/>
                  </a:lnTo>
                  <a:lnTo>
                    <a:pt x="2060" y="5129"/>
                  </a:lnTo>
                  <a:lnTo>
                    <a:pt x="2517" y="5462"/>
                  </a:lnTo>
                  <a:lnTo>
                    <a:pt x="2034" y="6557"/>
                  </a:lnTo>
                  <a:lnTo>
                    <a:pt x="3012" y="6980"/>
                  </a:lnTo>
                  <a:lnTo>
                    <a:pt x="3064" y="7124"/>
                  </a:lnTo>
                  <a:lnTo>
                    <a:pt x="2921" y="7482"/>
                  </a:lnTo>
                  <a:lnTo>
                    <a:pt x="3136" y="7247"/>
                  </a:lnTo>
                  <a:lnTo>
                    <a:pt x="3696" y="7319"/>
                  </a:lnTo>
                  <a:lnTo>
                    <a:pt x="3931" y="7208"/>
                  </a:lnTo>
                  <a:lnTo>
                    <a:pt x="4250" y="7834"/>
                  </a:lnTo>
                  <a:lnTo>
                    <a:pt x="4446" y="7886"/>
                  </a:lnTo>
                  <a:lnTo>
                    <a:pt x="4609" y="8199"/>
                  </a:lnTo>
                  <a:lnTo>
                    <a:pt x="5091" y="8355"/>
                  </a:lnTo>
                  <a:lnTo>
                    <a:pt x="5684" y="8303"/>
                  </a:lnTo>
                  <a:lnTo>
                    <a:pt x="5652" y="8538"/>
                  </a:lnTo>
                  <a:lnTo>
                    <a:pt x="6127" y="8747"/>
                  </a:lnTo>
                  <a:lnTo>
                    <a:pt x="6655" y="6420"/>
                  </a:lnTo>
                  <a:lnTo>
                    <a:pt x="6831" y="5051"/>
                  </a:lnTo>
                  <a:lnTo>
                    <a:pt x="6447" y="4184"/>
                  </a:lnTo>
                  <a:lnTo>
                    <a:pt x="6584" y="4054"/>
                  </a:lnTo>
                  <a:lnTo>
                    <a:pt x="6590" y="3735"/>
                  </a:lnTo>
                  <a:lnTo>
                    <a:pt x="6929" y="3546"/>
                  </a:lnTo>
                  <a:lnTo>
                    <a:pt x="6382" y="2965"/>
                  </a:lnTo>
                  <a:lnTo>
                    <a:pt x="5704" y="2157"/>
                  </a:lnTo>
                  <a:lnTo>
                    <a:pt x="4172" y="2366"/>
                  </a:lnTo>
                  <a:lnTo>
                    <a:pt x="4107" y="2086"/>
                  </a:lnTo>
                  <a:lnTo>
                    <a:pt x="3918" y="1962"/>
                  </a:lnTo>
                  <a:lnTo>
                    <a:pt x="3709" y="1655"/>
                  </a:lnTo>
                  <a:lnTo>
                    <a:pt x="3468" y="1695"/>
                  </a:lnTo>
                  <a:lnTo>
                    <a:pt x="3351" y="1115"/>
                  </a:lnTo>
                  <a:lnTo>
                    <a:pt x="2999" y="919"/>
                  </a:lnTo>
                  <a:lnTo>
                    <a:pt x="2842" y="1095"/>
                  </a:lnTo>
                  <a:lnTo>
                    <a:pt x="2758" y="912"/>
                  </a:lnTo>
                  <a:lnTo>
                    <a:pt x="2543" y="893"/>
                  </a:lnTo>
                  <a:lnTo>
                    <a:pt x="2451" y="691"/>
                  </a:lnTo>
                  <a:lnTo>
                    <a:pt x="2236" y="671"/>
                  </a:lnTo>
                  <a:lnTo>
                    <a:pt x="2184" y="476"/>
                  </a:lnTo>
                  <a:lnTo>
                    <a:pt x="1813" y="417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6"/>
            <p:cNvSpPr/>
            <p:nvPr/>
          </p:nvSpPr>
          <p:spPr>
            <a:xfrm>
              <a:off x="5804450" y="3033050"/>
              <a:ext cx="336500" cy="263475"/>
            </a:xfrm>
            <a:custGeom>
              <a:rect b="b" l="l" r="r" t="t"/>
              <a:pathLst>
                <a:path extrusionOk="0" h="10539" w="13460">
                  <a:moveTo>
                    <a:pt x="10318" y="0"/>
                  </a:moveTo>
                  <a:lnTo>
                    <a:pt x="7841" y="228"/>
                  </a:lnTo>
                  <a:lnTo>
                    <a:pt x="8317" y="717"/>
                  </a:lnTo>
                  <a:lnTo>
                    <a:pt x="7782" y="1160"/>
                  </a:lnTo>
                  <a:lnTo>
                    <a:pt x="7385" y="1206"/>
                  </a:lnTo>
                  <a:lnTo>
                    <a:pt x="7261" y="1571"/>
                  </a:lnTo>
                  <a:lnTo>
                    <a:pt x="7059" y="1577"/>
                  </a:lnTo>
                  <a:lnTo>
                    <a:pt x="7059" y="1421"/>
                  </a:lnTo>
                  <a:lnTo>
                    <a:pt x="7287" y="1251"/>
                  </a:lnTo>
                  <a:lnTo>
                    <a:pt x="7131" y="1160"/>
                  </a:lnTo>
                  <a:lnTo>
                    <a:pt x="7287" y="978"/>
                  </a:lnTo>
                  <a:lnTo>
                    <a:pt x="7215" y="541"/>
                  </a:lnTo>
                  <a:lnTo>
                    <a:pt x="6648" y="697"/>
                  </a:lnTo>
                  <a:lnTo>
                    <a:pt x="6492" y="522"/>
                  </a:lnTo>
                  <a:lnTo>
                    <a:pt x="5605" y="932"/>
                  </a:lnTo>
                  <a:lnTo>
                    <a:pt x="4928" y="1414"/>
                  </a:lnTo>
                  <a:lnTo>
                    <a:pt x="4517" y="1447"/>
                  </a:lnTo>
                  <a:lnTo>
                    <a:pt x="4308" y="880"/>
                  </a:lnTo>
                  <a:lnTo>
                    <a:pt x="4732" y="658"/>
                  </a:lnTo>
                  <a:lnTo>
                    <a:pt x="4817" y="495"/>
                  </a:lnTo>
                  <a:lnTo>
                    <a:pt x="4791" y="658"/>
                  </a:lnTo>
                  <a:lnTo>
                    <a:pt x="4934" y="626"/>
                  </a:lnTo>
                  <a:lnTo>
                    <a:pt x="4934" y="495"/>
                  </a:lnTo>
                  <a:lnTo>
                    <a:pt x="5104" y="515"/>
                  </a:lnTo>
                  <a:lnTo>
                    <a:pt x="5104" y="515"/>
                  </a:lnTo>
                  <a:lnTo>
                    <a:pt x="5025" y="378"/>
                  </a:lnTo>
                  <a:lnTo>
                    <a:pt x="4934" y="456"/>
                  </a:lnTo>
                  <a:lnTo>
                    <a:pt x="4889" y="267"/>
                  </a:lnTo>
                  <a:lnTo>
                    <a:pt x="4830" y="352"/>
                  </a:lnTo>
                  <a:lnTo>
                    <a:pt x="4817" y="202"/>
                  </a:lnTo>
                  <a:lnTo>
                    <a:pt x="4530" y="189"/>
                  </a:lnTo>
                  <a:lnTo>
                    <a:pt x="4524" y="372"/>
                  </a:lnTo>
                  <a:lnTo>
                    <a:pt x="4439" y="241"/>
                  </a:lnTo>
                  <a:lnTo>
                    <a:pt x="4563" y="59"/>
                  </a:lnTo>
                  <a:lnTo>
                    <a:pt x="4497" y="26"/>
                  </a:lnTo>
                  <a:lnTo>
                    <a:pt x="4243" y="215"/>
                  </a:lnTo>
                  <a:lnTo>
                    <a:pt x="4067" y="72"/>
                  </a:lnTo>
                  <a:lnTo>
                    <a:pt x="3970" y="163"/>
                  </a:lnTo>
                  <a:lnTo>
                    <a:pt x="4106" y="385"/>
                  </a:lnTo>
                  <a:lnTo>
                    <a:pt x="3833" y="378"/>
                  </a:lnTo>
                  <a:lnTo>
                    <a:pt x="3872" y="561"/>
                  </a:lnTo>
                  <a:lnTo>
                    <a:pt x="3683" y="587"/>
                  </a:lnTo>
                  <a:lnTo>
                    <a:pt x="3637" y="697"/>
                  </a:lnTo>
                  <a:lnTo>
                    <a:pt x="3813" y="697"/>
                  </a:lnTo>
                  <a:lnTo>
                    <a:pt x="3539" y="1193"/>
                  </a:lnTo>
                  <a:lnTo>
                    <a:pt x="3422" y="1193"/>
                  </a:lnTo>
                  <a:lnTo>
                    <a:pt x="3194" y="1343"/>
                  </a:lnTo>
                  <a:lnTo>
                    <a:pt x="3187" y="1499"/>
                  </a:lnTo>
                  <a:lnTo>
                    <a:pt x="3031" y="1577"/>
                  </a:lnTo>
                  <a:lnTo>
                    <a:pt x="2979" y="1460"/>
                  </a:lnTo>
                  <a:lnTo>
                    <a:pt x="2894" y="1682"/>
                  </a:lnTo>
                  <a:lnTo>
                    <a:pt x="2705" y="1225"/>
                  </a:lnTo>
                  <a:lnTo>
                    <a:pt x="2444" y="1330"/>
                  </a:lnTo>
                  <a:lnTo>
                    <a:pt x="2314" y="1232"/>
                  </a:lnTo>
                  <a:lnTo>
                    <a:pt x="2008" y="1251"/>
                  </a:lnTo>
                  <a:lnTo>
                    <a:pt x="1799" y="1590"/>
                  </a:lnTo>
                  <a:lnTo>
                    <a:pt x="1688" y="1577"/>
                  </a:lnTo>
                  <a:lnTo>
                    <a:pt x="1734" y="1232"/>
                  </a:lnTo>
                  <a:lnTo>
                    <a:pt x="1610" y="1225"/>
                  </a:lnTo>
                  <a:lnTo>
                    <a:pt x="1336" y="1532"/>
                  </a:lnTo>
                  <a:lnTo>
                    <a:pt x="1284" y="1180"/>
                  </a:lnTo>
                  <a:lnTo>
                    <a:pt x="1024" y="997"/>
                  </a:lnTo>
                  <a:lnTo>
                    <a:pt x="796" y="971"/>
                  </a:lnTo>
                  <a:lnTo>
                    <a:pt x="639" y="1232"/>
                  </a:lnTo>
                  <a:lnTo>
                    <a:pt x="202" y="1238"/>
                  </a:lnTo>
                  <a:lnTo>
                    <a:pt x="0" y="2099"/>
                  </a:lnTo>
                  <a:lnTo>
                    <a:pt x="352" y="2575"/>
                  </a:lnTo>
                  <a:lnTo>
                    <a:pt x="444" y="2809"/>
                  </a:lnTo>
                  <a:lnTo>
                    <a:pt x="372" y="3565"/>
                  </a:lnTo>
                  <a:lnTo>
                    <a:pt x="1043" y="4321"/>
                  </a:lnTo>
                  <a:lnTo>
                    <a:pt x="978" y="4693"/>
                  </a:lnTo>
                  <a:lnTo>
                    <a:pt x="763" y="4817"/>
                  </a:lnTo>
                  <a:lnTo>
                    <a:pt x="1056" y="4993"/>
                  </a:lnTo>
                  <a:lnTo>
                    <a:pt x="1063" y="5253"/>
                  </a:lnTo>
                  <a:lnTo>
                    <a:pt x="1317" y="5481"/>
                  </a:lnTo>
                  <a:lnTo>
                    <a:pt x="1141" y="6009"/>
                  </a:lnTo>
                  <a:lnTo>
                    <a:pt x="763" y="6596"/>
                  </a:lnTo>
                  <a:lnTo>
                    <a:pt x="724" y="6915"/>
                  </a:lnTo>
                  <a:lnTo>
                    <a:pt x="848" y="7039"/>
                  </a:lnTo>
                  <a:lnTo>
                    <a:pt x="1154" y="6961"/>
                  </a:lnTo>
                  <a:lnTo>
                    <a:pt x="1284" y="7280"/>
                  </a:lnTo>
                  <a:lnTo>
                    <a:pt x="1584" y="7411"/>
                  </a:lnTo>
                  <a:lnTo>
                    <a:pt x="1565" y="7626"/>
                  </a:lnTo>
                  <a:lnTo>
                    <a:pt x="2301" y="7860"/>
                  </a:lnTo>
                  <a:lnTo>
                    <a:pt x="2464" y="8395"/>
                  </a:lnTo>
                  <a:lnTo>
                    <a:pt x="2653" y="8512"/>
                  </a:lnTo>
                  <a:lnTo>
                    <a:pt x="2712" y="8844"/>
                  </a:lnTo>
                  <a:lnTo>
                    <a:pt x="2901" y="9014"/>
                  </a:lnTo>
                  <a:lnTo>
                    <a:pt x="2796" y="9366"/>
                  </a:lnTo>
                  <a:lnTo>
                    <a:pt x="2796" y="9653"/>
                  </a:lnTo>
                  <a:lnTo>
                    <a:pt x="2979" y="9724"/>
                  </a:lnTo>
                  <a:lnTo>
                    <a:pt x="3103" y="10057"/>
                  </a:lnTo>
                  <a:lnTo>
                    <a:pt x="3989" y="10246"/>
                  </a:lnTo>
                  <a:lnTo>
                    <a:pt x="4458" y="10539"/>
                  </a:lnTo>
                  <a:lnTo>
                    <a:pt x="4647" y="9516"/>
                  </a:lnTo>
                  <a:lnTo>
                    <a:pt x="7170" y="9666"/>
                  </a:lnTo>
                  <a:lnTo>
                    <a:pt x="8467" y="7169"/>
                  </a:lnTo>
                  <a:lnTo>
                    <a:pt x="9620" y="7756"/>
                  </a:lnTo>
                  <a:lnTo>
                    <a:pt x="10298" y="7476"/>
                  </a:lnTo>
                  <a:lnTo>
                    <a:pt x="11621" y="6713"/>
                  </a:lnTo>
                  <a:lnTo>
                    <a:pt x="12064" y="7156"/>
                  </a:lnTo>
                  <a:lnTo>
                    <a:pt x="12214" y="6550"/>
                  </a:lnTo>
                  <a:lnTo>
                    <a:pt x="12553" y="6420"/>
                  </a:lnTo>
                  <a:lnTo>
                    <a:pt x="12664" y="6003"/>
                  </a:lnTo>
                  <a:lnTo>
                    <a:pt x="13394" y="5410"/>
                  </a:lnTo>
                  <a:lnTo>
                    <a:pt x="13127" y="4862"/>
                  </a:lnTo>
                  <a:lnTo>
                    <a:pt x="13114" y="4595"/>
                  </a:lnTo>
                  <a:lnTo>
                    <a:pt x="13427" y="3689"/>
                  </a:lnTo>
                  <a:lnTo>
                    <a:pt x="13459" y="2197"/>
                  </a:lnTo>
                  <a:lnTo>
                    <a:pt x="12051" y="886"/>
                  </a:lnTo>
                  <a:lnTo>
                    <a:pt x="11132" y="535"/>
                  </a:lnTo>
                  <a:lnTo>
                    <a:pt x="10318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6"/>
            <p:cNvSpPr/>
            <p:nvPr/>
          </p:nvSpPr>
          <p:spPr>
            <a:xfrm>
              <a:off x="4145725" y="2992150"/>
              <a:ext cx="106900" cy="114075"/>
            </a:xfrm>
            <a:custGeom>
              <a:rect b="b" l="l" r="r" t="t"/>
              <a:pathLst>
                <a:path extrusionOk="0" h="4563" w="4276">
                  <a:moveTo>
                    <a:pt x="2686" y="0"/>
                  </a:moveTo>
                  <a:lnTo>
                    <a:pt x="2256" y="85"/>
                  </a:lnTo>
                  <a:lnTo>
                    <a:pt x="2021" y="13"/>
                  </a:lnTo>
                  <a:lnTo>
                    <a:pt x="1897" y="157"/>
                  </a:lnTo>
                  <a:lnTo>
                    <a:pt x="1597" y="189"/>
                  </a:lnTo>
                  <a:lnTo>
                    <a:pt x="932" y="821"/>
                  </a:lnTo>
                  <a:lnTo>
                    <a:pt x="359" y="1180"/>
                  </a:lnTo>
                  <a:lnTo>
                    <a:pt x="535" y="1649"/>
                  </a:lnTo>
                  <a:lnTo>
                    <a:pt x="0" y="2040"/>
                  </a:lnTo>
                  <a:lnTo>
                    <a:pt x="1200" y="4204"/>
                  </a:lnTo>
                  <a:lnTo>
                    <a:pt x="1545" y="4217"/>
                  </a:lnTo>
                  <a:lnTo>
                    <a:pt x="1558" y="4517"/>
                  </a:lnTo>
                  <a:lnTo>
                    <a:pt x="1754" y="4562"/>
                  </a:lnTo>
                  <a:lnTo>
                    <a:pt x="2203" y="4413"/>
                  </a:lnTo>
                  <a:lnTo>
                    <a:pt x="2477" y="4022"/>
                  </a:lnTo>
                  <a:lnTo>
                    <a:pt x="2849" y="4289"/>
                  </a:lnTo>
                  <a:lnTo>
                    <a:pt x="3005" y="4191"/>
                  </a:lnTo>
                  <a:lnTo>
                    <a:pt x="3077" y="3885"/>
                  </a:lnTo>
                  <a:lnTo>
                    <a:pt x="3461" y="3474"/>
                  </a:lnTo>
                  <a:lnTo>
                    <a:pt x="3924" y="2575"/>
                  </a:lnTo>
                  <a:lnTo>
                    <a:pt x="4035" y="1317"/>
                  </a:lnTo>
                  <a:lnTo>
                    <a:pt x="4276" y="880"/>
                  </a:lnTo>
                  <a:lnTo>
                    <a:pt x="4002" y="522"/>
                  </a:lnTo>
                  <a:lnTo>
                    <a:pt x="3983" y="1010"/>
                  </a:lnTo>
                  <a:lnTo>
                    <a:pt x="3337" y="1291"/>
                  </a:lnTo>
                  <a:lnTo>
                    <a:pt x="3077" y="1089"/>
                  </a:lnTo>
                  <a:lnTo>
                    <a:pt x="2810" y="743"/>
                  </a:lnTo>
                  <a:lnTo>
                    <a:pt x="2862" y="502"/>
                  </a:lnTo>
                  <a:lnTo>
                    <a:pt x="2594" y="424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6"/>
            <p:cNvSpPr/>
            <p:nvPr/>
          </p:nvSpPr>
          <p:spPr>
            <a:xfrm>
              <a:off x="7012000" y="2806400"/>
              <a:ext cx="158075" cy="123200"/>
            </a:xfrm>
            <a:custGeom>
              <a:rect b="b" l="l" r="r" t="t"/>
              <a:pathLst>
                <a:path extrusionOk="0" h="4928" w="6323">
                  <a:moveTo>
                    <a:pt x="495" y="0"/>
                  </a:moveTo>
                  <a:lnTo>
                    <a:pt x="0" y="3963"/>
                  </a:lnTo>
                  <a:lnTo>
                    <a:pt x="7" y="3963"/>
                  </a:lnTo>
                  <a:lnTo>
                    <a:pt x="541" y="3930"/>
                  </a:lnTo>
                  <a:lnTo>
                    <a:pt x="984" y="4074"/>
                  </a:lnTo>
                  <a:lnTo>
                    <a:pt x="1649" y="4100"/>
                  </a:lnTo>
                  <a:lnTo>
                    <a:pt x="1812" y="3813"/>
                  </a:lnTo>
                  <a:lnTo>
                    <a:pt x="3155" y="3077"/>
                  </a:lnTo>
                  <a:lnTo>
                    <a:pt x="4165" y="3266"/>
                  </a:lnTo>
                  <a:lnTo>
                    <a:pt x="4373" y="3552"/>
                  </a:lnTo>
                  <a:lnTo>
                    <a:pt x="4921" y="3826"/>
                  </a:lnTo>
                  <a:lnTo>
                    <a:pt x="6264" y="4927"/>
                  </a:lnTo>
                  <a:lnTo>
                    <a:pt x="6322" y="4875"/>
                  </a:lnTo>
                  <a:lnTo>
                    <a:pt x="6068" y="4308"/>
                  </a:lnTo>
                  <a:lnTo>
                    <a:pt x="5442" y="4145"/>
                  </a:lnTo>
                  <a:lnTo>
                    <a:pt x="5156" y="3363"/>
                  </a:lnTo>
                  <a:lnTo>
                    <a:pt x="5149" y="2861"/>
                  </a:lnTo>
                  <a:lnTo>
                    <a:pt x="5032" y="2692"/>
                  </a:lnTo>
                  <a:lnTo>
                    <a:pt x="5116" y="1760"/>
                  </a:lnTo>
                  <a:lnTo>
                    <a:pt x="5116" y="1760"/>
                  </a:lnTo>
                  <a:lnTo>
                    <a:pt x="4354" y="1825"/>
                  </a:lnTo>
                  <a:lnTo>
                    <a:pt x="3859" y="1708"/>
                  </a:lnTo>
                  <a:lnTo>
                    <a:pt x="3761" y="1793"/>
                  </a:lnTo>
                  <a:lnTo>
                    <a:pt x="3415" y="1369"/>
                  </a:lnTo>
                  <a:lnTo>
                    <a:pt x="3305" y="1428"/>
                  </a:lnTo>
                  <a:lnTo>
                    <a:pt x="3129" y="1180"/>
                  </a:lnTo>
                  <a:lnTo>
                    <a:pt x="2940" y="1128"/>
                  </a:lnTo>
                  <a:lnTo>
                    <a:pt x="2868" y="1017"/>
                  </a:lnTo>
                  <a:lnTo>
                    <a:pt x="2992" y="802"/>
                  </a:lnTo>
                  <a:lnTo>
                    <a:pt x="2829" y="737"/>
                  </a:lnTo>
                  <a:lnTo>
                    <a:pt x="2581" y="1141"/>
                  </a:lnTo>
                  <a:lnTo>
                    <a:pt x="1929" y="548"/>
                  </a:lnTo>
                  <a:lnTo>
                    <a:pt x="1519" y="574"/>
                  </a:lnTo>
                  <a:lnTo>
                    <a:pt x="1147" y="241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6"/>
            <p:cNvSpPr/>
            <p:nvPr/>
          </p:nvSpPr>
          <p:spPr>
            <a:xfrm>
              <a:off x="4227200" y="3003700"/>
              <a:ext cx="107225" cy="124025"/>
            </a:xfrm>
            <a:custGeom>
              <a:rect b="b" l="l" r="r" t="t"/>
              <a:pathLst>
                <a:path extrusionOk="0" h="4961" w="4289">
                  <a:moveTo>
                    <a:pt x="3350" y="1"/>
                  </a:moveTo>
                  <a:lnTo>
                    <a:pt x="3279" y="157"/>
                  </a:lnTo>
                  <a:lnTo>
                    <a:pt x="2777" y="275"/>
                  </a:lnTo>
                  <a:lnTo>
                    <a:pt x="2268" y="777"/>
                  </a:lnTo>
                  <a:lnTo>
                    <a:pt x="1721" y="412"/>
                  </a:lnTo>
                  <a:lnTo>
                    <a:pt x="1108" y="535"/>
                  </a:lnTo>
                  <a:lnTo>
                    <a:pt x="1017" y="418"/>
                  </a:lnTo>
                  <a:lnTo>
                    <a:pt x="776" y="855"/>
                  </a:lnTo>
                  <a:lnTo>
                    <a:pt x="665" y="2113"/>
                  </a:lnTo>
                  <a:lnTo>
                    <a:pt x="489" y="2901"/>
                  </a:lnTo>
                  <a:lnTo>
                    <a:pt x="0" y="3573"/>
                  </a:lnTo>
                  <a:lnTo>
                    <a:pt x="85" y="3918"/>
                  </a:lnTo>
                  <a:lnTo>
                    <a:pt x="359" y="4961"/>
                  </a:lnTo>
                  <a:lnTo>
                    <a:pt x="997" y="4531"/>
                  </a:lnTo>
                  <a:lnTo>
                    <a:pt x="2112" y="4081"/>
                  </a:lnTo>
                  <a:lnTo>
                    <a:pt x="2861" y="4465"/>
                  </a:lnTo>
                  <a:lnTo>
                    <a:pt x="3259" y="4218"/>
                  </a:lnTo>
                  <a:lnTo>
                    <a:pt x="4289" y="3586"/>
                  </a:lnTo>
                  <a:lnTo>
                    <a:pt x="4269" y="2569"/>
                  </a:lnTo>
                  <a:lnTo>
                    <a:pt x="3657" y="1722"/>
                  </a:lnTo>
                  <a:lnTo>
                    <a:pt x="3820" y="1337"/>
                  </a:lnTo>
                  <a:lnTo>
                    <a:pt x="3846" y="333"/>
                  </a:lnTo>
                  <a:lnTo>
                    <a:pt x="335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6"/>
            <p:cNvSpPr/>
            <p:nvPr/>
          </p:nvSpPr>
          <p:spPr>
            <a:xfrm>
              <a:off x="5678825" y="3674525"/>
              <a:ext cx="187075" cy="167350"/>
            </a:xfrm>
            <a:custGeom>
              <a:rect b="b" l="l" r="r" t="t"/>
              <a:pathLst>
                <a:path extrusionOk="0" h="6694" w="7483">
                  <a:moveTo>
                    <a:pt x="5618" y="1"/>
                  </a:moveTo>
                  <a:lnTo>
                    <a:pt x="5416" y="27"/>
                  </a:lnTo>
                  <a:lnTo>
                    <a:pt x="5110" y="209"/>
                  </a:lnTo>
                  <a:lnTo>
                    <a:pt x="4726" y="672"/>
                  </a:lnTo>
                  <a:lnTo>
                    <a:pt x="4159" y="646"/>
                  </a:lnTo>
                  <a:lnTo>
                    <a:pt x="3852" y="991"/>
                  </a:lnTo>
                  <a:lnTo>
                    <a:pt x="3487" y="919"/>
                  </a:lnTo>
                  <a:lnTo>
                    <a:pt x="3416" y="691"/>
                  </a:lnTo>
                  <a:lnTo>
                    <a:pt x="3272" y="639"/>
                  </a:lnTo>
                  <a:lnTo>
                    <a:pt x="2588" y="1239"/>
                  </a:lnTo>
                  <a:lnTo>
                    <a:pt x="2321" y="1128"/>
                  </a:lnTo>
                  <a:lnTo>
                    <a:pt x="1936" y="600"/>
                  </a:lnTo>
                  <a:lnTo>
                    <a:pt x="1467" y="620"/>
                  </a:lnTo>
                  <a:lnTo>
                    <a:pt x="1317" y="1343"/>
                  </a:lnTo>
                  <a:lnTo>
                    <a:pt x="776" y="2920"/>
                  </a:lnTo>
                  <a:lnTo>
                    <a:pt x="326" y="3644"/>
                  </a:lnTo>
                  <a:lnTo>
                    <a:pt x="235" y="4198"/>
                  </a:lnTo>
                  <a:lnTo>
                    <a:pt x="0" y="4921"/>
                  </a:lnTo>
                  <a:lnTo>
                    <a:pt x="20" y="5012"/>
                  </a:lnTo>
                  <a:lnTo>
                    <a:pt x="809" y="6147"/>
                  </a:lnTo>
                  <a:lnTo>
                    <a:pt x="1741" y="6694"/>
                  </a:lnTo>
                  <a:lnTo>
                    <a:pt x="1995" y="6518"/>
                  </a:lnTo>
                  <a:lnTo>
                    <a:pt x="2842" y="4654"/>
                  </a:lnTo>
                  <a:lnTo>
                    <a:pt x="4035" y="4713"/>
                  </a:lnTo>
                  <a:lnTo>
                    <a:pt x="4680" y="4902"/>
                  </a:lnTo>
                  <a:lnTo>
                    <a:pt x="5436" y="4915"/>
                  </a:lnTo>
                  <a:lnTo>
                    <a:pt x="5684" y="5012"/>
                  </a:lnTo>
                  <a:lnTo>
                    <a:pt x="7202" y="2744"/>
                  </a:lnTo>
                  <a:lnTo>
                    <a:pt x="7241" y="2445"/>
                  </a:lnTo>
                  <a:lnTo>
                    <a:pt x="7000" y="2138"/>
                  </a:lnTo>
                  <a:lnTo>
                    <a:pt x="7131" y="1767"/>
                  </a:lnTo>
                  <a:lnTo>
                    <a:pt x="7482" y="1500"/>
                  </a:lnTo>
                  <a:lnTo>
                    <a:pt x="7202" y="1311"/>
                  </a:lnTo>
                  <a:lnTo>
                    <a:pt x="7039" y="952"/>
                  </a:lnTo>
                  <a:lnTo>
                    <a:pt x="7144" y="750"/>
                  </a:lnTo>
                  <a:lnTo>
                    <a:pt x="6948" y="242"/>
                  </a:lnTo>
                  <a:lnTo>
                    <a:pt x="5990" y="222"/>
                  </a:lnTo>
                  <a:lnTo>
                    <a:pt x="5618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6"/>
            <p:cNvSpPr/>
            <p:nvPr/>
          </p:nvSpPr>
          <p:spPr>
            <a:xfrm>
              <a:off x="6966375" y="3118100"/>
              <a:ext cx="72350" cy="193925"/>
            </a:xfrm>
            <a:custGeom>
              <a:rect b="b" l="l" r="r" t="t"/>
              <a:pathLst>
                <a:path extrusionOk="0" h="7757" w="2894">
                  <a:moveTo>
                    <a:pt x="991" y="0"/>
                  </a:moveTo>
                  <a:lnTo>
                    <a:pt x="150" y="4562"/>
                  </a:lnTo>
                  <a:lnTo>
                    <a:pt x="157" y="4562"/>
                  </a:lnTo>
                  <a:lnTo>
                    <a:pt x="26" y="5253"/>
                  </a:lnTo>
                  <a:lnTo>
                    <a:pt x="0" y="6127"/>
                  </a:lnTo>
                  <a:lnTo>
                    <a:pt x="163" y="6329"/>
                  </a:lnTo>
                  <a:lnTo>
                    <a:pt x="157" y="6752"/>
                  </a:lnTo>
                  <a:lnTo>
                    <a:pt x="1336" y="7756"/>
                  </a:lnTo>
                  <a:lnTo>
                    <a:pt x="2698" y="6563"/>
                  </a:lnTo>
                  <a:lnTo>
                    <a:pt x="2894" y="4875"/>
                  </a:lnTo>
                  <a:lnTo>
                    <a:pt x="2203" y="528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6"/>
            <p:cNvSpPr/>
            <p:nvPr/>
          </p:nvSpPr>
          <p:spPr>
            <a:xfrm>
              <a:off x="6953175" y="2589350"/>
              <a:ext cx="152200" cy="117525"/>
            </a:xfrm>
            <a:custGeom>
              <a:rect b="b" l="l" r="r" t="t"/>
              <a:pathLst>
                <a:path extrusionOk="0" h="4701" w="6088">
                  <a:moveTo>
                    <a:pt x="4836" y="1"/>
                  </a:moveTo>
                  <a:lnTo>
                    <a:pt x="2725" y="1142"/>
                  </a:lnTo>
                  <a:lnTo>
                    <a:pt x="2360" y="1474"/>
                  </a:lnTo>
                  <a:lnTo>
                    <a:pt x="0" y="4244"/>
                  </a:lnTo>
                  <a:lnTo>
                    <a:pt x="535" y="4335"/>
                  </a:lnTo>
                  <a:lnTo>
                    <a:pt x="769" y="4602"/>
                  </a:lnTo>
                  <a:lnTo>
                    <a:pt x="1428" y="4459"/>
                  </a:lnTo>
                  <a:lnTo>
                    <a:pt x="1734" y="4596"/>
                  </a:lnTo>
                  <a:lnTo>
                    <a:pt x="2686" y="4009"/>
                  </a:lnTo>
                  <a:lnTo>
                    <a:pt x="2920" y="3397"/>
                  </a:lnTo>
                  <a:lnTo>
                    <a:pt x="3109" y="3227"/>
                  </a:lnTo>
                  <a:lnTo>
                    <a:pt x="3324" y="3273"/>
                  </a:lnTo>
                  <a:lnTo>
                    <a:pt x="4237" y="3788"/>
                  </a:lnTo>
                  <a:lnTo>
                    <a:pt x="4478" y="3729"/>
                  </a:lnTo>
                  <a:lnTo>
                    <a:pt x="4862" y="4179"/>
                  </a:lnTo>
                  <a:lnTo>
                    <a:pt x="5671" y="4700"/>
                  </a:lnTo>
                  <a:lnTo>
                    <a:pt x="6088" y="3149"/>
                  </a:lnTo>
                  <a:lnTo>
                    <a:pt x="5918" y="2953"/>
                  </a:lnTo>
                  <a:lnTo>
                    <a:pt x="5644" y="2947"/>
                  </a:lnTo>
                  <a:lnTo>
                    <a:pt x="5273" y="2419"/>
                  </a:lnTo>
                  <a:lnTo>
                    <a:pt x="5169" y="2152"/>
                  </a:lnTo>
                  <a:lnTo>
                    <a:pt x="5234" y="666"/>
                  </a:lnTo>
                  <a:lnTo>
                    <a:pt x="4986" y="561"/>
                  </a:lnTo>
                  <a:lnTo>
                    <a:pt x="483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4773850" y="2425275"/>
              <a:ext cx="181375" cy="182675"/>
            </a:xfrm>
            <a:custGeom>
              <a:rect b="b" l="l" r="r" t="t"/>
              <a:pathLst>
                <a:path extrusionOk="0" h="7307" w="7255">
                  <a:moveTo>
                    <a:pt x="3970" y="1"/>
                  </a:moveTo>
                  <a:lnTo>
                    <a:pt x="1" y="5476"/>
                  </a:lnTo>
                  <a:lnTo>
                    <a:pt x="959" y="6049"/>
                  </a:lnTo>
                  <a:lnTo>
                    <a:pt x="1278" y="5951"/>
                  </a:lnTo>
                  <a:lnTo>
                    <a:pt x="3253" y="7307"/>
                  </a:lnTo>
                  <a:lnTo>
                    <a:pt x="6720" y="5078"/>
                  </a:lnTo>
                  <a:lnTo>
                    <a:pt x="7255" y="2165"/>
                  </a:lnTo>
                  <a:lnTo>
                    <a:pt x="6101" y="1467"/>
                  </a:lnTo>
                  <a:lnTo>
                    <a:pt x="5821" y="1487"/>
                  </a:lnTo>
                  <a:lnTo>
                    <a:pt x="4400" y="587"/>
                  </a:lnTo>
                  <a:lnTo>
                    <a:pt x="4257" y="164"/>
                  </a:lnTo>
                  <a:lnTo>
                    <a:pt x="397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6"/>
            <p:cNvSpPr/>
            <p:nvPr/>
          </p:nvSpPr>
          <p:spPr>
            <a:xfrm>
              <a:off x="5858875" y="2661225"/>
              <a:ext cx="266925" cy="153825"/>
            </a:xfrm>
            <a:custGeom>
              <a:rect b="b" l="l" r="r" t="t"/>
              <a:pathLst>
                <a:path extrusionOk="0" h="6153" w="10677">
                  <a:moveTo>
                    <a:pt x="1284" y="0"/>
                  </a:moveTo>
                  <a:lnTo>
                    <a:pt x="0" y="2438"/>
                  </a:lnTo>
                  <a:lnTo>
                    <a:pt x="632" y="2868"/>
                  </a:lnTo>
                  <a:lnTo>
                    <a:pt x="1551" y="2718"/>
                  </a:lnTo>
                  <a:lnTo>
                    <a:pt x="2131" y="2373"/>
                  </a:lnTo>
                  <a:lnTo>
                    <a:pt x="6479" y="3819"/>
                  </a:lnTo>
                  <a:lnTo>
                    <a:pt x="7671" y="5781"/>
                  </a:lnTo>
                  <a:lnTo>
                    <a:pt x="10265" y="6153"/>
                  </a:lnTo>
                  <a:lnTo>
                    <a:pt x="10676" y="671"/>
                  </a:lnTo>
                  <a:lnTo>
                    <a:pt x="10676" y="671"/>
                  </a:lnTo>
                  <a:lnTo>
                    <a:pt x="10481" y="847"/>
                  </a:lnTo>
                  <a:lnTo>
                    <a:pt x="10044" y="548"/>
                  </a:lnTo>
                  <a:lnTo>
                    <a:pt x="9490" y="600"/>
                  </a:lnTo>
                  <a:lnTo>
                    <a:pt x="9320" y="1017"/>
                  </a:lnTo>
                  <a:lnTo>
                    <a:pt x="8786" y="1115"/>
                  </a:lnTo>
                  <a:lnTo>
                    <a:pt x="8225" y="958"/>
                  </a:lnTo>
                  <a:lnTo>
                    <a:pt x="7665" y="965"/>
                  </a:lnTo>
                  <a:lnTo>
                    <a:pt x="7411" y="593"/>
                  </a:lnTo>
                  <a:lnTo>
                    <a:pt x="5247" y="535"/>
                  </a:lnTo>
                  <a:lnTo>
                    <a:pt x="4484" y="280"/>
                  </a:lnTo>
                  <a:lnTo>
                    <a:pt x="3213" y="463"/>
                  </a:lnTo>
                  <a:lnTo>
                    <a:pt x="2927" y="228"/>
                  </a:lnTo>
                  <a:lnTo>
                    <a:pt x="1597" y="320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6"/>
            <p:cNvSpPr/>
            <p:nvPr/>
          </p:nvSpPr>
          <p:spPr>
            <a:xfrm>
              <a:off x="5505775" y="2979600"/>
              <a:ext cx="229925" cy="256975"/>
            </a:xfrm>
            <a:custGeom>
              <a:rect b="b" l="l" r="r" t="t"/>
              <a:pathLst>
                <a:path extrusionOk="0" h="10279" w="9197">
                  <a:moveTo>
                    <a:pt x="6140" y="0"/>
                  </a:moveTo>
                  <a:lnTo>
                    <a:pt x="5945" y="26"/>
                  </a:lnTo>
                  <a:lnTo>
                    <a:pt x="5658" y="391"/>
                  </a:lnTo>
                  <a:lnTo>
                    <a:pt x="4947" y="535"/>
                  </a:lnTo>
                  <a:lnTo>
                    <a:pt x="4394" y="476"/>
                  </a:lnTo>
                  <a:lnTo>
                    <a:pt x="4439" y="79"/>
                  </a:lnTo>
                  <a:lnTo>
                    <a:pt x="4120" y="39"/>
                  </a:lnTo>
                  <a:lnTo>
                    <a:pt x="3696" y="183"/>
                  </a:lnTo>
                  <a:lnTo>
                    <a:pt x="3246" y="333"/>
                  </a:lnTo>
                  <a:lnTo>
                    <a:pt x="3116" y="522"/>
                  </a:lnTo>
                  <a:lnTo>
                    <a:pt x="3175" y="789"/>
                  </a:lnTo>
                  <a:lnTo>
                    <a:pt x="2099" y="1701"/>
                  </a:lnTo>
                  <a:lnTo>
                    <a:pt x="1311" y="1565"/>
                  </a:lnTo>
                  <a:lnTo>
                    <a:pt x="841" y="1812"/>
                  </a:lnTo>
                  <a:lnTo>
                    <a:pt x="1193" y="3389"/>
                  </a:lnTo>
                  <a:lnTo>
                    <a:pt x="2008" y="3474"/>
                  </a:lnTo>
                  <a:lnTo>
                    <a:pt x="2288" y="3872"/>
                  </a:lnTo>
                  <a:lnTo>
                    <a:pt x="2360" y="5019"/>
                  </a:lnTo>
                  <a:lnTo>
                    <a:pt x="1923" y="5319"/>
                  </a:lnTo>
                  <a:lnTo>
                    <a:pt x="1663" y="5377"/>
                  </a:lnTo>
                  <a:lnTo>
                    <a:pt x="1291" y="5195"/>
                  </a:lnTo>
                  <a:lnTo>
                    <a:pt x="822" y="5449"/>
                  </a:lnTo>
                  <a:lnTo>
                    <a:pt x="633" y="5299"/>
                  </a:lnTo>
                  <a:lnTo>
                    <a:pt x="405" y="5299"/>
                  </a:lnTo>
                  <a:lnTo>
                    <a:pt x="1" y="5534"/>
                  </a:lnTo>
                  <a:lnTo>
                    <a:pt x="1102" y="6446"/>
                  </a:lnTo>
                  <a:lnTo>
                    <a:pt x="1239" y="6720"/>
                  </a:lnTo>
                  <a:lnTo>
                    <a:pt x="1246" y="7293"/>
                  </a:lnTo>
                  <a:lnTo>
                    <a:pt x="2249" y="7313"/>
                  </a:lnTo>
                  <a:lnTo>
                    <a:pt x="2803" y="7730"/>
                  </a:lnTo>
                  <a:lnTo>
                    <a:pt x="3168" y="7789"/>
                  </a:lnTo>
                  <a:lnTo>
                    <a:pt x="3220" y="7978"/>
                  </a:lnTo>
                  <a:lnTo>
                    <a:pt x="3435" y="8004"/>
                  </a:lnTo>
                  <a:lnTo>
                    <a:pt x="3527" y="8206"/>
                  </a:lnTo>
                  <a:lnTo>
                    <a:pt x="3742" y="8225"/>
                  </a:lnTo>
                  <a:lnTo>
                    <a:pt x="3826" y="8408"/>
                  </a:lnTo>
                  <a:lnTo>
                    <a:pt x="3989" y="8232"/>
                  </a:lnTo>
                  <a:lnTo>
                    <a:pt x="4341" y="8428"/>
                  </a:lnTo>
                  <a:lnTo>
                    <a:pt x="4452" y="9008"/>
                  </a:lnTo>
                  <a:lnTo>
                    <a:pt x="4693" y="8968"/>
                  </a:lnTo>
                  <a:lnTo>
                    <a:pt x="4908" y="9268"/>
                  </a:lnTo>
                  <a:lnTo>
                    <a:pt x="5097" y="9399"/>
                  </a:lnTo>
                  <a:lnTo>
                    <a:pt x="5163" y="9679"/>
                  </a:lnTo>
                  <a:lnTo>
                    <a:pt x="6688" y="9470"/>
                  </a:lnTo>
                  <a:lnTo>
                    <a:pt x="7366" y="10278"/>
                  </a:lnTo>
                  <a:lnTo>
                    <a:pt x="7900" y="9640"/>
                  </a:lnTo>
                  <a:lnTo>
                    <a:pt x="8089" y="9216"/>
                  </a:lnTo>
                  <a:lnTo>
                    <a:pt x="8063" y="8786"/>
                  </a:lnTo>
                  <a:lnTo>
                    <a:pt x="8324" y="8304"/>
                  </a:lnTo>
                  <a:lnTo>
                    <a:pt x="8689" y="7932"/>
                  </a:lnTo>
                  <a:lnTo>
                    <a:pt x="9197" y="6629"/>
                  </a:lnTo>
                  <a:lnTo>
                    <a:pt x="7952" y="6368"/>
                  </a:lnTo>
                  <a:lnTo>
                    <a:pt x="7626" y="6140"/>
                  </a:lnTo>
                  <a:lnTo>
                    <a:pt x="6225" y="5677"/>
                  </a:lnTo>
                  <a:lnTo>
                    <a:pt x="6642" y="5338"/>
                  </a:lnTo>
                  <a:lnTo>
                    <a:pt x="7053" y="5169"/>
                  </a:lnTo>
                  <a:lnTo>
                    <a:pt x="7366" y="4530"/>
                  </a:lnTo>
                  <a:lnTo>
                    <a:pt x="7678" y="4550"/>
                  </a:lnTo>
                  <a:lnTo>
                    <a:pt x="8252" y="4035"/>
                  </a:lnTo>
                  <a:lnTo>
                    <a:pt x="8389" y="3552"/>
                  </a:lnTo>
                  <a:lnTo>
                    <a:pt x="8174" y="2992"/>
                  </a:lnTo>
                  <a:lnTo>
                    <a:pt x="8167" y="2601"/>
                  </a:lnTo>
                  <a:lnTo>
                    <a:pt x="7906" y="2646"/>
                  </a:lnTo>
                  <a:lnTo>
                    <a:pt x="7906" y="2646"/>
                  </a:lnTo>
                  <a:lnTo>
                    <a:pt x="8369" y="2353"/>
                  </a:lnTo>
                  <a:lnTo>
                    <a:pt x="8610" y="2047"/>
                  </a:lnTo>
                  <a:lnTo>
                    <a:pt x="8337" y="1688"/>
                  </a:lnTo>
                  <a:lnTo>
                    <a:pt x="8610" y="1193"/>
                  </a:lnTo>
                  <a:lnTo>
                    <a:pt x="8402" y="893"/>
                  </a:lnTo>
                  <a:lnTo>
                    <a:pt x="6577" y="822"/>
                  </a:lnTo>
                  <a:lnTo>
                    <a:pt x="6140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6"/>
            <p:cNvSpPr/>
            <p:nvPr/>
          </p:nvSpPr>
          <p:spPr>
            <a:xfrm>
              <a:off x="4386050" y="2906275"/>
              <a:ext cx="166225" cy="152525"/>
            </a:xfrm>
            <a:custGeom>
              <a:rect b="b" l="l" r="r" t="t"/>
              <a:pathLst>
                <a:path extrusionOk="0" h="6101" w="6649">
                  <a:moveTo>
                    <a:pt x="2478" y="0"/>
                  </a:moveTo>
                  <a:lnTo>
                    <a:pt x="2223" y="424"/>
                  </a:lnTo>
                  <a:lnTo>
                    <a:pt x="1676" y="496"/>
                  </a:lnTo>
                  <a:lnTo>
                    <a:pt x="1585" y="815"/>
                  </a:lnTo>
                  <a:lnTo>
                    <a:pt x="1324" y="978"/>
                  </a:lnTo>
                  <a:lnTo>
                    <a:pt x="1141" y="1376"/>
                  </a:lnTo>
                  <a:lnTo>
                    <a:pt x="939" y="1584"/>
                  </a:lnTo>
                  <a:lnTo>
                    <a:pt x="1057" y="1832"/>
                  </a:lnTo>
                  <a:lnTo>
                    <a:pt x="731" y="2021"/>
                  </a:lnTo>
                  <a:lnTo>
                    <a:pt x="516" y="1962"/>
                  </a:lnTo>
                  <a:lnTo>
                    <a:pt x="314" y="2073"/>
                  </a:lnTo>
                  <a:lnTo>
                    <a:pt x="320" y="2692"/>
                  </a:lnTo>
                  <a:lnTo>
                    <a:pt x="86" y="2816"/>
                  </a:lnTo>
                  <a:lnTo>
                    <a:pt x="1" y="3025"/>
                  </a:lnTo>
                  <a:lnTo>
                    <a:pt x="99" y="3188"/>
                  </a:lnTo>
                  <a:lnTo>
                    <a:pt x="848" y="3983"/>
                  </a:lnTo>
                  <a:lnTo>
                    <a:pt x="1611" y="5006"/>
                  </a:lnTo>
                  <a:lnTo>
                    <a:pt x="3214" y="5658"/>
                  </a:lnTo>
                  <a:lnTo>
                    <a:pt x="4596" y="5821"/>
                  </a:lnTo>
                  <a:lnTo>
                    <a:pt x="5378" y="6101"/>
                  </a:lnTo>
                  <a:lnTo>
                    <a:pt x="6649" y="5019"/>
                  </a:lnTo>
                  <a:lnTo>
                    <a:pt x="6584" y="4726"/>
                  </a:lnTo>
                  <a:lnTo>
                    <a:pt x="6049" y="4563"/>
                  </a:lnTo>
                  <a:lnTo>
                    <a:pt x="5775" y="3696"/>
                  </a:lnTo>
                  <a:lnTo>
                    <a:pt x="5678" y="3689"/>
                  </a:lnTo>
                  <a:lnTo>
                    <a:pt x="5287" y="3989"/>
                  </a:lnTo>
                  <a:lnTo>
                    <a:pt x="5130" y="3944"/>
                  </a:lnTo>
                  <a:lnTo>
                    <a:pt x="4811" y="4113"/>
                  </a:lnTo>
                  <a:lnTo>
                    <a:pt x="4759" y="4263"/>
                  </a:lnTo>
                  <a:lnTo>
                    <a:pt x="4498" y="4276"/>
                  </a:lnTo>
                  <a:lnTo>
                    <a:pt x="4426" y="3937"/>
                  </a:lnTo>
                  <a:lnTo>
                    <a:pt x="4726" y="3742"/>
                  </a:lnTo>
                  <a:lnTo>
                    <a:pt x="4993" y="3122"/>
                  </a:lnTo>
                  <a:lnTo>
                    <a:pt x="4211" y="3057"/>
                  </a:lnTo>
                  <a:lnTo>
                    <a:pt x="4211" y="2803"/>
                  </a:lnTo>
                  <a:lnTo>
                    <a:pt x="4061" y="2986"/>
                  </a:lnTo>
                  <a:lnTo>
                    <a:pt x="4120" y="3357"/>
                  </a:lnTo>
                  <a:lnTo>
                    <a:pt x="4120" y="3357"/>
                  </a:lnTo>
                  <a:lnTo>
                    <a:pt x="3990" y="3311"/>
                  </a:lnTo>
                  <a:lnTo>
                    <a:pt x="3879" y="2901"/>
                  </a:lnTo>
                  <a:lnTo>
                    <a:pt x="4029" y="2744"/>
                  </a:lnTo>
                  <a:lnTo>
                    <a:pt x="4263" y="2712"/>
                  </a:lnTo>
                  <a:lnTo>
                    <a:pt x="4374" y="2516"/>
                  </a:lnTo>
                  <a:lnTo>
                    <a:pt x="3820" y="2040"/>
                  </a:lnTo>
                  <a:lnTo>
                    <a:pt x="2810" y="0"/>
                  </a:lnTo>
                  <a:lnTo>
                    <a:pt x="2673" y="79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6"/>
            <p:cNvSpPr/>
            <p:nvPr/>
          </p:nvSpPr>
          <p:spPr>
            <a:xfrm>
              <a:off x="4660450" y="3038575"/>
              <a:ext cx="85075" cy="103175"/>
            </a:xfrm>
            <a:custGeom>
              <a:rect b="b" l="l" r="r" t="t"/>
              <a:pathLst>
                <a:path extrusionOk="0" h="4127" w="3403">
                  <a:moveTo>
                    <a:pt x="926" y="1"/>
                  </a:moveTo>
                  <a:lnTo>
                    <a:pt x="861" y="138"/>
                  </a:lnTo>
                  <a:lnTo>
                    <a:pt x="1148" y="411"/>
                  </a:lnTo>
                  <a:lnTo>
                    <a:pt x="1167" y="685"/>
                  </a:lnTo>
                  <a:lnTo>
                    <a:pt x="802" y="841"/>
                  </a:lnTo>
                  <a:lnTo>
                    <a:pt x="339" y="607"/>
                  </a:lnTo>
                  <a:lnTo>
                    <a:pt x="463" y="1044"/>
                  </a:lnTo>
                  <a:lnTo>
                    <a:pt x="698" y="1096"/>
                  </a:lnTo>
                  <a:lnTo>
                    <a:pt x="594" y="1291"/>
                  </a:lnTo>
                  <a:lnTo>
                    <a:pt x="724" y="1324"/>
                  </a:lnTo>
                  <a:lnTo>
                    <a:pt x="613" y="1402"/>
                  </a:lnTo>
                  <a:lnTo>
                    <a:pt x="704" y="1526"/>
                  </a:lnTo>
                  <a:lnTo>
                    <a:pt x="320" y="1715"/>
                  </a:lnTo>
                  <a:lnTo>
                    <a:pt x="0" y="2301"/>
                  </a:lnTo>
                  <a:lnTo>
                    <a:pt x="3305" y="4126"/>
                  </a:lnTo>
                  <a:lnTo>
                    <a:pt x="3403" y="4042"/>
                  </a:lnTo>
                  <a:lnTo>
                    <a:pt x="3272" y="3742"/>
                  </a:lnTo>
                  <a:lnTo>
                    <a:pt x="3390" y="3579"/>
                  </a:lnTo>
                  <a:lnTo>
                    <a:pt x="3344" y="3246"/>
                  </a:lnTo>
                  <a:lnTo>
                    <a:pt x="2933" y="2529"/>
                  </a:lnTo>
                  <a:lnTo>
                    <a:pt x="3025" y="2399"/>
                  </a:lnTo>
                  <a:lnTo>
                    <a:pt x="2894" y="2367"/>
                  </a:lnTo>
                  <a:lnTo>
                    <a:pt x="2914" y="2210"/>
                  </a:lnTo>
                  <a:lnTo>
                    <a:pt x="3168" y="2171"/>
                  </a:lnTo>
                  <a:lnTo>
                    <a:pt x="3214" y="1819"/>
                  </a:lnTo>
                  <a:lnTo>
                    <a:pt x="3109" y="1454"/>
                  </a:lnTo>
                  <a:lnTo>
                    <a:pt x="2718" y="1461"/>
                  </a:lnTo>
                  <a:lnTo>
                    <a:pt x="1884" y="594"/>
                  </a:lnTo>
                  <a:lnTo>
                    <a:pt x="926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6093000" y="2099575"/>
              <a:ext cx="190850" cy="194725"/>
            </a:xfrm>
            <a:custGeom>
              <a:rect b="b" l="l" r="r" t="t"/>
              <a:pathLst>
                <a:path extrusionOk="0" h="7789" w="7634">
                  <a:moveTo>
                    <a:pt x="7633" y="0"/>
                  </a:moveTo>
                  <a:lnTo>
                    <a:pt x="6721" y="515"/>
                  </a:lnTo>
                  <a:lnTo>
                    <a:pt x="5730" y="691"/>
                  </a:lnTo>
                  <a:lnTo>
                    <a:pt x="2393" y="704"/>
                  </a:lnTo>
                  <a:lnTo>
                    <a:pt x="1311" y="470"/>
                  </a:lnTo>
                  <a:lnTo>
                    <a:pt x="1187" y="502"/>
                  </a:lnTo>
                  <a:lnTo>
                    <a:pt x="718" y="417"/>
                  </a:lnTo>
                  <a:lnTo>
                    <a:pt x="47" y="965"/>
                  </a:lnTo>
                  <a:lnTo>
                    <a:pt x="1" y="1121"/>
                  </a:lnTo>
                  <a:lnTo>
                    <a:pt x="92" y="1297"/>
                  </a:lnTo>
                  <a:lnTo>
                    <a:pt x="581" y="1402"/>
                  </a:lnTo>
                  <a:lnTo>
                    <a:pt x="777" y="1760"/>
                  </a:lnTo>
                  <a:lnTo>
                    <a:pt x="751" y="2692"/>
                  </a:lnTo>
                  <a:lnTo>
                    <a:pt x="1207" y="4784"/>
                  </a:lnTo>
                  <a:lnTo>
                    <a:pt x="1135" y="5416"/>
                  </a:lnTo>
                  <a:lnTo>
                    <a:pt x="1226" y="7789"/>
                  </a:lnTo>
                  <a:lnTo>
                    <a:pt x="5730" y="6609"/>
                  </a:lnTo>
                  <a:lnTo>
                    <a:pt x="7633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7021450" y="3131300"/>
              <a:ext cx="127425" cy="150900"/>
            </a:xfrm>
            <a:custGeom>
              <a:rect b="b" l="l" r="r" t="t"/>
              <a:pathLst>
                <a:path extrusionOk="0" h="6036" w="5097">
                  <a:moveTo>
                    <a:pt x="0" y="0"/>
                  </a:moveTo>
                  <a:lnTo>
                    <a:pt x="691" y="4347"/>
                  </a:lnTo>
                  <a:lnTo>
                    <a:pt x="495" y="6035"/>
                  </a:lnTo>
                  <a:lnTo>
                    <a:pt x="1806" y="5266"/>
                  </a:lnTo>
                  <a:lnTo>
                    <a:pt x="2327" y="5566"/>
                  </a:lnTo>
                  <a:lnTo>
                    <a:pt x="3161" y="5631"/>
                  </a:lnTo>
                  <a:lnTo>
                    <a:pt x="4204" y="5481"/>
                  </a:lnTo>
                  <a:lnTo>
                    <a:pt x="4458" y="4784"/>
                  </a:lnTo>
                  <a:lnTo>
                    <a:pt x="4295" y="4263"/>
                  </a:lnTo>
                  <a:lnTo>
                    <a:pt x="4706" y="3943"/>
                  </a:lnTo>
                  <a:lnTo>
                    <a:pt x="5090" y="4080"/>
                  </a:lnTo>
                  <a:lnTo>
                    <a:pt x="5097" y="3422"/>
                  </a:lnTo>
                  <a:lnTo>
                    <a:pt x="4986" y="3226"/>
                  </a:lnTo>
                  <a:lnTo>
                    <a:pt x="4986" y="2529"/>
                  </a:lnTo>
                  <a:lnTo>
                    <a:pt x="4758" y="2281"/>
                  </a:lnTo>
                  <a:lnTo>
                    <a:pt x="4823" y="1056"/>
                  </a:lnTo>
                  <a:lnTo>
                    <a:pt x="4927" y="469"/>
                  </a:lnTo>
                  <a:lnTo>
                    <a:pt x="4660" y="404"/>
                  </a:lnTo>
                  <a:lnTo>
                    <a:pt x="4478" y="495"/>
                  </a:lnTo>
                  <a:lnTo>
                    <a:pt x="4217" y="339"/>
                  </a:lnTo>
                  <a:lnTo>
                    <a:pt x="3624" y="450"/>
                  </a:lnTo>
                  <a:lnTo>
                    <a:pt x="3520" y="333"/>
                  </a:lnTo>
                  <a:lnTo>
                    <a:pt x="3402" y="561"/>
                  </a:lnTo>
                  <a:lnTo>
                    <a:pt x="3174" y="502"/>
                  </a:lnTo>
                  <a:lnTo>
                    <a:pt x="2803" y="984"/>
                  </a:lnTo>
                  <a:lnTo>
                    <a:pt x="2060" y="1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4730675" y="2230400"/>
              <a:ext cx="470425" cy="335675"/>
            </a:xfrm>
            <a:custGeom>
              <a:rect b="b" l="l" r="r" t="t"/>
              <a:pathLst>
                <a:path extrusionOk="0" h="13427" w="18817">
                  <a:moveTo>
                    <a:pt x="913" y="1"/>
                  </a:moveTo>
                  <a:lnTo>
                    <a:pt x="1037" y="346"/>
                  </a:lnTo>
                  <a:lnTo>
                    <a:pt x="1037" y="848"/>
                  </a:lnTo>
                  <a:lnTo>
                    <a:pt x="757" y="1559"/>
                  </a:lnTo>
                  <a:lnTo>
                    <a:pt x="809" y="1950"/>
                  </a:lnTo>
                  <a:lnTo>
                    <a:pt x="1069" y="2451"/>
                  </a:lnTo>
                  <a:lnTo>
                    <a:pt x="1050" y="2751"/>
                  </a:lnTo>
                  <a:lnTo>
                    <a:pt x="933" y="2836"/>
                  </a:lnTo>
                  <a:lnTo>
                    <a:pt x="1" y="3559"/>
                  </a:lnTo>
                  <a:lnTo>
                    <a:pt x="6160" y="7144"/>
                  </a:lnTo>
                  <a:lnTo>
                    <a:pt x="5697" y="7796"/>
                  </a:lnTo>
                  <a:lnTo>
                    <a:pt x="5984" y="7952"/>
                  </a:lnTo>
                  <a:lnTo>
                    <a:pt x="6127" y="8382"/>
                  </a:lnTo>
                  <a:lnTo>
                    <a:pt x="7548" y="9282"/>
                  </a:lnTo>
                  <a:lnTo>
                    <a:pt x="7828" y="9262"/>
                  </a:lnTo>
                  <a:lnTo>
                    <a:pt x="8982" y="9960"/>
                  </a:lnTo>
                  <a:lnTo>
                    <a:pt x="8454" y="12866"/>
                  </a:lnTo>
                  <a:lnTo>
                    <a:pt x="11563" y="12690"/>
                  </a:lnTo>
                  <a:lnTo>
                    <a:pt x="13420" y="13427"/>
                  </a:lnTo>
                  <a:lnTo>
                    <a:pt x="15584" y="9451"/>
                  </a:lnTo>
                  <a:lnTo>
                    <a:pt x="18765" y="9445"/>
                  </a:lnTo>
                  <a:lnTo>
                    <a:pt x="18497" y="8904"/>
                  </a:lnTo>
                  <a:lnTo>
                    <a:pt x="18628" y="8487"/>
                  </a:lnTo>
                  <a:lnTo>
                    <a:pt x="18504" y="8180"/>
                  </a:lnTo>
                  <a:lnTo>
                    <a:pt x="18765" y="7672"/>
                  </a:lnTo>
                  <a:lnTo>
                    <a:pt x="18817" y="7222"/>
                  </a:lnTo>
                  <a:lnTo>
                    <a:pt x="18686" y="6707"/>
                  </a:lnTo>
                  <a:lnTo>
                    <a:pt x="18445" y="6512"/>
                  </a:lnTo>
                  <a:lnTo>
                    <a:pt x="18660" y="6434"/>
                  </a:lnTo>
                  <a:lnTo>
                    <a:pt x="18726" y="6277"/>
                  </a:lnTo>
                  <a:lnTo>
                    <a:pt x="14007" y="3351"/>
                  </a:lnTo>
                  <a:lnTo>
                    <a:pt x="8304" y="2132"/>
                  </a:lnTo>
                  <a:lnTo>
                    <a:pt x="91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5187875" y="1921650"/>
              <a:ext cx="160200" cy="121900"/>
            </a:xfrm>
            <a:custGeom>
              <a:rect b="b" l="l" r="r" t="t"/>
              <a:pathLst>
                <a:path extrusionOk="0" h="4876" w="6408">
                  <a:moveTo>
                    <a:pt x="3129" y="0"/>
                  </a:moveTo>
                  <a:lnTo>
                    <a:pt x="2393" y="522"/>
                  </a:lnTo>
                  <a:lnTo>
                    <a:pt x="1650" y="808"/>
                  </a:lnTo>
                  <a:lnTo>
                    <a:pt x="1396" y="1108"/>
                  </a:lnTo>
                  <a:lnTo>
                    <a:pt x="1363" y="2333"/>
                  </a:lnTo>
                  <a:lnTo>
                    <a:pt x="750" y="2164"/>
                  </a:lnTo>
                  <a:lnTo>
                    <a:pt x="1" y="2333"/>
                  </a:lnTo>
                  <a:lnTo>
                    <a:pt x="3592" y="4022"/>
                  </a:lnTo>
                  <a:lnTo>
                    <a:pt x="4759" y="3233"/>
                  </a:lnTo>
                  <a:lnTo>
                    <a:pt x="5143" y="4439"/>
                  </a:lnTo>
                  <a:lnTo>
                    <a:pt x="5117" y="4875"/>
                  </a:lnTo>
                  <a:lnTo>
                    <a:pt x="6212" y="4510"/>
                  </a:lnTo>
                  <a:lnTo>
                    <a:pt x="6369" y="4334"/>
                  </a:lnTo>
                  <a:lnTo>
                    <a:pt x="6408" y="4048"/>
                  </a:lnTo>
                  <a:lnTo>
                    <a:pt x="5821" y="3520"/>
                  </a:lnTo>
                  <a:lnTo>
                    <a:pt x="6173" y="2483"/>
                  </a:lnTo>
                  <a:lnTo>
                    <a:pt x="5410" y="1942"/>
                  </a:lnTo>
                  <a:lnTo>
                    <a:pt x="5104" y="1838"/>
                  </a:lnTo>
                  <a:lnTo>
                    <a:pt x="4583" y="1284"/>
                  </a:lnTo>
                  <a:lnTo>
                    <a:pt x="3533" y="476"/>
                  </a:lnTo>
                  <a:lnTo>
                    <a:pt x="312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5983350" y="2101700"/>
              <a:ext cx="140325" cy="192600"/>
            </a:xfrm>
            <a:custGeom>
              <a:rect b="b" l="l" r="r" t="t"/>
              <a:pathLst>
                <a:path extrusionOk="0" h="7704" w="5613">
                  <a:moveTo>
                    <a:pt x="894" y="0"/>
                  </a:moveTo>
                  <a:lnTo>
                    <a:pt x="1" y="1981"/>
                  </a:lnTo>
                  <a:lnTo>
                    <a:pt x="2262" y="6289"/>
                  </a:lnTo>
                  <a:lnTo>
                    <a:pt x="5612" y="7704"/>
                  </a:lnTo>
                  <a:lnTo>
                    <a:pt x="5521" y="5331"/>
                  </a:lnTo>
                  <a:lnTo>
                    <a:pt x="5599" y="4693"/>
                  </a:lnTo>
                  <a:lnTo>
                    <a:pt x="5137" y="2607"/>
                  </a:lnTo>
                  <a:lnTo>
                    <a:pt x="5163" y="1669"/>
                  </a:lnTo>
                  <a:lnTo>
                    <a:pt x="4967" y="1310"/>
                  </a:lnTo>
                  <a:lnTo>
                    <a:pt x="4485" y="1212"/>
                  </a:lnTo>
                  <a:lnTo>
                    <a:pt x="4387" y="1036"/>
                  </a:lnTo>
                  <a:lnTo>
                    <a:pt x="4433" y="880"/>
                  </a:lnTo>
                  <a:lnTo>
                    <a:pt x="4394" y="750"/>
                  </a:lnTo>
                  <a:lnTo>
                    <a:pt x="3755" y="345"/>
                  </a:lnTo>
                  <a:lnTo>
                    <a:pt x="3116" y="130"/>
                  </a:lnTo>
                  <a:lnTo>
                    <a:pt x="2914" y="319"/>
                  </a:lnTo>
                  <a:lnTo>
                    <a:pt x="2217" y="437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6685450" y="2670675"/>
              <a:ext cx="189850" cy="164900"/>
            </a:xfrm>
            <a:custGeom>
              <a:rect b="b" l="l" r="r" t="t"/>
              <a:pathLst>
                <a:path extrusionOk="0" h="6596" w="7594">
                  <a:moveTo>
                    <a:pt x="3814" y="0"/>
                  </a:moveTo>
                  <a:lnTo>
                    <a:pt x="3579" y="724"/>
                  </a:lnTo>
                  <a:lnTo>
                    <a:pt x="887" y="476"/>
                  </a:lnTo>
                  <a:lnTo>
                    <a:pt x="1" y="606"/>
                  </a:lnTo>
                  <a:lnTo>
                    <a:pt x="633" y="3246"/>
                  </a:lnTo>
                  <a:lnTo>
                    <a:pt x="757" y="3735"/>
                  </a:lnTo>
                  <a:lnTo>
                    <a:pt x="2236" y="6074"/>
                  </a:lnTo>
                  <a:lnTo>
                    <a:pt x="4615" y="6596"/>
                  </a:lnTo>
                  <a:lnTo>
                    <a:pt x="6121" y="4693"/>
                  </a:lnTo>
                  <a:lnTo>
                    <a:pt x="6408" y="4386"/>
                  </a:lnTo>
                  <a:lnTo>
                    <a:pt x="6623" y="4367"/>
                  </a:lnTo>
                  <a:lnTo>
                    <a:pt x="7594" y="1173"/>
                  </a:lnTo>
                  <a:lnTo>
                    <a:pt x="7079" y="535"/>
                  </a:lnTo>
                  <a:lnTo>
                    <a:pt x="6792" y="567"/>
                  </a:lnTo>
                  <a:lnTo>
                    <a:pt x="6538" y="424"/>
                  </a:lnTo>
                  <a:lnTo>
                    <a:pt x="6173" y="717"/>
                  </a:lnTo>
                  <a:lnTo>
                    <a:pt x="5984" y="691"/>
                  </a:lnTo>
                  <a:lnTo>
                    <a:pt x="5749" y="541"/>
                  </a:lnTo>
                  <a:lnTo>
                    <a:pt x="4081" y="528"/>
                  </a:lnTo>
                  <a:lnTo>
                    <a:pt x="3814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5554175" y="2433925"/>
              <a:ext cx="185775" cy="187075"/>
            </a:xfrm>
            <a:custGeom>
              <a:rect b="b" l="l" r="r" t="t"/>
              <a:pathLst>
                <a:path extrusionOk="0" h="7483" w="7431">
                  <a:moveTo>
                    <a:pt x="1578" y="0"/>
                  </a:moveTo>
                  <a:lnTo>
                    <a:pt x="1076" y="587"/>
                  </a:lnTo>
                  <a:lnTo>
                    <a:pt x="1063" y="887"/>
                  </a:lnTo>
                  <a:lnTo>
                    <a:pt x="1245" y="1310"/>
                  </a:lnTo>
                  <a:lnTo>
                    <a:pt x="1187" y="1506"/>
                  </a:lnTo>
                  <a:lnTo>
                    <a:pt x="646" y="1864"/>
                  </a:lnTo>
                  <a:lnTo>
                    <a:pt x="554" y="2223"/>
                  </a:lnTo>
                  <a:lnTo>
                    <a:pt x="196" y="2555"/>
                  </a:lnTo>
                  <a:lnTo>
                    <a:pt x="0" y="3252"/>
                  </a:lnTo>
                  <a:lnTo>
                    <a:pt x="176" y="4061"/>
                  </a:lnTo>
                  <a:lnTo>
                    <a:pt x="782" y="4745"/>
                  </a:lnTo>
                  <a:lnTo>
                    <a:pt x="450" y="5253"/>
                  </a:lnTo>
                  <a:lnTo>
                    <a:pt x="228" y="5892"/>
                  </a:lnTo>
                  <a:lnTo>
                    <a:pt x="228" y="5899"/>
                  </a:lnTo>
                  <a:lnTo>
                    <a:pt x="3187" y="7326"/>
                  </a:lnTo>
                  <a:lnTo>
                    <a:pt x="5547" y="7482"/>
                  </a:lnTo>
                  <a:lnTo>
                    <a:pt x="5592" y="7248"/>
                  </a:lnTo>
                  <a:lnTo>
                    <a:pt x="5364" y="6589"/>
                  </a:lnTo>
                  <a:lnTo>
                    <a:pt x="4804" y="6368"/>
                  </a:lnTo>
                  <a:lnTo>
                    <a:pt x="4810" y="5983"/>
                  </a:lnTo>
                  <a:lnTo>
                    <a:pt x="4993" y="5801"/>
                  </a:lnTo>
                  <a:lnTo>
                    <a:pt x="5364" y="5775"/>
                  </a:lnTo>
                  <a:lnTo>
                    <a:pt x="5508" y="5514"/>
                  </a:lnTo>
                  <a:lnTo>
                    <a:pt x="5834" y="5384"/>
                  </a:lnTo>
                  <a:lnTo>
                    <a:pt x="6479" y="4810"/>
                  </a:lnTo>
                  <a:lnTo>
                    <a:pt x="7430" y="3070"/>
                  </a:lnTo>
                  <a:lnTo>
                    <a:pt x="7404" y="789"/>
                  </a:lnTo>
                  <a:lnTo>
                    <a:pt x="157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5219325" y="3605775"/>
              <a:ext cx="179275" cy="92250"/>
            </a:xfrm>
            <a:custGeom>
              <a:rect b="b" l="l" r="r" t="t"/>
              <a:pathLst>
                <a:path extrusionOk="0" h="3690" w="7171">
                  <a:moveTo>
                    <a:pt x="6440" y="0"/>
                  </a:moveTo>
                  <a:lnTo>
                    <a:pt x="4439" y="450"/>
                  </a:lnTo>
                  <a:lnTo>
                    <a:pt x="3201" y="1147"/>
                  </a:lnTo>
                  <a:lnTo>
                    <a:pt x="2497" y="1362"/>
                  </a:lnTo>
                  <a:lnTo>
                    <a:pt x="1246" y="645"/>
                  </a:lnTo>
                  <a:lnTo>
                    <a:pt x="522" y="535"/>
                  </a:lnTo>
                  <a:lnTo>
                    <a:pt x="333" y="280"/>
                  </a:lnTo>
                  <a:lnTo>
                    <a:pt x="157" y="1265"/>
                  </a:lnTo>
                  <a:lnTo>
                    <a:pt x="1" y="1571"/>
                  </a:lnTo>
                  <a:lnTo>
                    <a:pt x="574" y="2040"/>
                  </a:lnTo>
                  <a:lnTo>
                    <a:pt x="457" y="2301"/>
                  </a:lnTo>
                  <a:lnTo>
                    <a:pt x="646" y="2705"/>
                  </a:lnTo>
                  <a:lnTo>
                    <a:pt x="653" y="3168"/>
                  </a:lnTo>
                  <a:lnTo>
                    <a:pt x="1402" y="3663"/>
                  </a:lnTo>
                  <a:lnTo>
                    <a:pt x="2992" y="3689"/>
                  </a:lnTo>
                  <a:lnTo>
                    <a:pt x="4387" y="2705"/>
                  </a:lnTo>
                  <a:lnTo>
                    <a:pt x="5221" y="1532"/>
                  </a:lnTo>
                  <a:lnTo>
                    <a:pt x="5554" y="1564"/>
                  </a:lnTo>
                  <a:lnTo>
                    <a:pt x="7170" y="1082"/>
                  </a:lnTo>
                  <a:lnTo>
                    <a:pt x="7144" y="795"/>
                  </a:lnTo>
                  <a:lnTo>
                    <a:pt x="6903" y="606"/>
                  </a:lnTo>
                  <a:lnTo>
                    <a:pt x="6896" y="404"/>
                  </a:lnTo>
                  <a:lnTo>
                    <a:pt x="6440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5559875" y="2581225"/>
              <a:ext cx="176825" cy="146325"/>
            </a:xfrm>
            <a:custGeom>
              <a:rect b="b" l="l" r="r" t="t"/>
              <a:pathLst>
                <a:path extrusionOk="0" h="5853" w="7073">
                  <a:moveTo>
                    <a:pt x="0" y="0"/>
                  </a:moveTo>
                  <a:lnTo>
                    <a:pt x="229" y="717"/>
                  </a:lnTo>
                  <a:lnTo>
                    <a:pt x="196" y="1004"/>
                  </a:lnTo>
                  <a:lnTo>
                    <a:pt x="515" y="1323"/>
                  </a:lnTo>
                  <a:lnTo>
                    <a:pt x="581" y="1747"/>
                  </a:lnTo>
                  <a:lnTo>
                    <a:pt x="385" y="3552"/>
                  </a:lnTo>
                  <a:lnTo>
                    <a:pt x="144" y="3924"/>
                  </a:lnTo>
                  <a:lnTo>
                    <a:pt x="1024" y="4236"/>
                  </a:lnTo>
                  <a:lnTo>
                    <a:pt x="1304" y="4465"/>
                  </a:lnTo>
                  <a:lnTo>
                    <a:pt x="1754" y="4412"/>
                  </a:lnTo>
                  <a:lnTo>
                    <a:pt x="2171" y="4862"/>
                  </a:lnTo>
                  <a:lnTo>
                    <a:pt x="2451" y="4914"/>
                  </a:lnTo>
                  <a:lnTo>
                    <a:pt x="2686" y="5136"/>
                  </a:lnTo>
                  <a:lnTo>
                    <a:pt x="2979" y="5155"/>
                  </a:lnTo>
                  <a:lnTo>
                    <a:pt x="3403" y="5605"/>
                  </a:lnTo>
                  <a:lnTo>
                    <a:pt x="3911" y="5546"/>
                  </a:lnTo>
                  <a:lnTo>
                    <a:pt x="4406" y="5853"/>
                  </a:lnTo>
                  <a:lnTo>
                    <a:pt x="4719" y="5833"/>
                  </a:lnTo>
                  <a:lnTo>
                    <a:pt x="4947" y="5586"/>
                  </a:lnTo>
                  <a:lnTo>
                    <a:pt x="5156" y="5683"/>
                  </a:lnTo>
                  <a:lnTo>
                    <a:pt x="5651" y="4849"/>
                  </a:lnTo>
                  <a:lnTo>
                    <a:pt x="6414" y="4047"/>
                  </a:lnTo>
                  <a:lnTo>
                    <a:pt x="7072" y="3578"/>
                  </a:lnTo>
                  <a:lnTo>
                    <a:pt x="6635" y="3526"/>
                  </a:lnTo>
                  <a:lnTo>
                    <a:pt x="6616" y="3331"/>
                  </a:lnTo>
                  <a:lnTo>
                    <a:pt x="6257" y="3220"/>
                  </a:lnTo>
                  <a:lnTo>
                    <a:pt x="6016" y="2953"/>
                  </a:lnTo>
                  <a:lnTo>
                    <a:pt x="5912" y="2359"/>
                  </a:lnTo>
                  <a:lnTo>
                    <a:pt x="5723" y="2320"/>
                  </a:lnTo>
                  <a:lnTo>
                    <a:pt x="5749" y="1916"/>
                  </a:lnTo>
                  <a:lnTo>
                    <a:pt x="5436" y="1851"/>
                  </a:lnTo>
                  <a:lnTo>
                    <a:pt x="5319" y="1584"/>
                  </a:lnTo>
                  <a:lnTo>
                    <a:pt x="2966" y="14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4547375" y="2666925"/>
              <a:ext cx="143250" cy="188550"/>
            </a:xfrm>
            <a:custGeom>
              <a:rect b="b" l="l" r="r" t="t"/>
              <a:pathLst>
                <a:path extrusionOk="0" h="7542" w="5730">
                  <a:moveTo>
                    <a:pt x="4823" y="0"/>
                  </a:moveTo>
                  <a:lnTo>
                    <a:pt x="4022" y="2138"/>
                  </a:lnTo>
                  <a:lnTo>
                    <a:pt x="3787" y="3181"/>
                  </a:lnTo>
                  <a:lnTo>
                    <a:pt x="1415" y="4354"/>
                  </a:lnTo>
                  <a:lnTo>
                    <a:pt x="1245" y="4934"/>
                  </a:lnTo>
                  <a:lnTo>
                    <a:pt x="945" y="4784"/>
                  </a:lnTo>
                  <a:lnTo>
                    <a:pt x="580" y="5156"/>
                  </a:lnTo>
                  <a:lnTo>
                    <a:pt x="437" y="5097"/>
                  </a:lnTo>
                  <a:lnTo>
                    <a:pt x="281" y="5208"/>
                  </a:lnTo>
                  <a:lnTo>
                    <a:pt x="0" y="5736"/>
                  </a:lnTo>
                  <a:lnTo>
                    <a:pt x="359" y="5833"/>
                  </a:lnTo>
                  <a:lnTo>
                    <a:pt x="2294" y="6081"/>
                  </a:lnTo>
                  <a:lnTo>
                    <a:pt x="2431" y="5983"/>
                  </a:lnTo>
                  <a:lnTo>
                    <a:pt x="3526" y="5684"/>
                  </a:lnTo>
                  <a:lnTo>
                    <a:pt x="3663" y="6876"/>
                  </a:lnTo>
                  <a:lnTo>
                    <a:pt x="3520" y="7287"/>
                  </a:lnTo>
                  <a:lnTo>
                    <a:pt x="3676" y="7398"/>
                  </a:lnTo>
                  <a:lnTo>
                    <a:pt x="3670" y="7541"/>
                  </a:lnTo>
                  <a:lnTo>
                    <a:pt x="5149" y="6635"/>
                  </a:lnTo>
                  <a:lnTo>
                    <a:pt x="4875" y="2086"/>
                  </a:lnTo>
                  <a:lnTo>
                    <a:pt x="5729" y="1812"/>
                  </a:lnTo>
                  <a:lnTo>
                    <a:pt x="4823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6103125" y="3282500"/>
              <a:ext cx="181375" cy="60800"/>
            </a:xfrm>
            <a:custGeom>
              <a:rect b="b" l="l" r="r" t="t"/>
              <a:pathLst>
                <a:path extrusionOk="0" h="2432" w="7255">
                  <a:moveTo>
                    <a:pt x="130" y="0"/>
                  </a:moveTo>
                  <a:lnTo>
                    <a:pt x="0" y="294"/>
                  </a:lnTo>
                  <a:lnTo>
                    <a:pt x="104" y="828"/>
                  </a:lnTo>
                  <a:lnTo>
                    <a:pt x="1714" y="1232"/>
                  </a:lnTo>
                  <a:lnTo>
                    <a:pt x="1766" y="2431"/>
                  </a:lnTo>
                  <a:lnTo>
                    <a:pt x="2881" y="2308"/>
                  </a:lnTo>
                  <a:lnTo>
                    <a:pt x="4595" y="2190"/>
                  </a:lnTo>
                  <a:lnTo>
                    <a:pt x="5625" y="1995"/>
                  </a:lnTo>
                  <a:lnTo>
                    <a:pt x="6042" y="2099"/>
                  </a:lnTo>
                  <a:lnTo>
                    <a:pt x="6205" y="1988"/>
                  </a:lnTo>
                  <a:lnTo>
                    <a:pt x="6791" y="2125"/>
                  </a:lnTo>
                  <a:lnTo>
                    <a:pt x="7085" y="1858"/>
                  </a:lnTo>
                  <a:lnTo>
                    <a:pt x="7254" y="1799"/>
                  </a:lnTo>
                  <a:lnTo>
                    <a:pt x="2803" y="1174"/>
                  </a:lnTo>
                  <a:lnTo>
                    <a:pt x="1186" y="333"/>
                  </a:lnTo>
                  <a:lnTo>
                    <a:pt x="130" y="7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6123650" y="2253225"/>
              <a:ext cx="256975" cy="200425"/>
            </a:xfrm>
            <a:custGeom>
              <a:rect b="b" l="l" r="r" t="t"/>
              <a:pathLst>
                <a:path extrusionOk="0" h="8017" w="10279">
                  <a:moveTo>
                    <a:pt x="5631" y="0"/>
                  </a:moveTo>
                  <a:lnTo>
                    <a:pt x="4504" y="463"/>
                  </a:lnTo>
                  <a:lnTo>
                    <a:pt x="0" y="1643"/>
                  </a:lnTo>
                  <a:lnTo>
                    <a:pt x="1903" y="6922"/>
                  </a:lnTo>
                  <a:lnTo>
                    <a:pt x="4204" y="6928"/>
                  </a:lnTo>
                  <a:lnTo>
                    <a:pt x="5338" y="7756"/>
                  </a:lnTo>
                  <a:lnTo>
                    <a:pt x="7704" y="5879"/>
                  </a:lnTo>
                  <a:lnTo>
                    <a:pt x="8988" y="7320"/>
                  </a:lnTo>
                  <a:lnTo>
                    <a:pt x="10279" y="8017"/>
                  </a:lnTo>
                  <a:lnTo>
                    <a:pt x="10279" y="8017"/>
                  </a:lnTo>
                  <a:lnTo>
                    <a:pt x="9992" y="6238"/>
                  </a:lnTo>
                  <a:lnTo>
                    <a:pt x="9555" y="5651"/>
                  </a:lnTo>
                  <a:lnTo>
                    <a:pt x="8017" y="3741"/>
                  </a:lnTo>
                  <a:lnTo>
                    <a:pt x="7196" y="1173"/>
                  </a:lnTo>
                  <a:lnTo>
                    <a:pt x="5631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4929300" y="2846800"/>
              <a:ext cx="197500" cy="185275"/>
            </a:xfrm>
            <a:custGeom>
              <a:rect b="b" l="l" r="r" t="t"/>
              <a:pathLst>
                <a:path extrusionOk="0" h="7411" w="7900">
                  <a:moveTo>
                    <a:pt x="3794" y="1"/>
                  </a:moveTo>
                  <a:lnTo>
                    <a:pt x="3585" y="7"/>
                  </a:lnTo>
                  <a:lnTo>
                    <a:pt x="3298" y="424"/>
                  </a:lnTo>
                  <a:lnTo>
                    <a:pt x="3051" y="496"/>
                  </a:lnTo>
                  <a:lnTo>
                    <a:pt x="2979" y="718"/>
                  </a:lnTo>
                  <a:lnTo>
                    <a:pt x="2705" y="581"/>
                  </a:lnTo>
                  <a:lnTo>
                    <a:pt x="2621" y="854"/>
                  </a:lnTo>
                  <a:lnTo>
                    <a:pt x="2438" y="861"/>
                  </a:lnTo>
                  <a:lnTo>
                    <a:pt x="2223" y="1109"/>
                  </a:lnTo>
                  <a:lnTo>
                    <a:pt x="2353" y="822"/>
                  </a:lnTo>
                  <a:lnTo>
                    <a:pt x="2353" y="822"/>
                  </a:lnTo>
                  <a:lnTo>
                    <a:pt x="1278" y="2477"/>
                  </a:lnTo>
                  <a:lnTo>
                    <a:pt x="737" y="2647"/>
                  </a:lnTo>
                  <a:lnTo>
                    <a:pt x="359" y="3116"/>
                  </a:lnTo>
                  <a:lnTo>
                    <a:pt x="0" y="3214"/>
                  </a:lnTo>
                  <a:lnTo>
                    <a:pt x="1291" y="4459"/>
                  </a:lnTo>
                  <a:lnTo>
                    <a:pt x="2836" y="6231"/>
                  </a:lnTo>
                  <a:lnTo>
                    <a:pt x="4954" y="7411"/>
                  </a:lnTo>
                  <a:lnTo>
                    <a:pt x="5488" y="6903"/>
                  </a:lnTo>
                  <a:lnTo>
                    <a:pt x="7822" y="5436"/>
                  </a:lnTo>
                  <a:lnTo>
                    <a:pt x="7900" y="2438"/>
                  </a:lnTo>
                  <a:lnTo>
                    <a:pt x="6974" y="2510"/>
                  </a:lnTo>
                  <a:lnTo>
                    <a:pt x="6427" y="3012"/>
                  </a:lnTo>
                  <a:lnTo>
                    <a:pt x="5677" y="3344"/>
                  </a:lnTo>
                  <a:lnTo>
                    <a:pt x="5280" y="320"/>
                  </a:lnTo>
                  <a:lnTo>
                    <a:pt x="5195" y="203"/>
                  </a:lnTo>
                  <a:lnTo>
                    <a:pt x="4224" y="203"/>
                  </a:lnTo>
                  <a:lnTo>
                    <a:pt x="379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6608875" y="2986275"/>
              <a:ext cx="189525" cy="160350"/>
            </a:xfrm>
            <a:custGeom>
              <a:rect b="b" l="l" r="r" t="t"/>
              <a:pathLst>
                <a:path extrusionOk="0" h="6414" w="7581">
                  <a:moveTo>
                    <a:pt x="6636" y="1"/>
                  </a:moveTo>
                  <a:lnTo>
                    <a:pt x="6166" y="1200"/>
                  </a:lnTo>
                  <a:lnTo>
                    <a:pt x="5508" y="1832"/>
                  </a:lnTo>
                  <a:lnTo>
                    <a:pt x="1949" y="4146"/>
                  </a:lnTo>
                  <a:lnTo>
                    <a:pt x="848" y="4550"/>
                  </a:lnTo>
                  <a:lnTo>
                    <a:pt x="1" y="4973"/>
                  </a:lnTo>
                  <a:lnTo>
                    <a:pt x="2816" y="5599"/>
                  </a:lnTo>
                  <a:lnTo>
                    <a:pt x="2927" y="6414"/>
                  </a:lnTo>
                  <a:lnTo>
                    <a:pt x="3364" y="6310"/>
                  </a:lnTo>
                  <a:lnTo>
                    <a:pt x="4152" y="5710"/>
                  </a:lnTo>
                  <a:lnTo>
                    <a:pt x="4315" y="5795"/>
                  </a:lnTo>
                  <a:lnTo>
                    <a:pt x="4524" y="5514"/>
                  </a:lnTo>
                  <a:lnTo>
                    <a:pt x="4687" y="5527"/>
                  </a:lnTo>
                  <a:lnTo>
                    <a:pt x="4961" y="5905"/>
                  </a:lnTo>
                  <a:lnTo>
                    <a:pt x="5397" y="6029"/>
                  </a:lnTo>
                  <a:lnTo>
                    <a:pt x="6277" y="5814"/>
                  </a:lnTo>
                  <a:lnTo>
                    <a:pt x="6583" y="5567"/>
                  </a:lnTo>
                  <a:lnTo>
                    <a:pt x="6896" y="5619"/>
                  </a:lnTo>
                  <a:lnTo>
                    <a:pt x="7444" y="3500"/>
                  </a:lnTo>
                  <a:lnTo>
                    <a:pt x="7483" y="3018"/>
                  </a:lnTo>
                  <a:lnTo>
                    <a:pt x="7294" y="2621"/>
                  </a:lnTo>
                  <a:lnTo>
                    <a:pt x="7222" y="1845"/>
                  </a:lnTo>
                  <a:lnTo>
                    <a:pt x="7581" y="1643"/>
                  </a:lnTo>
                  <a:lnTo>
                    <a:pt x="7424" y="1513"/>
                  </a:lnTo>
                  <a:lnTo>
                    <a:pt x="7405" y="1050"/>
                  </a:lnTo>
                  <a:lnTo>
                    <a:pt x="7085" y="326"/>
                  </a:lnTo>
                  <a:lnTo>
                    <a:pt x="6922" y="98"/>
                  </a:lnTo>
                  <a:lnTo>
                    <a:pt x="663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6405050" y="3265875"/>
              <a:ext cx="168325" cy="128425"/>
            </a:xfrm>
            <a:custGeom>
              <a:rect b="b" l="l" r="r" t="t"/>
              <a:pathLst>
                <a:path extrusionOk="0" h="5137" w="6733">
                  <a:moveTo>
                    <a:pt x="2118" y="1"/>
                  </a:moveTo>
                  <a:lnTo>
                    <a:pt x="1942" y="235"/>
                  </a:lnTo>
                  <a:lnTo>
                    <a:pt x="1695" y="313"/>
                  </a:lnTo>
                  <a:lnTo>
                    <a:pt x="1395" y="744"/>
                  </a:lnTo>
                  <a:lnTo>
                    <a:pt x="20" y="1291"/>
                  </a:lnTo>
                  <a:lnTo>
                    <a:pt x="0" y="4328"/>
                  </a:lnTo>
                  <a:lnTo>
                    <a:pt x="13" y="4817"/>
                  </a:lnTo>
                  <a:lnTo>
                    <a:pt x="776" y="5136"/>
                  </a:lnTo>
                  <a:lnTo>
                    <a:pt x="4080" y="4934"/>
                  </a:lnTo>
                  <a:lnTo>
                    <a:pt x="6733" y="4778"/>
                  </a:lnTo>
                  <a:lnTo>
                    <a:pt x="4602" y="3657"/>
                  </a:lnTo>
                  <a:lnTo>
                    <a:pt x="4263" y="3624"/>
                  </a:lnTo>
                  <a:lnTo>
                    <a:pt x="4191" y="3220"/>
                  </a:lnTo>
                  <a:lnTo>
                    <a:pt x="4289" y="3168"/>
                  </a:lnTo>
                  <a:lnTo>
                    <a:pt x="4028" y="2999"/>
                  </a:lnTo>
                  <a:lnTo>
                    <a:pt x="4380" y="1832"/>
                  </a:lnTo>
                  <a:lnTo>
                    <a:pt x="4276" y="1513"/>
                  </a:lnTo>
                  <a:lnTo>
                    <a:pt x="4432" y="920"/>
                  </a:lnTo>
                  <a:lnTo>
                    <a:pt x="3891" y="985"/>
                  </a:lnTo>
                  <a:lnTo>
                    <a:pt x="3520" y="1154"/>
                  </a:lnTo>
                  <a:lnTo>
                    <a:pt x="3448" y="372"/>
                  </a:lnTo>
                  <a:lnTo>
                    <a:pt x="263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6317050" y="2453475"/>
              <a:ext cx="137225" cy="229600"/>
            </a:xfrm>
            <a:custGeom>
              <a:rect b="b" l="l" r="r" t="t"/>
              <a:pathLst>
                <a:path extrusionOk="0" h="9184" w="5489">
                  <a:moveTo>
                    <a:pt x="2543" y="0"/>
                  </a:moveTo>
                  <a:lnTo>
                    <a:pt x="1" y="7007"/>
                  </a:lnTo>
                  <a:lnTo>
                    <a:pt x="1395" y="8564"/>
                  </a:lnTo>
                  <a:lnTo>
                    <a:pt x="3331" y="9164"/>
                  </a:lnTo>
                  <a:lnTo>
                    <a:pt x="4654" y="9184"/>
                  </a:lnTo>
                  <a:lnTo>
                    <a:pt x="4387" y="7495"/>
                  </a:lnTo>
                  <a:lnTo>
                    <a:pt x="4706" y="6935"/>
                  </a:lnTo>
                  <a:lnTo>
                    <a:pt x="4902" y="6876"/>
                  </a:lnTo>
                  <a:lnTo>
                    <a:pt x="5071" y="6674"/>
                  </a:lnTo>
                  <a:lnTo>
                    <a:pt x="5039" y="6257"/>
                  </a:lnTo>
                  <a:lnTo>
                    <a:pt x="5488" y="6068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5106575" y="3081600"/>
              <a:ext cx="245575" cy="277675"/>
            </a:xfrm>
            <a:custGeom>
              <a:rect b="b" l="l" r="r" t="t"/>
              <a:pathLst>
                <a:path extrusionOk="0" h="11107" w="9823">
                  <a:moveTo>
                    <a:pt x="9216" y="0"/>
                  </a:moveTo>
                  <a:lnTo>
                    <a:pt x="8728" y="59"/>
                  </a:lnTo>
                  <a:lnTo>
                    <a:pt x="8408" y="711"/>
                  </a:lnTo>
                  <a:lnTo>
                    <a:pt x="8095" y="1069"/>
                  </a:lnTo>
                  <a:lnTo>
                    <a:pt x="7418" y="1173"/>
                  </a:lnTo>
                  <a:lnTo>
                    <a:pt x="7365" y="1734"/>
                  </a:lnTo>
                  <a:lnTo>
                    <a:pt x="7033" y="2021"/>
                  </a:lnTo>
                  <a:lnTo>
                    <a:pt x="5951" y="2314"/>
                  </a:lnTo>
                  <a:lnTo>
                    <a:pt x="5293" y="2764"/>
                  </a:lnTo>
                  <a:lnTo>
                    <a:pt x="4602" y="3683"/>
                  </a:lnTo>
                  <a:lnTo>
                    <a:pt x="4452" y="4771"/>
                  </a:lnTo>
                  <a:lnTo>
                    <a:pt x="4015" y="4804"/>
                  </a:lnTo>
                  <a:lnTo>
                    <a:pt x="3272" y="4654"/>
                  </a:lnTo>
                  <a:lnTo>
                    <a:pt x="2855" y="4732"/>
                  </a:lnTo>
                  <a:lnTo>
                    <a:pt x="2516" y="5566"/>
                  </a:lnTo>
                  <a:lnTo>
                    <a:pt x="2288" y="5749"/>
                  </a:lnTo>
                  <a:lnTo>
                    <a:pt x="1193" y="6335"/>
                  </a:lnTo>
                  <a:lnTo>
                    <a:pt x="731" y="7072"/>
                  </a:lnTo>
                  <a:lnTo>
                    <a:pt x="724" y="7984"/>
                  </a:lnTo>
                  <a:lnTo>
                    <a:pt x="326" y="8362"/>
                  </a:lnTo>
                  <a:lnTo>
                    <a:pt x="294" y="8779"/>
                  </a:lnTo>
                  <a:lnTo>
                    <a:pt x="46" y="9151"/>
                  </a:lnTo>
                  <a:lnTo>
                    <a:pt x="1" y="9711"/>
                  </a:lnTo>
                  <a:lnTo>
                    <a:pt x="392" y="10057"/>
                  </a:lnTo>
                  <a:lnTo>
                    <a:pt x="555" y="10454"/>
                  </a:lnTo>
                  <a:lnTo>
                    <a:pt x="2868" y="11106"/>
                  </a:lnTo>
                  <a:lnTo>
                    <a:pt x="4954" y="9268"/>
                  </a:lnTo>
                  <a:lnTo>
                    <a:pt x="6453" y="7939"/>
                  </a:lnTo>
                  <a:lnTo>
                    <a:pt x="6557" y="3455"/>
                  </a:lnTo>
                  <a:lnTo>
                    <a:pt x="6388" y="3044"/>
                  </a:lnTo>
                  <a:lnTo>
                    <a:pt x="6570" y="2790"/>
                  </a:lnTo>
                  <a:lnTo>
                    <a:pt x="7046" y="2588"/>
                  </a:lnTo>
                  <a:lnTo>
                    <a:pt x="7444" y="2229"/>
                  </a:lnTo>
                  <a:lnTo>
                    <a:pt x="7919" y="2112"/>
                  </a:lnTo>
                  <a:lnTo>
                    <a:pt x="8174" y="1864"/>
                  </a:lnTo>
                  <a:lnTo>
                    <a:pt x="8506" y="1845"/>
                  </a:lnTo>
                  <a:lnTo>
                    <a:pt x="8675" y="1688"/>
                  </a:lnTo>
                  <a:lnTo>
                    <a:pt x="8949" y="1245"/>
                  </a:lnTo>
                  <a:lnTo>
                    <a:pt x="9314" y="1095"/>
                  </a:lnTo>
                  <a:lnTo>
                    <a:pt x="9588" y="900"/>
                  </a:lnTo>
                  <a:lnTo>
                    <a:pt x="9451" y="691"/>
                  </a:lnTo>
                  <a:lnTo>
                    <a:pt x="9823" y="215"/>
                  </a:lnTo>
                  <a:lnTo>
                    <a:pt x="9216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5511150" y="3412350"/>
              <a:ext cx="256000" cy="154825"/>
            </a:xfrm>
            <a:custGeom>
              <a:rect b="b" l="l" r="r" t="t"/>
              <a:pathLst>
                <a:path extrusionOk="0" h="6193" w="10240">
                  <a:moveTo>
                    <a:pt x="7007" y="1"/>
                  </a:moveTo>
                  <a:lnTo>
                    <a:pt x="6903" y="105"/>
                  </a:lnTo>
                  <a:lnTo>
                    <a:pt x="6597" y="86"/>
                  </a:lnTo>
                  <a:lnTo>
                    <a:pt x="6166" y="503"/>
                  </a:lnTo>
                  <a:lnTo>
                    <a:pt x="5814" y="294"/>
                  </a:lnTo>
                  <a:lnTo>
                    <a:pt x="5658" y="516"/>
                  </a:lnTo>
                  <a:lnTo>
                    <a:pt x="5489" y="548"/>
                  </a:lnTo>
                  <a:lnTo>
                    <a:pt x="5124" y="803"/>
                  </a:lnTo>
                  <a:lnTo>
                    <a:pt x="4387" y="913"/>
                  </a:lnTo>
                  <a:lnTo>
                    <a:pt x="2640" y="581"/>
                  </a:lnTo>
                  <a:lnTo>
                    <a:pt x="1936" y="190"/>
                  </a:lnTo>
                  <a:lnTo>
                    <a:pt x="1669" y="164"/>
                  </a:lnTo>
                  <a:lnTo>
                    <a:pt x="1089" y="424"/>
                  </a:lnTo>
                  <a:lnTo>
                    <a:pt x="437" y="20"/>
                  </a:lnTo>
                  <a:lnTo>
                    <a:pt x="1" y="346"/>
                  </a:lnTo>
                  <a:lnTo>
                    <a:pt x="14" y="1011"/>
                  </a:lnTo>
                  <a:lnTo>
                    <a:pt x="398" y="1774"/>
                  </a:lnTo>
                  <a:lnTo>
                    <a:pt x="1" y="2099"/>
                  </a:lnTo>
                  <a:lnTo>
                    <a:pt x="281" y="2132"/>
                  </a:lnTo>
                  <a:lnTo>
                    <a:pt x="522" y="2373"/>
                  </a:lnTo>
                  <a:lnTo>
                    <a:pt x="737" y="2367"/>
                  </a:lnTo>
                  <a:lnTo>
                    <a:pt x="913" y="2719"/>
                  </a:lnTo>
                  <a:lnTo>
                    <a:pt x="1154" y="2790"/>
                  </a:lnTo>
                  <a:lnTo>
                    <a:pt x="1200" y="3214"/>
                  </a:lnTo>
                  <a:lnTo>
                    <a:pt x="1695" y="3507"/>
                  </a:lnTo>
                  <a:lnTo>
                    <a:pt x="1767" y="3696"/>
                  </a:lnTo>
                  <a:lnTo>
                    <a:pt x="2112" y="3709"/>
                  </a:lnTo>
                  <a:lnTo>
                    <a:pt x="2139" y="4042"/>
                  </a:lnTo>
                  <a:lnTo>
                    <a:pt x="2471" y="4009"/>
                  </a:lnTo>
                  <a:lnTo>
                    <a:pt x="2934" y="4302"/>
                  </a:lnTo>
                  <a:lnTo>
                    <a:pt x="2953" y="4967"/>
                  </a:lnTo>
                  <a:lnTo>
                    <a:pt x="3077" y="5215"/>
                  </a:lnTo>
                  <a:lnTo>
                    <a:pt x="3383" y="4967"/>
                  </a:lnTo>
                  <a:lnTo>
                    <a:pt x="3585" y="4987"/>
                  </a:lnTo>
                  <a:lnTo>
                    <a:pt x="4882" y="6095"/>
                  </a:lnTo>
                  <a:lnTo>
                    <a:pt x="4980" y="6192"/>
                  </a:lnTo>
                  <a:lnTo>
                    <a:pt x="5925" y="5828"/>
                  </a:lnTo>
                  <a:lnTo>
                    <a:pt x="5990" y="5671"/>
                  </a:lnTo>
                  <a:lnTo>
                    <a:pt x="6766" y="5717"/>
                  </a:lnTo>
                  <a:lnTo>
                    <a:pt x="7333" y="5345"/>
                  </a:lnTo>
                  <a:lnTo>
                    <a:pt x="7489" y="5104"/>
                  </a:lnTo>
                  <a:lnTo>
                    <a:pt x="8311" y="4896"/>
                  </a:lnTo>
                  <a:lnTo>
                    <a:pt x="9197" y="3905"/>
                  </a:lnTo>
                  <a:lnTo>
                    <a:pt x="10240" y="3566"/>
                  </a:lnTo>
                  <a:lnTo>
                    <a:pt x="9953" y="2438"/>
                  </a:lnTo>
                  <a:lnTo>
                    <a:pt x="9881" y="1409"/>
                  </a:lnTo>
                  <a:lnTo>
                    <a:pt x="9295" y="1650"/>
                  </a:lnTo>
                  <a:lnTo>
                    <a:pt x="8988" y="926"/>
                  </a:lnTo>
                  <a:lnTo>
                    <a:pt x="8663" y="881"/>
                  </a:lnTo>
                  <a:lnTo>
                    <a:pt x="8311" y="600"/>
                  </a:lnTo>
                  <a:lnTo>
                    <a:pt x="7783" y="444"/>
                  </a:lnTo>
                  <a:lnTo>
                    <a:pt x="7561" y="144"/>
                  </a:lnTo>
                  <a:lnTo>
                    <a:pt x="7398" y="196"/>
                  </a:lnTo>
                  <a:lnTo>
                    <a:pt x="7333" y="20"/>
                  </a:lnTo>
                  <a:lnTo>
                    <a:pt x="7242" y="112"/>
                  </a:lnTo>
                  <a:lnTo>
                    <a:pt x="7007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6362525" y="2309425"/>
              <a:ext cx="242475" cy="303575"/>
            </a:xfrm>
            <a:custGeom>
              <a:rect b="b" l="l" r="r" t="t"/>
              <a:pathLst>
                <a:path extrusionOk="0" h="12143" w="9699">
                  <a:moveTo>
                    <a:pt x="6550" y="1"/>
                  </a:moveTo>
                  <a:lnTo>
                    <a:pt x="1343" y="952"/>
                  </a:lnTo>
                  <a:lnTo>
                    <a:pt x="1232" y="1409"/>
                  </a:lnTo>
                  <a:lnTo>
                    <a:pt x="997" y="1383"/>
                  </a:lnTo>
                  <a:lnTo>
                    <a:pt x="834" y="1513"/>
                  </a:lnTo>
                  <a:lnTo>
                    <a:pt x="365" y="2869"/>
                  </a:lnTo>
                  <a:lnTo>
                    <a:pt x="0" y="3397"/>
                  </a:lnTo>
                  <a:lnTo>
                    <a:pt x="437" y="3990"/>
                  </a:lnTo>
                  <a:lnTo>
                    <a:pt x="724" y="5762"/>
                  </a:lnTo>
                  <a:lnTo>
                    <a:pt x="3669" y="11830"/>
                  </a:lnTo>
                  <a:lnTo>
                    <a:pt x="4184" y="11641"/>
                  </a:lnTo>
                  <a:lnTo>
                    <a:pt x="4588" y="11915"/>
                  </a:lnTo>
                  <a:lnTo>
                    <a:pt x="5071" y="11648"/>
                  </a:lnTo>
                  <a:lnTo>
                    <a:pt x="5195" y="11309"/>
                  </a:lnTo>
                  <a:lnTo>
                    <a:pt x="5038" y="11048"/>
                  </a:lnTo>
                  <a:lnTo>
                    <a:pt x="5221" y="10944"/>
                  </a:lnTo>
                  <a:lnTo>
                    <a:pt x="5390" y="11178"/>
                  </a:lnTo>
                  <a:lnTo>
                    <a:pt x="5605" y="11185"/>
                  </a:lnTo>
                  <a:lnTo>
                    <a:pt x="5729" y="11061"/>
                  </a:lnTo>
                  <a:lnTo>
                    <a:pt x="6524" y="11133"/>
                  </a:lnTo>
                  <a:lnTo>
                    <a:pt x="6720" y="11335"/>
                  </a:lnTo>
                  <a:lnTo>
                    <a:pt x="7502" y="11452"/>
                  </a:lnTo>
                  <a:lnTo>
                    <a:pt x="7893" y="11700"/>
                  </a:lnTo>
                  <a:lnTo>
                    <a:pt x="8356" y="11752"/>
                  </a:lnTo>
                  <a:lnTo>
                    <a:pt x="8590" y="12026"/>
                  </a:lnTo>
                  <a:lnTo>
                    <a:pt x="9007" y="12143"/>
                  </a:lnTo>
                  <a:lnTo>
                    <a:pt x="9099" y="12052"/>
                  </a:lnTo>
                  <a:lnTo>
                    <a:pt x="8688" y="11465"/>
                  </a:lnTo>
                  <a:lnTo>
                    <a:pt x="8844" y="11459"/>
                  </a:lnTo>
                  <a:lnTo>
                    <a:pt x="9262" y="11765"/>
                  </a:lnTo>
                  <a:lnTo>
                    <a:pt x="9379" y="11550"/>
                  </a:lnTo>
                  <a:lnTo>
                    <a:pt x="9633" y="11465"/>
                  </a:lnTo>
                  <a:lnTo>
                    <a:pt x="9698" y="5567"/>
                  </a:lnTo>
                  <a:lnTo>
                    <a:pt x="9483" y="5599"/>
                  </a:lnTo>
                  <a:lnTo>
                    <a:pt x="8994" y="5319"/>
                  </a:lnTo>
                  <a:lnTo>
                    <a:pt x="8753" y="5013"/>
                  </a:lnTo>
                  <a:lnTo>
                    <a:pt x="8584" y="5013"/>
                  </a:lnTo>
                  <a:lnTo>
                    <a:pt x="7997" y="5371"/>
                  </a:lnTo>
                  <a:lnTo>
                    <a:pt x="7782" y="5671"/>
                  </a:lnTo>
                  <a:lnTo>
                    <a:pt x="7189" y="5801"/>
                  </a:lnTo>
                  <a:lnTo>
                    <a:pt x="6550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4643500" y="3168275"/>
              <a:ext cx="136575" cy="79875"/>
            </a:xfrm>
            <a:custGeom>
              <a:rect b="b" l="l" r="r" t="t"/>
              <a:pathLst>
                <a:path extrusionOk="0" h="3195" w="5463">
                  <a:moveTo>
                    <a:pt x="4778" y="1"/>
                  </a:moveTo>
                  <a:lnTo>
                    <a:pt x="4178" y="379"/>
                  </a:lnTo>
                  <a:lnTo>
                    <a:pt x="3677" y="385"/>
                  </a:lnTo>
                  <a:lnTo>
                    <a:pt x="2660" y="248"/>
                  </a:lnTo>
                  <a:lnTo>
                    <a:pt x="2106" y="372"/>
                  </a:lnTo>
                  <a:lnTo>
                    <a:pt x="1773" y="665"/>
                  </a:lnTo>
                  <a:lnTo>
                    <a:pt x="1395" y="835"/>
                  </a:lnTo>
                  <a:lnTo>
                    <a:pt x="1083" y="828"/>
                  </a:lnTo>
                  <a:lnTo>
                    <a:pt x="959" y="998"/>
                  </a:lnTo>
                  <a:lnTo>
                    <a:pt x="1" y="1441"/>
                  </a:lnTo>
                  <a:lnTo>
                    <a:pt x="209" y="1904"/>
                  </a:lnTo>
                  <a:lnTo>
                    <a:pt x="268" y="2653"/>
                  </a:lnTo>
                  <a:lnTo>
                    <a:pt x="1597" y="3168"/>
                  </a:lnTo>
                  <a:lnTo>
                    <a:pt x="1852" y="3103"/>
                  </a:lnTo>
                  <a:lnTo>
                    <a:pt x="2360" y="3194"/>
                  </a:lnTo>
                  <a:lnTo>
                    <a:pt x="2699" y="2777"/>
                  </a:lnTo>
                  <a:lnTo>
                    <a:pt x="3390" y="2497"/>
                  </a:lnTo>
                  <a:lnTo>
                    <a:pt x="3051" y="2204"/>
                  </a:lnTo>
                  <a:lnTo>
                    <a:pt x="3546" y="1676"/>
                  </a:lnTo>
                  <a:lnTo>
                    <a:pt x="4126" y="1584"/>
                  </a:lnTo>
                  <a:lnTo>
                    <a:pt x="5462" y="1643"/>
                  </a:lnTo>
                  <a:lnTo>
                    <a:pt x="5462" y="1643"/>
                  </a:lnTo>
                  <a:lnTo>
                    <a:pt x="5449" y="1532"/>
                  </a:lnTo>
                  <a:lnTo>
                    <a:pt x="4961" y="998"/>
                  </a:lnTo>
                  <a:lnTo>
                    <a:pt x="4993" y="724"/>
                  </a:lnTo>
                  <a:lnTo>
                    <a:pt x="5358" y="300"/>
                  </a:lnTo>
                  <a:lnTo>
                    <a:pt x="4778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4255050" y="3197775"/>
              <a:ext cx="100900" cy="128250"/>
            </a:xfrm>
            <a:custGeom>
              <a:rect b="b" l="l" r="r" t="t"/>
              <a:pathLst>
                <a:path extrusionOk="0" h="5130" w="4036">
                  <a:moveTo>
                    <a:pt x="1415" y="0"/>
                  </a:moveTo>
                  <a:lnTo>
                    <a:pt x="1291" y="163"/>
                  </a:lnTo>
                  <a:lnTo>
                    <a:pt x="1076" y="118"/>
                  </a:lnTo>
                  <a:lnTo>
                    <a:pt x="978" y="470"/>
                  </a:lnTo>
                  <a:lnTo>
                    <a:pt x="718" y="424"/>
                  </a:lnTo>
                  <a:lnTo>
                    <a:pt x="164" y="945"/>
                  </a:lnTo>
                  <a:lnTo>
                    <a:pt x="196" y="1851"/>
                  </a:lnTo>
                  <a:lnTo>
                    <a:pt x="1" y="3513"/>
                  </a:lnTo>
                  <a:lnTo>
                    <a:pt x="1" y="3520"/>
                  </a:lnTo>
                  <a:lnTo>
                    <a:pt x="724" y="3865"/>
                  </a:lnTo>
                  <a:lnTo>
                    <a:pt x="985" y="3644"/>
                  </a:lnTo>
                  <a:lnTo>
                    <a:pt x="2223" y="3670"/>
                  </a:lnTo>
                  <a:lnTo>
                    <a:pt x="1813" y="4158"/>
                  </a:lnTo>
                  <a:lnTo>
                    <a:pt x="2360" y="4400"/>
                  </a:lnTo>
                  <a:lnTo>
                    <a:pt x="2367" y="4543"/>
                  </a:lnTo>
                  <a:lnTo>
                    <a:pt x="2875" y="4739"/>
                  </a:lnTo>
                  <a:lnTo>
                    <a:pt x="3044" y="5130"/>
                  </a:lnTo>
                  <a:lnTo>
                    <a:pt x="3559" y="3930"/>
                  </a:lnTo>
                  <a:lnTo>
                    <a:pt x="3572" y="3370"/>
                  </a:lnTo>
                  <a:lnTo>
                    <a:pt x="4035" y="2888"/>
                  </a:lnTo>
                  <a:lnTo>
                    <a:pt x="3611" y="2210"/>
                  </a:lnTo>
                  <a:lnTo>
                    <a:pt x="3233" y="2040"/>
                  </a:lnTo>
                  <a:lnTo>
                    <a:pt x="3227" y="430"/>
                  </a:lnTo>
                  <a:lnTo>
                    <a:pt x="3077" y="404"/>
                  </a:lnTo>
                  <a:lnTo>
                    <a:pt x="2927" y="131"/>
                  </a:lnTo>
                  <a:lnTo>
                    <a:pt x="2719" y="98"/>
                  </a:lnTo>
                  <a:lnTo>
                    <a:pt x="2354" y="222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6"/>
            <p:cNvSpPr/>
            <p:nvPr/>
          </p:nvSpPr>
          <p:spPr>
            <a:xfrm>
              <a:off x="5307800" y="2773325"/>
              <a:ext cx="297075" cy="390250"/>
            </a:xfrm>
            <a:custGeom>
              <a:rect b="b" l="l" r="r" t="t"/>
              <a:pathLst>
                <a:path extrusionOk="0" h="15610" w="11883">
                  <a:moveTo>
                    <a:pt x="7190" y="0"/>
                  </a:moveTo>
                  <a:lnTo>
                    <a:pt x="6733" y="131"/>
                  </a:lnTo>
                  <a:lnTo>
                    <a:pt x="6147" y="652"/>
                  </a:lnTo>
                  <a:lnTo>
                    <a:pt x="6017" y="861"/>
                  </a:lnTo>
                  <a:lnTo>
                    <a:pt x="5958" y="1506"/>
                  </a:lnTo>
                  <a:lnTo>
                    <a:pt x="5814" y="2092"/>
                  </a:lnTo>
                  <a:lnTo>
                    <a:pt x="5085" y="2835"/>
                  </a:lnTo>
                  <a:lnTo>
                    <a:pt x="3944" y="6250"/>
                  </a:lnTo>
                  <a:lnTo>
                    <a:pt x="1937" y="5162"/>
                  </a:lnTo>
                  <a:lnTo>
                    <a:pt x="1702" y="5221"/>
                  </a:lnTo>
                  <a:lnTo>
                    <a:pt x="1611" y="5644"/>
                  </a:lnTo>
                  <a:lnTo>
                    <a:pt x="1174" y="6055"/>
                  </a:lnTo>
                  <a:lnTo>
                    <a:pt x="1005" y="6479"/>
                  </a:lnTo>
                  <a:lnTo>
                    <a:pt x="757" y="6563"/>
                  </a:lnTo>
                  <a:lnTo>
                    <a:pt x="483" y="7587"/>
                  </a:lnTo>
                  <a:lnTo>
                    <a:pt x="59" y="8571"/>
                  </a:lnTo>
                  <a:lnTo>
                    <a:pt x="1" y="8825"/>
                  </a:lnTo>
                  <a:lnTo>
                    <a:pt x="183" y="9848"/>
                  </a:lnTo>
                  <a:lnTo>
                    <a:pt x="105" y="10428"/>
                  </a:lnTo>
                  <a:lnTo>
                    <a:pt x="307" y="10852"/>
                  </a:lnTo>
                  <a:lnTo>
                    <a:pt x="20" y="12012"/>
                  </a:lnTo>
                  <a:lnTo>
                    <a:pt x="333" y="12442"/>
                  </a:lnTo>
                  <a:lnTo>
                    <a:pt x="679" y="12390"/>
                  </a:lnTo>
                  <a:lnTo>
                    <a:pt x="1167" y="12331"/>
                  </a:lnTo>
                  <a:lnTo>
                    <a:pt x="1774" y="12546"/>
                  </a:lnTo>
                  <a:lnTo>
                    <a:pt x="1402" y="13022"/>
                  </a:lnTo>
                  <a:lnTo>
                    <a:pt x="1539" y="13231"/>
                  </a:lnTo>
                  <a:lnTo>
                    <a:pt x="1265" y="13426"/>
                  </a:lnTo>
                  <a:lnTo>
                    <a:pt x="1682" y="13856"/>
                  </a:lnTo>
                  <a:lnTo>
                    <a:pt x="1559" y="13993"/>
                  </a:lnTo>
                  <a:lnTo>
                    <a:pt x="1585" y="14436"/>
                  </a:lnTo>
                  <a:lnTo>
                    <a:pt x="2139" y="14352"/>
                  </a:lnTo>
                  <a:lnTo>
                    <a:pt x="2158" y="14619"/>
                  </a:lnTo>
                  <a:lnTo>
                    <a:pt x="2588" y="14704"/>
                  </a:lnTo>
                  <a:lnTo>
                    <a:pt x="2869" y="15297"/>
                  </a:lnTo>
                  <a:lnTo>
                    <a:pt x="3273" y="15401"/>
                  </a:lnTo>
                  <a:lnTo>
                    <a:pt x="3409" y="15610"/>
                  </a:lnTo>
                  <a:lnTo>
                    <a:pt x="3827" y="15499"/>
                  </a:lnTo>
                  <a:lnTo>
                    <a:pt x="4087" y="14795"/>
                  </a:lnTo>
                  <a:lnTo>
                    <a:pt x="4713" y="14997"/>
                  </a:lnTo>
                  <a:lnTo>
                    <a:pt x="5156" y="15095"/>
                  </a:lnTo>
                  <a:lnTo>
                    <a:pt x="6258" y="14919"/>
                  </a:lnTo>
                  <a:lnTo>
                    <a:pt x="6701" y="14599"/>
                  </a:lnTo>
                  <a:lnTo>
                    <a:pt x="7327" y="13850"/>
                  </a:lnTo>
                  <a:lnTo>
                    <a:pt x="7920" y="13785"/>
                  </a:lnTo>
                  <a:lnTo>
                    <a:pt x="8324" y="13550"/>
                  </a:lnTo>
                  <a:lnTo>
                    <a:pt x="8552" y="13550"/>
                  </a:lnTo>
                  <a:lnTo>
                    <a:pt x="8741" y="13700"/>
                  </a:lnTo>
                  <a:lnTo>
                    <a:pt x="9210" y="13446"/>
                  </a:lnTo>
                  <a:lnTo>
                    <a:pt x="9582" y="13628"/>
                  </a:lnTo>
                  <a:lnTo>
                    <a:pt x="9842" y="13570"/>
                  </a:lnTo>
                  <a:lnTo>
                    <a:pt x="10279" y="13270"/>
                  </a:lnTo>
                  <a:lnTo>
                    <a:pt x="10207" y="12123"/>
                  </a:lnTo>
                  <a:lnTo>
                    <a:pt x="9927" y="11725"/>
                  </a:lnTo>
                  <a:lnTo>
                    <a:pt x="9112" y="11640"/>
                  </a:lnTo>
                  <a:lnTo>
                    <a:pt x="8760" y="10063"/>
                  </a:lnTo>
                  <a:lnTo>
                    <a:pt x="9230" y="9816"/>
                  </a:lnTo>
                  <a:lnTo>
                    <a:pt x="10018" y="9952"/>
                  </a:lnTo>
                  <a:lnTo>
                    <a:pt x="11094" y="9040"/>
                  </a:lnTo>
                  <a:lnTo>
                    <a:pt x="11035" y="8773"/>
                  </a:lnTo>
                  <a:lnTo>
                    <a:pt x="11165" y="8584"/>
                  </a:lnTo>
                  <a:lnTo>
                    <a:pt x="11615" y="8434"/>
                  </a:lnTo>
                  <a:lnTo>
                    <a:pt x="11882" y="8141"/>
                  </a:lnTo>
                  <a:lnTo>
                    <a:pt x="11641" y="7736"/>
                  </a:lnTo>
                  <a:lnTo>
                    <a:pt x="11850" y="7189"/>
                  </a:lnTo>
                  <a:lnTo>
                    <a:pt x="11543" y="6602"/>
                  </a:lnTo>
                  <a:lnTo>
                    <a:pt x="11491" y="6250"/>
                  </a:lnTo>
                  <a:lnTo>
                    <a:pt x="11387" y="6140"/>
                  </a:lnTo>
                  <a:lnTo>
                    <a:pt x="11224" y="6166"/>
                  </a:lnTo>
                  <a:lnTo>
                    <a:pt x="11139" y="5846"/>
                  </a:lnTo>
                  <a:lnTo>
                    <a:pt x="10722" y="5996"/>
                  </a:lnTo>
                  <a:lnTo>
                    <a:pt x="10657" y="5872"/>
                  </a:lnTo>
                  <a:lnTo>
                    <a:pt x="10435" y="5853"/>
                  </a:lnTo>
                  <a:lnTo>
                    <a:pt x="10279" y="5977"/>
                  </a:lnTo>
                  <a:lnTo>
                    <a:pt x="10220" y="5899"/>
                  </a:lnTo>
                  <a:lnTo>
                    <a:pt x="9595" y="5827"/>
                  </a:lnTo>
                  <a:lnTo>
                    <a:pt x="9458" y="5560"/>
                  </a:lnTo>
                  <a:lnTo>
                    <a:pt x="9028" y="5781"/>
                  </a:lnTo>
                  <a:lnTo>
                    <a:pt x="8669" y="5657"/>
                  </a:lnTo>
                  <a:lnTo>
                    <a:pt x="8500" y="5286"/>
                  </a:lnTo>
                  <a:lnTo>
                    <a:pt x="8552" y="5045"/>
                  </a:lnTo>
                  <a:lnTo>
                    <a:pt x="8154" y="4439"/>
                  </a:lnTo>
                  <a:lnTo>
                    <a:pt x="8167" y="4269"/>
                  </a:lnTo>
                  <a:lnTo>
                    <a:pt x="7646" y="4061"/>
                  </a:lnTo>
                  <a:lnTo>
                    <a:pt x="7346" y="3624"/>
                  </a:lnTo>
                  <a:lnTo>
                    <a:pt x="7379" y="3331"/>
                  </a:lnTo>
                  <a:lnTo>
                    <a:pt x="7841" y="3129"/>
                  </a:lnTo>
                  <a:lnTo>
                    <a:pt x="7998" y="2581"/>
                  </a:lnTo>
                  <a:lnTo>
                    <a:pt x="8656" y="2001"/>
                  </a:lnTo>
                  <a:lnTo>
                    <a:pt x="8474" y="1636"/>
                  </a:lnTo>
                  <a:lnTo>
                    <a:pt x="8004" y="1532"/>
                  </a:lnTo>
                  <a:lnTo>
                    <a:pt x="7600" y="1193"/>
                  </a:lnTo>
                  <a:lnTo>
                    <a:pt x="7190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6661175" y="3225800"/>
              <a:ext cx="125825" cy="111625"/>
            </a:xfrm>
            <a:custGeom>
              <a:rect b="b" l="l" r="r" t="t"/>
              <a:pathLst>
                <a:path extrusionOk="0" h="4465" w="5033">
                  <a:moveTo>
                    <a:pt x="607" y="0"/>
                  </a:moveTo>
                  <a:lnTo>
                    <a:pt x="424" y="215"/>
                  </a:lnTo>
                  <a:lnTo>
                    <a:pt x="477" y="1460"/>
                  </a:lnTo>
                  <a:lnTo>
                    <a:pt x="27" y="1604"/>
                  </a:lnTo>
                  <a:lnTo>
                    <a:pt x="1" y="1806"/>
                  </a:lnTo>
                  <a:lnTo>
                    <a:pt x="229" y="2594"/>
                  </a:lnTo>
                  <a:lnTo>
                    <a:pt x="72" y="3011"/>
                  </a:lnTo>
                  <a:lnTo>
                    <a:pt x="418" y="3891"/>
                  </a:lnTo>
                  <a:lnTo>
                    <a:pt x="1917" y="4224"/>
                  </a:lnTo>
                  <a:lnTo>
                    <a:pt x="3051" y="4367"/>
                  </a:lnTo>
                  <a:lnTo>
                    <a:pt x="4511" y="4465"/>
                  </a:lnTo>
                  <a:lnTo>
                    <a:pt x="4517" y="4152"/>
                  </a:lnTo>
                  <a:lnTo>
                    <a:pt x="4765" y="4198"/>
                  </a:lnTo>
                  <a:lnTo>
                    <a:pt x="5032" y="3969"/>
                  </a:lnTo>
                  <a:lnTo>
                    <a:pt x="4641" y="3011"/>
                  </a:lnTo>
                  <a:lnTo>
                    <a:pt x="3260" y="2835"/>
                  </a:lnTo>
                  <a:lnTo>
                    <a:pt x="3071" y="2725"/>
                  </a:lnTo>
                  <a:lnTo>
                    <a:pt x="2471" y="1545"/>
                  </a:lnTo>
                  <a:lnTo>
                    <a:pt x="1448" y="619"/>
                  </a:lnTo>
                  <a:lnTo>
                    <a:pt x="1259" y="652"/>
                  </a:lnTo>
                  <a:lnTo>
                    <a:pt x="1200" y="372"/>
                  </a:lnTo>
                  <a:lnTo>
                    <a:pt x="946" y="365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6765800" y="3064650"/>
              <a:ext cx="168975" cy="110650"/>
            </a:xfrm>
            <a:custGeom>
              <a:rect b="b" l="l" r="r" t="t"/>
              <a:pathLst>
                <a:path extrusionOk="0" h="4426" w="6759">
                  <a:moveTo>
                    <a:pt x="5592" y="1"/>
                  </a:moveTo>
                  <a:lnTo>
                    <a:pt x="4940" y="105"/>
                  </a:lnTo>
                  <a:lnTo>
                    <a:pt x="4784" y="287"/>
                  </a:lnTo>
                  <a:lnTo>
                    <a:pt x="4497" y="300"/>
                  </a:lnTo>
                  <a:lnTo>
                    <a:pt x="4419" y="379"/>
                  </a:lnTo>
                  <a:lnTo>
                    <a:pt x="4432" y="796"/>
                  </a:lnTo>
                  <a:lnTo>
                    <a:pt x="3018" y="1597"/>
                  </a:lnTo>
                  <a:lnTo>
                    <a:pt x="2464" y="1741"/>
                  </a:lnTo>
                  <a:lnTo>
                    <a:pt x="1467" y="2542"/>
                  </a:lnTo>
                  <a:lnTo>
                    <a:pt x="626" y="2484"/>
                  </a:lnTo>
                  <a:lnTo>
                    <a:pt x="306" y="2432"/>
                  </a:lnTo>
                  <a:lnTo>
                    <a:pt x="0" y="2679"/>
                  </a:lnTo>
                  <a:lnTo>
                    <a:pt x="3598" y="3598"/>
                  </a:lnTo>
                  <a:lnTo>
                    <a:pt x="4764" y="4426"/>
                  </a:lnTo>
                  <a:lnTo>
                    <a:pt x="5970" y="2849"/>
                  </a:lnTo>
                  <a:lnTo>
                    <a:pt x="6759" y="952"/>
                  </a:lnTo>
                  <a:lnTo>
                    <a:pt x="5592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6442025" y="2895350"/>
              <a:ext cx="132825" cy="115400"/>
            </a:xfrm>
            <a:custGeom>
              <a:rect b="b" l="l" r="r" t="t"/>
              <a:pathLst>
                <a:path extrusionOk="0" h="4616" w="5313">
                  <a:moveTo>
                    <a:pt x="3266" y="1"/>
                  </a:moveTo>
                  <a:lnTo>
                    <a:pt x="1" y="2321"/>
                  </a:lnTo>
                  <a:lnTo>
                    <a:pt x="3722" y="4615"/>
                  </a:lnTo>
                  <a:lnTo>
                    <a:pt x="4556" y="3507"/>
                  </a:lnTo>
                  <a:lnTo>
                    <a:pt x="5312" y="2510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5794675" y="2981550"/>
              <a:ext cx="217700" cy="93550"/>
            </a:xfrm>
            <a:custGeom>
              <a:rect b="b" l="l" r="r" t="t"/>
              <a:pathLst>
                <a:path extrusionOk="0" h="3742" w="8708">
                  <a:moveTo>
                    <a:pt x="7052" y="1"/>
                  </a:moveTo>
                  <a:lnTo>
                    <a:pt x="5899" y="144"/>
                  </a:lnTo>
                  <a:lnTo>
                    <a:pt x="4237" y="190"/>
                  </a:lnTo>
                  <a:lnTo>
                    <a:pt x="3305" y="542"/>
                  </a:lnTo>
                  <a:lnTo>
                    <a:pt x="0" y="1741"/>
                  </a:lnTo>
                  <a:lnTo>
                    <a:pt x="150" y="2243"/>
                  </a:lnTo>
                  <a:lnTo>
                    <a:pt x="411" y="2451"/>
                  </a:lnTo>
                  <a:lnTo>
                    <a:pt x="567" y="2849"/>
                  </a:lnTo>
                  <a:lnTo>
                    <a:pt x="593" y="3305"/>
                  </a:lnTo>
                  <a:lnTo>
                    <a:pt x="1024" y="3298"/>
                  </a:lnTo>
                  <a:lnTo>
                    <a:pt x="1187" y="3038"/>
                  </a:lnTo>
                  <a:lnTo>
                    <a:pt x="1415" y="3057"/>
                  </a:lnTo>
                  <a:lnTo>
                    <a:pt x="1669" y="3246"/>
                  </a:lnTo>
                  <a:lnTo>
                    <a:pt x="1727" y="3598"/>
                  </a:lnTo>
                  <a:lnTo>
                    <a:pt x="2001" y="3285"/>
                  </a:lnTo>
                  <a:lnTo>
                    <a:pt x="2125" y="3298"/>
                  </a:lnTo>
                  <a:lnTo>
                    <a:pt x="2073" y="3637"/>
                  </a:lnTo>
                  <a:lnTo>
                    <a:pt x="2184" y="3657"/>
                  </a:lnTo>
                  <a:lnTo>
                    <a:pt x="2399" y="3311"/>
                  </a:lnTo>
                  <a:lnTo>
                    <a:pt x="2699" y="3292"/>
                  </a:lnTo>
                  <a:lnTo>
                    <a:pt x="2835" y="3390"/>
                  </a:lnTo>
                  <a:lnTo>
                    <a:pt x="3096" y="3285"/>
                  </a:lnTo>
                  <a:lnTo>
                    <a:pt x="3285" y="3742"/>
                  </a:lnTo>
                  <a:lnTo>
                    <a:pt x="3370" y="3527"/>
                  </a:lnTo>
                  <a:lnTo>
                    <a:pt x="3422" y="3644"/>
                  </a:lnTo>
                  <a:lnTo>
                    <a:pt x="3578" y="3566"/>
                  </a:lnTo>
                  <a:lnTo>
                    <a:pt x="3578" y="3403"/>
                  </a:lnTo>
                  <a:lnTo>
                    <a:pt x="3807" y="3259"/>
                  </a:lnTo>
                  <a:lnTo>
                    <a:pt x="3930" y="3253"/>
                  </a:lnTo>
                  <a:lnTo>
                    <a:pt x="4198" y="2757"/>
                  </a:lnTo>
                  <a:lnTo>
                    <a:pt x="4028" y="2757"/>
                  </a:lnTo>
                  <a:lnTo>
                    <a:pt x="4074" y="2647"/>
                  </a:lnTo>
                  <a:lnTo>
                    <a:pt x="4263" y="2621"/>
                  </a:lnTo>
                  <a:lnTo>
                    <a:pt x="4224" y="2445"/>
                  </a:lnTo>
                  <a:lnTo>
                    <a:pt x="4491" y="2445"/>
                  </a:lnTo>
                  <a:lnTo>
                    <a:pt x="4361" y="2223"/>
                  </a:lnTo>
                  <a:lnTo>
                    <a:pt x="4458" y="2138"/>
                  </a:lnTo>
                  <a:lnTo>
                    <a:pt x="4634" y="2275"/>
                  </a:lnTo>
                  <a:lnTo>
                    <a:pt x="4882" y="2086"/>
                  </a:lnTo>
                  <a:lnTo>
                    <a:pt x="4947" y="2119"/>
                  </a:lnTo>
                  <a:lnTo>
                    <a:pt x="4823" y="2308"/>
                  </a:lnTo>
                  <a:lnTo>
                    <a:pt x="4915" y="2432"/>
                  </a:lnTo>
                  <a:lnTo>
                    <a:pt x="4921" y="2249"/>
                  </a:lnTo>
                  <a:lnTo>
                    <a:pt x="5208" y="2269"/>
                  </a:lnTo>
                  <a:lnTo>
                    <a:pt x="5221" y="2419"/>
                  </a:lnTo>
                  <a:lnTo>
                    <a:pt x="5280" y="2327"/>
                  </a:lnTo>
                  <a:lnTo>
                    <a:pt x="5325" y="2516"/>
                  </a:lnTo>
                  <a:lnTo>
                    <a:pt x="5416" y="2438"/>
                  </a:lnTo>
                  <a:lnTo>
                    <a:pt x="5488" y="2575"/>
                  </a:lnTo>
                  <a:lnTo>
                    <a:pt x="5319" y="2562"/>
                  </a:lnTo>
                  <a:lnTo>
                    <a:pt x="5325" y="2686"/>
                  </a:lnTo>
                  <a:lnTo>
                    <a:pt x="5175" y="2725"/>
                  </a:lnTo>
                  <a:lnTo>
                    <a:pt x="5175" y="2725"/>
                  </a:lnTo>
                  <a:lnTo>
                    <a:pt x="5208" y="2562"/>
                  </a:lnTo>
                  <a:lnTo>
                    <a:pt x="5208" y="2562"/>
                  </a:lnTo>
                  <a:lnTo>
                    <a:pt x="5117" y="2725"/>
                  </a:lnTo>
                  <a:lnTo>
                    <a:pt x="4699" y="2946"/>
                  </a:lnTo>
                  <a:lnTo>
                    <a:pt x="4908" y="3507"/>
                  </a:lnTo>
                  <a:lnTo>
                    <a:pt x="5312" y="3481"/>
                  </a:lnTo>
                  <a:lnTo>
                    <a:pt x="5990" y="2992"/>
                  </a:lnTo>
                  <a:lnTo>
                    <a:pt x="6883" y="2588"/>
                  </a:lnTo>
                  <a:lnTo>
                    <a:pt x="7033" y="2764"/>
                  </a:lnTo>
                  <a:lnTo>
                    <a:pt x="7606" y="2601"/>
                  </a:lnTo>
                  <a:lnTo>
                    <a:pt x="7672" y="3044"/>
                  </a:lnTo>
                  <a:lnTo>
                    <a:pt x="7515" y="3220"/>
                  </a:lnTo>
                  <a:lnTo>
                    <a:pt x="7672" y="3311"/>
                  </a:lnTo>
                  <a:lnTo>
                    <a:pt x="7450" y="3481"/>
                  </a:lnTo>
                  <a:lnTo>
                    <a:pt x="7450" y="3637"/>
                  </a:lnTo>
                  <a:lnTo>
                    <a:pt x="7652" y="3631"/>
                  </a:lnTo>
                  <a:lnTo>
                    <a:pt x="7776" y="3272"/>
                  </a:lnTo>
                  <a:lnTo>
                    <a:pt x="8167" y="3220"/>
                  </a:lnTo>
                  <a:lnTo>
                    <a:pt x="8708" y="2777"/>
                  </a:lnTo>
                  <a:lnTo>
                    <a:pt x="8232" y="2295"/>
                  </a:lnTo>
                  <a:lnTo>
                    <a:pt x="8089" y="1904"/>
                  </a:lnTo>
                  <a:lnTo>
                    <a:pt x="7932" y="1780"/>
                  </a:lnTo>
                  <a:lnTo>
                    <a:pt x="7685" y="1871"/>
                  </a:lnTo>
                  <a:lnTo>
                    <a:pt x="7052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6781275" y="3026350"/>
              <a:ext cx="96975" cy="101875"/>
            </a:xfrm>
            <a:custGeom>
              <a:rect b="b" l="l" r="r" t="t"/>
              <a:pathLst>
                <a:path extrusionOk="0" h="4075" w="3879">
                  <a:moveTo>
                    <a:pt x="874" y="1"/>
                  </a:moveTo>
                  <a:lnTo>
                    <a:pt x="685" y="40"/>
                  </a:lnTo>
                  <a:lnTo>
                    <a:pt x="326" y="242"/>
                  </a:lnTo>
                  <a:lnTo>
                    <a:pt x="398" y="1018"/>
                  </a:lnTo>
                  <a:lnTo>
                    <a:pt x="587" y="1415"/>
                  </a:lnTo>
                  <a:lnTo>
                    <a:pt x="548" y="1904"/>
                  </a:lnTo>
                  <a:lnTo>
                    <a:pt x="0" y="4016"/>
                  </a:lnTo>
                  <a:lnTo>
                    <a:pt x="7" y="4016"/>
                  </a:lnTo>
                  <a:lnTo>
                    <a:pt x="848" y="4074"/>
                  </a:lnTo>
                  <a:lnTo>
                    <a:pt x="1845" y="3273"/>
                  </a:lnTo>
                  <a:lnTo>
                    <a:pt x="2405" y="3129"/>
                  </a:lnTo>
                  <a:lnTo>
                    <a:pt x="3813" y="2328"/>
                  </a:lnTo>
                  <a:lnTo>
                    <a:pt x="3800" y="1917"/>
                  </a:lnTo>
                  <a:lnTo>
                    <a:pt x="3878" y="1832"/>
                  </a:lnTo>
                  <a:lnTo>
                    <a:pt x="3050" y="1122"/>
                  </a:lnTo>
                  <a:lnTo>
                    <a:pt x="2783" y="1070"/>
                  </a:lnTo>
                  <a:lnTo>
                    <a:pt x="2444" y="874"/>
                  </a:lnTo>
                  <a:lnTo>
                    <a:pt x="2366" y="1031"/>
                  </a:lnTo>
                  <a:lnTo>
                    <a:pt x="2203" y="842"/>
                  </a:lnTo>
                  <a:lnTo>
                    <a:pt x="1832" y="790"/>
                  </a:lnTo>
                  <a:lnTo>
                    <a:pt x="87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6115500" y="2426250"/>
              <a:ext cx="201575" cy="425950"/>
            </a:xfrm>
            <a:custGeom>
              <a:rect b="b" l="l" r="r" t="t"/>
              <a:pathLst>
                <a:path extrusionOk="0" h="17038" w="8063">
                  <a:moveTo>
                    <a:pt x="2236" y="1"/>
                  </a:moveTo>
                  <a:lnTo>
                    <a:pt x="3813" y="1598"/>
                  </a:lnTo>
                  <a:lnTo>
                    <a:pt x="822" y="8995"/>
                  </a:lnTo>
                  <a:lnTo>
                    <a:pt x="411" y="10070"/>
                  </a:lnTo>
                  <a:lnTo>
                    <a:pt x="0" y="15552"/>
                  </a:lnTo>
                  <a:lnTo>
                    <a:pt x="769" y="14600"/>
                  </a:lnTo>
                  <a:lnTo>
                    <a:pt x="1121" y="14522"/>
                  </a:lnTo>
                  <a:lnTo>
                    <a:pt x="932" y="15689"/>
                  </a:lnTo>
                  <a:lnTo>
                    <a:pt x="2203" y="17038"/>
                  </a:lnTo>
                  <a:lnTo>
                    <a:pt x="2607" y="16080"/>
                  </a:lnTo>
                  <a:lnTo>
                    <a:pt x="3194" y="16425"/>
                  </a:lnTo>
                  <a:lnTo>
                    <a:pt x="3728" y="15382"/>
                  </a:lnTo>
                  <a:lnTo>
                    <a:pt x="4237" y="15428"/>
                  </a:lnTo>
                  <a:lnTo>
                    <a:pt x="4660" y="15193"/>
                  </a:lnTo>
                  <a:lnTo>
                    <a:pt x="4895" y="15552"/>
                  </a:lnTo>
                  <a:lnTo>
                    <a:pt x="5234" y="15493"/>
                  </a:lnTo>
                  <a:lnTo>
                    <a:pt x="5351" y="15721"/>
                  </a:lnTo>
                  <a:lnTo>
                    <a:pt x="6055" y="15545"/>
                  </a:lnTo>
                  <a:lnTo>
                    <a:pt x="6251" y="14926"/>
                  </a:lnTo>
                  <a:lnTo>
                    <a:pt x="6140" y="13720"/>
                  </a:lnTo>
                  <a:lnTo>
                    <a:pt x="7000" y="11524"/>
                  </a:lnTo>
                  <a:lnTo>
                    <a:pt x="8063" y="8096"/>
                  </a:lnTo>
                  <a:lnTo>
                    <a:pt x="5136" y="5762"/>
                  </a:lnTo>
                  <a:lnTo>
                    <a:pt x="5123" y="4863"/>
                  </a:lnTo>
                  <a:lnTo>
                    <a:pt x="4093" y="4048"/>
                  </a:lnTo>
                  <a:lnTo>
                    <a:pt x="5221" y="2425"/>
                  </a:lnTo>
                  <a:lnTo>
                    <a:pt x="5671" y="842"/>
                  </a:lnTo>
                  <a:lnTo>
                    <a:pt x="4530" y="7"/>
                  </a:lnTo>
                  <a:lnTo>
                    <a:pt x="2236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6166825" y="3024725"/>
              <a:ext cx="137375" cy="111325"/>
            </a:xfrm>
            <a:custGeom>
              <a:rect b="b" l="l" r="r" t="t"/>
              <a:pathLst>
                <a:path extrusionOk="0" h="4453" w="5495">
                  <a:moveTo>
                    <a:pt x="3846" y="1"/>
                  </a:moveTo>
                  <a:lnTo>
                    <a:pt x="3031" y="340"/>
                  </a:lnTo>
                  <a:lnTo>
                    <a:pt x="2731" y="620"/>
                  </a:lnTo>
                  <a:lnTo>
                    <a:pt x="2327" y="685"/>
                  </a:lnTo>
                  <a:lnTo>
                    <a:pt x="1975" y="1206"/>
                  </a:lnTo>
                  <a:lnTo>
                    <a:pt x="913" y="1532"/>
                  </a:lnTo>
                  <a:lnTo>
                    <a:pt x="137" y="1930"/>
                  </a:lnTo>
                  <a:lnTo>
                    <a:pt x="0" y="2471"/>
                  </a:lnTo>
                  <a:lnTo>
                    <a:pt x="72" y="2758"/>
                  </a:lnTo>
                  <a:lnTo>
                    <a:pt x="2490" y="2823"/>
                  </a:lnTo>
                  <a:lnTo>
                    <a:pt x="2810" y="3286"/>
                  </a:lnTo>
                  <a:lnTo>
                    <a:pt x="3429" y="4452"/>
                  </a:lnTo>
                  <a:lnTo>
                    <a:pt x="5456" y="3924"/>
                  </a:lnTo>
                  <a:lnTo>
                    <a:pt x="5495" y="2914"/>
                  </a:lnTo>
                  <a:lnTo>
                    <a:pt x="5364" y="483"/>
                  </a:lnTo>
                  <a:lnTo>
                    <a:pt x="5156" y="287"/>
                  </a:lnTo>
                  <a:lnTo>
                    <a:pt x="5006" y="385"/>
                  </a:lnTo>
                  <a:lnTo>
                    <a:pt x="4393" y="359"/>
                  </a:lnTo>
                  <a:lnTo>
                    <a:pt x="4022" y="555"/>
                  </a:lnTo>
                  <a:lnTo>
                    <a:pt x="4054" y="164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4683575" y="2995725"/>
              <a:ext cx="67975" cy="88500"/>
            </a:xfrm>
            <a:custGeom>
              <a:rect b="b" l="l" r="r" t="t"/>
              <a:pathLst>
                <a:path extrusionOk="0" h="3540" w="2719">
                  <a:moveTo>
                    <a:pt x="659" y="1"/>
                  </a:moveTo>
                  <a:lnTo>
                    <a:pt x="1148" y="926"/>
                  </a:lnTo>
                  <a:lnTo>
                    <a:pt x="1" y="1721"/>
                  </a:lnTo>
                  <a:lnTo>
                    <a:pt x="959" y="2308"/>
                  </a:lnTo>
                  <a:lnTo>
                    <a:pt x="1793" y="3175"/>
                  </a:lnTo>
                  <a:lnTo>
                    <a:pt x="2184" y="3168"/>
                  </a:lnTo>
                  <a:lnTo>
                    <a:pt x="2289" y="3540"/>
                  </a:lnTo>
                  <a:lnTo>
                    <a:pt x="2426" y="3383"/>
                  </a:lnTo>
                  <a:lnTo>
                    <a:pt x="2256" y="3025"/>
                  </a:lnTo>
                  <a:lnTo>
                    <a:pt x="2034" y="2881"/>
                  </a:lnTo>
                  <a:lnTo>
                    <a:pt x="2074" y="2738"/>
                  </a:lnTo>
                  <a:lnTo>
                    <a:pt x="1917" y="2471"/>
                  </a:lnTo>
                  <a:lnTo>
                    <a:pt x="1956" y="2086"/>
                  </a:lnTo>
                  <a:lnTo>
                    <a:pt x="2178" y="1799"/>
                  </a:lnTo>
                  <a:lnTo>
                    <a:pt x="2106" y="1519"/>
                  </a:lnTo>
                  <a:lnTo>
                    <a:pt x="2106" y="1519"/>
                  </a:lnTo>
                  <a:lnTo>
                    <a:pt x="2465" y="1617"/>
                  </a:lnTo>
                  <a:lnTo>
                    <a:pt x="2719" y="1239"/>
                  </a:lnTo>
                  <a:lnTo>
                    <a:pt x="1845" y="867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4116075" y="3211950"/>
              <a:ext cx="143725" cy="154000"/>
            </a:xfrm>
            <a:custGeom>
              <a:rect b="b" l="l" r="r" t="t"/>
              <a:pathLst>
                <a:path extrusionOk="0" h="6160" w="5749">
                  <a:moveTo>
                    <a:pt x="2946" y="0"/>
                  </a:moveTo>
                  <a:lnTo>
                    <a:pt x="2503" y="255"/>
                  </a:lnTo>
                  <a:lnTo>
                    <a:pt x="1173" y="1323"/>
                  </a:lnTo>
                  <a:lnTo>
                    <a:pt x="502" y="1910"/>
                  </a:lnTo>
                  <a:lnTo>
                    <a:pt x="0" y="2620"/>
                  </a:lnTo>
                  <a:lnTo>
                    <a:pt x="248" y="3200"/>
                  </a:lnTo>
                  <a:lnTo>
                    <a:pt x="131" y="3846"/>
                  </a:lnTo>
                  <a:lnTo>
                    <a:pt x="874" y="3761"/>
                  </a:lnTo>
                  <a:lnTo>
                    <a:pt x="1395" y="3637"/>
                  </a:lnTo>
                  <a:lnTo>
                    <a:pt x="1519" y="4015"/>
                  </a:lnTo>
                  <a:lnTo>
                    <a:pt x="2314" y="4406"/>
                  </a:lnTo>
                  <a:lnTo>
                    <a:pt x="3220" y="4256"/>
                  </a:lnTo>
                  <a:lnTo>
                    <a:pt x="3715" y="4615"/>
                  </a:lnTo>
                  <a:lnTo>
                    <a:pt x="3833" y="4745"/>
                  </a:lnTo>
                  <a:lnTo>
                    <a:pt x="3917" y="5064"/>
                  </a:lnTo>
                  <a:lnTo>
                    <a:pt x="4165" y="5260"/>
                  </a:lnTo>
                  <a:lnTo>
                    <a:pt x="4217" y="5931"/>
                  </a:lnTo>
                  <a:lnTo>
                    <a:pt x="4569" y="5853"/>
                  </a:lnTo>
                  <a:lnTo>
                    <a:pt x="4673" y="6159"/>
                  </a:lnTo>
                  <a:lnTo>
                    <a:pt x="5032" y="5977"/>
                  </a:lnTo>
                  <a:lnTo>
                    <a:pt x="5325" y="6029"/>
                  </a:lnTo>
                  <a:lnTo>
                    <a:pt x="5162" y="5651"/>
                  </a:lnTo>
                  <a:lnTo>
                    <a:pt x="5416" y="4791"/>
                  </a:lnTo>
                  <a:lnTo>
                    <a:pt x="5462" y="3422"/>
                  </a:lnTo>
                  <a:lnTo>
                    <a:pt x="5560" y="2953"/>
                  </a:lnTo>
                  <a:lnTo>
                    <a:pt x="5749" y="1291"/>
                  </a:lnTo>
                  <a:lnTo>
                    <a:pt x="3455" y="1884"/>
                  </a:lnTo>
                  <a:lnTo>
                    <a:pt x="3389" y="919"/>
                  </a:lnTo>
                  <a:lnTo>
                    <a:pt x="2946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6761725" y="2787975"/>
              <a:ext cx="262675" cy="206475"/>
            </a:xfrm>
            <a:custGeom>
              <a:rect b="b" l="l" r="r" t="t"/>
              <a:pathLst>
                <a:path extrusionOk="0" h="8259" w="10507">
                  <a:moveTo>
                    <a:pt x="3070" y="1"/>
                  </a:moveTo>
                  <a:lnTo>
                    <a:pt x="1564" y="1904"/>
                  </a:lnTo>
                  <a:lnTo>
                    <a:pt x="0" y="3755"/>
                  </a:lnTo>
                  <a:lnTo>
                    <a:pt x="600" y="4341"/>
                  </a:lnTo>
                  <a:lnTo>
                    <a:pt x="1265" y="6069"/>
                  </a:lnTo>
                  <a:lnTo>
                    <a:pt x="522" y="7939"/>
                  </a:lnTo>
                  <a:lnTo>
                    <a:pt x="808" y="8030"/>
                  </a:lnTo>
                  <a:lnTo>
                    <a:pt x="971" y="8258"/>
                  </a:lnTo>
                  <a:lnTo>
                    <a:pt x="7209" y="5762"/>
                  </a:lnTo>
                  <a:lnTo>
                    <a:pt x="8362" y="5241"/>
                  </a:lnTo>
                  <a:lnTo>
                    <a:pt x="8792" y="5286"/>
                  </a:lnTo>
                  <a:lnTo>
                    <a:pt x="9314" y="5045"/>
                  </a:lnTo>
                  <a:lnTo>
                    <a:pt x="9685" y="4719"/>
                  </a:lnTo>
                  <a:lnTo>
                    <a:pt x="10011" y="4700"/>
                  </a:lnTo>
                  <a:lnTo>
                    <a:pt x="10506" y="737"/>
                  </a:lnTo>
                  <a:lnTo>
                    <a:pt x="10487" y="1"/>
                  </a:lnTo>
                  <a:lnTo>
                    <a:pt x="9835" y="366"/>
                  </a:lnTo>
                  <a:lnTo>
                    <a:pt x="9607" y="301"/>
                  </a:lnTo>
                  <a:lnTo>
                    <a:pt x="9535" y="138"/>
                  </a:lnTo>
                  <a:lnTo>
                    <a:pt x="6296" y="568"/>
                  </a:lnTo>
                  <a:lnTo>
                    <a:pt x="6290" y="711"/>
                  </a:lnTo>
                  <a:lnTo>
                    <a:pt x="4035" y="301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5692350" y="2086525"/>
              <a:ext cx="347575" cy="310925"/>
            </a:xfrm>
            <a:custGeom>
              <a:rect b="b" l="l" r="r" t="t"/>
              <a:pathLst>
                <a:path extrusionOk="0" h="12437" w="13903">
                  <a:moveTo>
                    <a:pt x="9725" y="1"/>
                  </a:moveTo>
                  <a:lnTo>
                    <a:pt x="8903" y="7"/>
                  </a:lnTo>
                  <a:lnTo>
                    <a:pt x="8141" y="568"/>
                  </a:lnTo>
                  <a:lnTo>
                    <a:pt x="7137" y="679"/>
                  </a:lnTo>
                  <a:lnTo>
                    <a:pt x="6987" y="796"/>
                  </a:lnTo>
                  <a:lnTo>
                    <a:pt x="5925" y="659"/>
                  </a:lnTo>
                  <a:lnTo>
                    <a:pt x="5638" y="470"/>
                  </a:lnTo>
                  <a:lnTo>
                    <a:pt x="5469" y="679"/>
                  </a:lnTo>
                  <a:lnTo>
                    <a:pt x="5247" y="731"/>
                  </a:lnTo>
                  <a:lnTo>
                    <a:pt x="4784" y="516"/>
                  </a:lnTo>
                  <a:lnTo>
                    <a:pt x="4458" y="985"/>
                  </a:lnTo>
                  <a:lnTo>
                    <a:pt x="3083" y="855"/>
                  </a:lnTo>
                  <a:lnTo>
                    <a:pt x="2242" y="1102"/>
                  </a:lnTo>
                  <a:lnTo>
                    <a:pt x="1786" y="777"/>
                  </a:lnTo>
                  <a:lnTo>
                    <a:pt x="1714" y="112"/>
                  </a:lnTo>
                  <a:lnTo>
                    <a:pt x="1558" y="118"/>
                  </a:lnTo>
                  <a:lnTo>
                    <a:pt x="1415" y="405"/>
                  </a:lnTo>
                  <a:lnTo>
                    <a:pt x="1252" y="750"/>
                  </a:lnTo>
                  <a:lnTo>
                    <a:pt x="261" y="998"/>
                  </a:lnTo>
                  <a:lnTo>
                    <a:pt x="0" y="1233"/>
                  </a:lnTo>
                  <a:lnTo>
                    <a:pt x="39" y="1402"/>
                  </a:lnTo>
                  <a:lnTo>
                    <a:pt x="417" y="1630"/>
                  </a:lnTo>
                  <a:lnTo>
                    <a:pt x="1121" y="1689"/>
                  </a:lnTo>
                  <a:lnTo>
                    <a:pt x="1271" y="1930"/>
                  </a:lnTo>
                  <a:lnTo>
                    <a:pt x="1160" y="2093"/>
                  </a:lnTo>
                  <a:lnTo>
                    <a:pt x="906" y="1963"/>
                  </a:lnTo>
                  <a:lnTo>
                    <a:pt x="763" y="2060"/>
                  </a:lnTo>
                  <a:lnTo>
                    <a:pt x="763" y="2595"/>
                  </a:lnTo>
                  <a:lnTo>
                    <a:pt x="1089" y="2680"/>
                  </a:lnTo>
                  <a:lnTo>
                    <a:pt x="867" y="3351"/>
                  </a:lnTo>
                  <a:lnTo>
                    <a:pt x="606" y="3136"/>
                  </a:lnTo>
                  <a:lnTo>
                    <a:pt x="365" y="3214"/>
                  </a:lnTo>
                  <a:lnTo>
                    <a:pt x="274" y="2895"/>
                  </a:lnTo>
                  <a:lnTo>
                    <a:pt x="72" y="2992"/>
                  </a:lnTo>
                  <a:lnTo>
                    <a:pt x="105" y="3286"/>
                  </a:lnTo>
                  <a:lnTo>
                    <a:pt x="98" y="3286"/>
                  </a:lnTo>
                  <a:lnTo>
                    <a:pt x="535" y="3651"/>
                  </a:lnTo>
                  <a:lnTo>
                    <a:pt x="646" y="4029"/>
                  </a:lnTo>
                  <a:lnTo>
                    <a:pt x="808" y="4127"/>
                  </a:lnTo>
                  <a:lnTo>
                    <a:pt x="6244" y="5619"/>
                  </a:lnTo>
                  <a:lnTo>
                    <a:pt x="6388" y="5560"/>
                  </a:lnTo>
                  <a:lnTo>
                    <a:pt x="6498" y="5749"/>
                  </a:lnTo>
                  <a:lnTo>
                    <a:pt x="6648" y="5691"/>
                  </a:lnTo>
                  <a:lnTo>
                    <a:pt x="7033" y="5802"/>
                  </a:lnTo>
                  <a:lnTo>
                    <a:pt x="6974" y="6049"/>
                  </a:lnTo>
                  <a:lnTo>
                    <a:pt x="7326" y="6271"/>
                  </a:lnTo>
                  <a:lnTo>
                    <a:pt x="7580" y="6616"/>
                  </a:lnTo>
                  <a:lnTo>
                    <a:pt x="7469" y="7027"/>
                  </a:lnTo>
                  <a:lnTo>
                    <a:pt x="7847" y="7405"/>
                  </a:lnTo>
                  <a:lnTo>
                    <a:pt x="7652" y="7828"/>
                  </a:lnTo>
                  <a:lnTo>
                    <a:pt x="7724" y="7998"/>
                  </a:lnTo>
                  <a:lnTo>
                    <a:pt x="7593" y="8754"/>
                  </a:lnTo>
                  <a:lnTo>
                    <a:pt x="8584" y="8767"/>
                  </a:lnTo>
                  <a:lnTo>
                    <a:pt x="8551" y="12436"/>
                  </a:lnTo>
                  <a:lnTo>
                    <a:pt x="11302" y="11250"/>
                  </a:lnTo>
                  <a:lnTo>
                    <a:pt x="12221" y="10077"/>
                  </a:lnTo>
                  <a:lnTo>
                    <a:pt x="12996" y="9601"/>
                  </a:lnTo>
                  <a:lnTo>
                    <a:pt x="13426" y="9243"/>
                  </a:lnTo>
                  <a:lnTo>
                    <a:pt x="13459" y="7646"/>
                  </a:lnTo>
                  <a:lnTo>
                    <a:pt x="13902" y="6896"/>
                  </a:lnTo>
                  <a:lnTo>
                    <a:pt x="11641" y="2588"/>
                  </a:lnTo>
                  <a:lnTo>
                    <a:pt x="12534" y="607"/>
                  </a:lnTo>
                  <a:lnTo>
                    <a:pt x="11386" y="229"/>
                  </a:lnTo>
                  <a:lnTo>
                    <a:pt x="9725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4245125" y="3285600"/>
              <a:ext cx="65525" cy="67475"/>
            </a:xfrm>
            <a:custGeom>
              <a:rect b="b" l="l" r="r" t="t"/>
              <a:pathLst>
                <a:path extrusionOk="0" h="2699" w="2621">
                  <a:moveTo>
                    <a:pt x="398" y="0"/>
                  </a:moveTo>
                  <a:lnTo>
                    <a:pt x="300" y="476"/>
                  </a:lnTo>
                  <a:lnTo>
                    <a:pt x="254" y="1845"/>
                  </a:lnTo>
                  <a:lnTo>
                    <a:pt x="0" y="2698"/>
                  </a:lnTo>
                  <a:lnTo>
                    <a:pt x="1480" y="1897"/>
                  </a:lnTo>
                  <a:lnTo>
                    <a:pt x="1740" y="1617"/>
                  </a:lnTo>
                  <a:lnTo>
                    <a:pt x="1812" y="1180"/>
                  </a:lnTo>
                  <a:lnTo>
                    <a:pt x="2118" y="893"/>
                  </a:lnTo>
                  <a:lnTo>
                    <a:pt x="2210" y="645"/>
                  </a:lnTo>
                  <a:lnTo>
                    <a:pt x="2620" y="157"/>
                  </a:lnTo>
                  <a:lnTo>
                    <a:pt x="1382" y="131"/>
                  </a:lnTo>
                  <a:lnTo>
                    <a:pt x="1121" y="352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4325925" y="3104400"/>
              <a:ext cx="182375" cy="192775"/>
            </a:xfrm>
            <a:custGeom>
              <a:rect b="b" l="l" r="r" t="t"/>
              <a:pathLst>
                <a:path extrusionOk="0" h="7711" w="7295">
                  <a:moveTo>
                    <a:pt x="4694" y="1"/>
                  </a:moveTo>
                  <a:lnTo>
                    <a:pt x="3221" y="666"/>
                  </a:lnTo>
                  <a:lnTo>
                    <a:pt x="2712" y="1024"/>
                  </a:lnTo>
                  <a:lnTo>
                    <a:pt x="2354" y="1611"/>
                  </a:lnTo>
                  <a:lnTo>
                    <a:pt x="340" y="2679"/>
                  </a:lnTo>
                  <a:lnTo>
                    <a:pt x="320" y="3168"/>
                  </a:lnTo>
                  <a:lnTo>
                    <a:pt x="1" y="3644"/>
                  </a:lnTo>
                  <a:lnTo>
                    <a:pt x="392" y="4165"/>
                  </a:lnTo>
                  <a:lnTo>
                    <a:pt x="398" y="5775"/>
                  </a:lnTo>
                  <a:lnTo>
                    <a:pt x="776" y="5945"/>
                  </a:lnTo>
                  <a:lnTo>
                    <a:pt x="1200" y="6623"/>
                  </a:lnTo>
                  <a:lnTo>
                    <a:pt x="737" y="7105"/>
                  </a:lnTo>
                  <a:lnTo>
                    <a:pt x="724" y="7665"/>
                  </a:lnTo>
                  <a:lnTo>
                    <a:pt x="2008" y="7489"/>
                  </a:lnTo>
                  <a:lnTo>
                    <a:pt x="2543" y="6792"/>
                  </a:lnTo>
                  <a:lnTo>
                    <a:pt x="3403" y="7711"/>
                  </a:lnTo>
                  <a:lnTo>
                    <a:pt x="4817" y="6994"/>
                  </a:lnTo>
                  <a:lnTo>
                    <a:pt x="5619" y="6596"/>
                  </a:lnTo>
                  <a:lnTo>
                    <a:pt x="5756" y="5645"/>
                  </a:lnTo>
                  <a:lnTo>
                    <a:pt x="5841" y="5065"/>
                  </a:lnTo>
                  <a:lnTo>
                    <a:pt x="7072" y="2842"/>
                  </a:lnTo>
                  <a:lnTo>
                    <a:pt x="7294" y="724"/>
                  </a:lnTo>
                  <a:lnTo>
                    <a:pt x="6421" y="568"/>
                  </a:lnTo>
                  <a:lnTo>
                    <a:pt x="469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4577525" y="2947500"/>
              <a:ext cx="134775" cy="157575"/>
            </a:xfrm>
            <a:custGeom>
              <a:rect b="b" l="l" r="r" t="t"/>
              <a:pathLst>
                <a:path extrusionOk="0" h="6303" w="5391">
                  <a:moveTo>
                    <a:pt x="1708" y="0"/>
                  </a:moveTo>
                  <a:lnTo>
                    <a:pt x="1675" y="476"/>
                  </a:lnTo>
                  <a:lnTo>
                    <a:pt x="1382" y="209"/>
                  </a:lnTo>
                  <a:lnTo>
                    <a:pt x="1264" y="587"/>
                  </a:lnTo>
                  <a:lnTo>
                    <a:pt x="965" y="926"/>
                  </a:lnTo>
                  <a:lnTo>
                    <a:pt x="678" y="1715"/>
                  </a:lnTo>
                  <a:lnTo>
                    <a:pt x="0" y="2607"/>
                  </a:lnTo>
                  <a:lnTo>
                    <a:pt x="1486" y="3572"/>
                  </a:lnTo>
                  <a:lnTo>
                    <a:pt x="1577" y="3813"/>
                  </a:lnTo>
                  <a:lnTo>
                    <a:pt x="1336" y="5123"/>
                  </a:lnTo>
                  <a:lnTo>
                    <a:pt x="1134" y="5390"/>
                  </a:lnTo>
                  <a:lnTo>
                    <a:pt x="1375" y="5338"/>
                  </a:lnTo>
                  <a:lnTo>
                    <a:pt x="1466" y="5508"/>
                  </a:lnTo>
                  <a:lnTo>
                    <a:pt x="1225" y="5710"/>
                  </a:lnTo>
                  <a:lnTo>
                    <a:pt x="1388" y="5716"/>
                  </a:lnTo>
                  <a:lnTo>
                    <a:pt x="1408" y="5827"/>
                  </a:lnTo>
                  <a:lnTo>
                    <a:pt x="1551" y="5736"/>
                  </a:lnTo>
                  <a:lnTo>
                    <a:pt x="1682" y="5749"/>
                  </a:lnTo>
                  <a:lnTo>
                    <a:pt x="1734" y="5899"/>
                  </a:lnTo>
                  <a:lnTo>
                    <a:pt x="1753" y="5605"/>
                  </a:lnTo>
                  <a:lnTo>
                    <a:pt x="1962" y="5514"/>
                  </a:lnTo>
                  <a:lnTo>
                    <a:pt x="2125" y="5599"/>
                  </a:lnTo>
                  <a:lnTo>
                    <a:pt x="2131" y="5873"/>
                  </a:lnTo>
                  <a:lnTo>
                    <a:pt x="2223" y="5599"/>
                  </a:lnTo>
                  <a:lnTo>
                    <a:pt x="2053" y="5254"/>
                  </a:lnTo>
                  <a:lnTo>
                    <a:pt x="2209" y="5169"/>
                  </a:lnTo>
                  <a:lnTo>
                    <a:pt x="2020" y="5084"/>
                  </a:lnTo>
                  <a:lnTo>
                    <a:pt x="2346" y="5025"/>
                  </a:lnTo>
                  <a:lnTo>
                    <a:pt x="2470" y="5149"/>
                  </a:lnTo>
                  <a:lnTo>
                    <a:pt x="2574" y="4986"/>
                  </a:lnTo>
                  <a:lnTo>
                    <a:pt x="2855" y="5293"/>
                  </a:lnTo>
                  <a:lnTo>
                    <a:pt x="2509" y="5312"/>
                  </a:lnTo>
                  <a:lnTo>
                    <a:pt x="2399" y="5332"/>
                  </a:lnTo>
                  <a:lnTo>
                    <a:pt x="2372" y="5560"/>
                  </a:lnTo>
                  <a:lnTo>
                    <a:pt x="2503" y="5345"/>
                  </a:lnTo>
                  <a:lnTo>
                    <a:pt x="2640" y="5651"/>
                  </a:lnTo>
                  <a:lnTo>
                    <a:pt x="2399" y="5873"/>
                  </a:lnTo>
                  <a:lnTo>
                    <a:pt x="2588" y="5821"/>
                  </a:lnTo>
                  <a:lnTo>
                    <a:pt x="2894" y="5403"/>
                  </a:lnTo>
                  <a:lnTo>
                    <a:pt x="3135" y="5475"/>
                  </a:lnTo>
                  <a:lnTo>
                    <a:pt x="3161" y="5781"/>
                  </a:lnTo>
                  <a:lnTo>
                    <a:pt x="2685" y="6264"/>
                  </a:lnTo>
                  <a:lnTo>
                    <a:pt x="2985" y="6303"/>
                  </a:lnTo>
                  <a:lnTo>
                    <a:pt x="3317" y="5944"/>
                  </a:lnTo>
                  <a:lnTo>
                    <a:pt x="3630" y="5351"/>
                  </a:lnTo>
                  <a:lnTo>
                    <a:pt x="4021" y="5169"/>
                  </a:lnTo>
                  <a:lnTo>
                    <a:pt x="3930" y="5045"/>
                  </a:lnTo>
                  <a:lnTo>
                    <a:pt x="4034" y="4967"/>
                  </a:lnTo>
                  <a:lnTo>
                    <a:pt x="3911" y="4934"/>
                  </a:lnTo>
                  <a:lnTo>
                    <a:pt x="4015" y="4739"/>
                  </a:lnTo>
                  <a:lnTo>
                    <a:pt x="3780" y="4687"/>
                  </a:lnTo>
                  <a:lnTo>
                    <a:pt x="3656" y="4250"/>
                  </a:lnTo>
                  <a:lnTo>
                    <a:pt x="4119" y="4484"/>
                  </a:lnTo>
                  <a:lnTo>
                    <a:pt x="4484" y="4328"/>
                  </a:lnTo>
                  <a:lnTo>
                    <a:pt x="4465" y="4054"/>
                  </a:lnTo>
                  <a:lnTo>
                    <a:pt x="4178" y="3781"/>
                  </a:lnTo>
                  <a:lnTo>
                    <a:pt x="4243" y="3644"/>
                  </a:lnTo>
                  <a:lnTo>
                    <a:pt x="5390" y="2849"/>
                  </a:lnTo>
                  <a:lnTo>
                    <a:pt x="4901" y="1923"/>
                  </a:lnTo>
                  <a:lnTo>
                    <a:pt x="4334" y="972"/>
                  </a:lnTo>
                  <a:lnTo>
                    <a:pt x="3057" y="144"/>
                  </a:lnTo>
                  <a:lnTo>
                    <a:pt x="1968" y="118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6825425" y="2374450"/>
              <a:ext cx="224400" cy="140150"/>
            </a:xfrm>
            <a:custGeom>
              <a:rect b="b" l="l" r="r" t="t"/>
              <a:pathLst>
                <a:path extrusionOk="0" h="5606" w="8976">
                  <a:moveTo>
                    <a:pt x="9" y="4201"/>
                  </a:moveTo>
                  <a:lnTo>
                    <a:pt x="1" y="4204"/>
                  </a:lnTo>
                  <a:lnTo>
                    <a:pt x="7" y="4204"/>
                  </a:lnTo>
                  <a:lnTo>
                    <a:pt x="9" y="4201"/>
                  </a:lnTo>
                  <a:close/>
                  <a:moveTo>
                    <a:pt x="6557" y="0"/>
                  </a:moveTo>
                  <a:lnTo>
                    <a:pt x="6381" y="150"/>
                  </a:lnTo>
                  <a:lnTo>
                    <a:pt x="5078" y="1336"/>
                  </a:lnTo>
                  <a:lnTo>
                    <a:pt x="4648" y="1447"/>
                  </a:lnTo>
                  <a:lnTo>
                    <a:pt x="4146" y="2757"/>
                  </a:lnTo>
                  <a:lnTo>
                    <a:pt x="3657" y="2197"/>
                  </a:lnTo>
                  <a:lnTo>
                    <a:pt x="3201" y="2171"/>
                  </a:lnTo>
                  <a:lnTo>
                    <a:pt x="2295" y="2542"/>
                  </a:lnTo>
                  <a:lnTo>
                    <a:pt x="1871" y="2471"/>
                  </a:lnTo>
                  <a:lnTo>
                    <a:pt x="737" y="2783"/>
                  </a:lnTo>
                  <a:lnTo>
                    <a:pt x="9" y="4201"/>
                  </a:lnTo>
                  <a:lnTo>
                    <a:pt x="750" y="3930"/>
                  </a:lnTo>
                  <a:lnTo>
                    <a:pt x="1122" y="3970"/>
                  </a:lnTo>
                  <a:lnTo>
                    <a:pt x="1376" y="3637"/>
                  </a:lnTo>
                  <a:lnTo>
                    <a:pt x="1682" y="3513"/>
                  </a:lnTo>
                  <a:lnTo>
                    <a:pt x="1728" y="3383"/>
                  </a:lnTo>
                  <a:lnTo>
                    <a:pt x="2275" y="3285"/>
                  </a:lnTo>
                  <a:lnTo>
                    <a:pt x="2471" y="3350"/>
                  </a:lnTo>
                  <a:lnTo>
                    <a:pt x="3018" y="2946"/>
                  </a:lnTo>
                  <a:lnTo>
                    <a:pt x="3272" y="2933"/>
                  </a:lnTo>
                  <a:lnTo>
                    <a:pt x="3566" y="3194"/>
                  </a:lnTo>
                  <a:lnTo>
                    <a:pt x="4335" y="3357"/>
                  </a:lnTo>
                  <a:lnTo>
                    <a:pt x="4426" y="3227"/>
                  </a:lnTo>
                  <a:lnTo>
                    <a:pt x="4752" y="3200"/>
                  </a:lnTo>
                  <a:lnTo>
                    <a:pt x="5241" y="3396"/>
                  </a:lnTo>
                  <a:lnTo>
                    <a:pt x="6277" y="4126"/>
                  </a:lnTo>
                  <a:lnTo>
                    <a:pt x="6544" y="4061"/>
                  </a:lnTo>
                  <a:lnTo>
                    <a:pt x="6883" y="4172"/>
                  </a:lnTo>
                  <a:lnTo>
                    <a:pt x="7111" y="4009"/>
                  </a:lnTo>
                  <a:lnTo>
                    <a:pt x="7385" y="4009"/>
                  </a:lnTo>
                  <a:lnTo>
                    <a:pt x="7470" y="4204"/>
                  </a:lnTo>
                  <a:lnTo>
                    <a:pt x="7796" y="4289"/>
                  </a:lnTo>
                  <a:lnTo>
                    <a:pt x="7919" y="4217"/>
                  </a:lnTo>
                  <a:lnTo>
                    <a:pt x="8082" y="4530"/>
                  </a:lnTo>
                  <a:lnTo>
                    <a:pt x="8258" y="4582"/>
                  </a:lnTo>
                  <a:lnTo>
                    <a:pt x="8421" y="4758"/>
                  </a:lnTo>
                  <a:lnTo>
                    <a:pt x="8369" y="4934"/>
                  </a:lnTo>
                  <a:lnTo>
                    <a:pt x="8506" y="5208"/>
                  </a:lnTo>
                  <a:lnTo>
                    <a:pt x="8858" y="5605"/>
                  </a:lnTo>
                  <a:lnTo>
                    <a:pt x="8975" y="5214"/>
                  </a:lnTo>
                  <a:lnTo>
                    <a:pt x="8832" y="5038"/>
                  </a:lnTo>
                  <a:lnTo>
                    <a:pt x="8734" y="3787"/>
                  </a:lnTo>
                  <a:lnTo>
                    <a:pt x="8565" y="3865"/>
                  </a:lnTo>
                  <a:lnTo>
                    <a:pt x="8304" y="3735"/>
                  </a:lnTo>
                  <a:lnTo>
                    <a:pt x="7978" y="3213"/>
                  </a:lnTo>
                  <a:lnTo>
                    <a:pt x="7730" y="3038"/>
                  </a:lnTo>
                  <a:lnTo>
                    <a:pt x="7567" y="1838"/>
                  </a:lnTo>
                  <a:lnTo>
                    <a:pt x="7378" y="1812"/>
                  </a:lnTo>
                  <a:lnTo>
                    <a:pt x="6935" y="1134"/>
                  </a:lnTo>
                  <a:lnTo>
                    <a:pt x="6961" y="535"/>
                  </a:lnTo>
                  <a:lnTo>
                    <a:pt x="6557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4943475" y="2958250"/>
              <a:ext cx="184300" cy="124825"/>
            </a:xfrm>
            <a:custGeom>
              <a:rect b="b" l="l" r="r" t="t"/>
              <a:pathLst>
                <a:path extrusionOk="0" h="4993" w="7372">
                  <a:moveTo>
                    <a:pt x="724" y="1"/>
                  </a:moveTo>
                  <a:lnTo>
                    <a:pt x="1" y="659"/>
                  </a:lnTo>
                  <a:lnTo>
                    <a:pt x="2027" y="4993"/>
                  </a:lnTo>
                  <a:lnTo>
                    <a:pt x="2699" y="4980"/>
                  </a:lnTo>
                  <a:lnTo>
                    <a:pt x="2686" y="4693"/>
                  </a:lnTo>
                  <a:lnTo>
                    <a:pt x="3194" y="4693"/>
                  </a:lnTo>
                  <a:lnTo>
                    <a:pt x="3422" y="4960"/>
                  </a:lnTo>
                  <a:lnTo>
                    <a:pt x="4296" y="4719"/>
                  </a:lnTo>
                  <a:lnTo>
                    <a:pt x="4478" y="3807"/>
                  </a:lnTo>
                  <a:lnTo>
                    <a:pt x="4778" y="3520"/>
                  </a:lnTo>
                  <a:lnTo>
                    <a:pt x="5495" y="3403"/>
                  </a:lnTo>
                  <a:lnTo>
                    <a:pt x="6153" y="3540"/>
                  </a:lnTo>
                  <a:lnTo>
                    <a:pt x="6661" y="3416"/>
                  </a:lnTo>
                  <a:lnTo>
                    <a:pt x="7046" y="2601"/>
                  </a:lnTo>
                  <a:lnTo>
                    <a:pt x="7202" y="2529"/>
                  </a:lnTo>
                  <a:lnTo>
                    <a:pt x="7372" y="1975"/>
                  </a:lnTo>
                  <a:lnTo>
                    <a:pt x="7066" y="1865"/>
                  </a:lnTo>
                  <a:lnTo>
                    <a:pt x="7255" y="972"/>
                  </a:lnTo>
                  <a:lnTo>
                    <a:pt x="4921" y="2445"/>
                  </a:lnTo>
                  <a:lnTo>
                    <a:pt x="4387" y="2946"/>
                  </a:lnTo>
                  <a:lnTo>
                    <a:pt x="2269" y="177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6971100" y="3352075"/>
              <a:ext cx="105925" cy="89150"/>
            </a:xfrm>
            <a:custGeom>
              <a:rect b="b" l="l" r="r" t="t"/>
              <a:pathLst>
                <a:path extrusionOk="0" h="3566" w="4237">
                  <a:moveTo>
                    <a:pt x="1336" y="0"/>
                  </a:moveTo>
                  <a:lnTo>
                    <a:pt x="978" y="98"/>
                  </a:lnTo>
                  <a:lnTo>
                    <a:pt x="0" y="3350"/>
                  </a:lnTo>
                  <a:lnTo>
                    <a:pt x="378" y="3565"/>
                  </a:lnTo>
                  <a:lnTo>
                    <a:pt x="2418" y="3546"/>
                  </a:lnTo>
                  <a:lnTo>
                    <a:pt x="3194" y="3187"/>
                  </a:lnTo>
                  <a:lnTo>
                    <a:pt x="3950" y="3103"/>
                  </a:lnTo>
                  <a:lnTo>
                    <a:pt x="4237" y="2731"/>
                  </a:lnTo>
                  <a:lnTo>
                    <a:pt x="2392" y="1245"/>
                  </a:lnTo>
                  <a:lnTo>
                    <a:pt x="2288" y="85"/>
                  </a:lnTo>
                  <a:lnTo>
                    <a:pt x="1916" y="66"/>
                  </a:lnTo>
                  <a:lnTo>
                    <a:pt x="1714" y="131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6803100" y="2985300"/>
              <a:ext cx="206950" cy="124675"/>
            </a:xfrm>
            <a:custGeom>
              <a:rect b="b" l="l" r="r" t="t"/>
              <a:pathLst>
                <a:path extrusionOk="0" h="4987" w="8278">
                  <a:moveTo>
                    <a:pt x="3618" y="0"/>
                  </a:moveTo>
                  <a:lnTo>
                    <a:pt x="3416" y="222"/>
                  </a:lnTo>
                  <a:lnTo>
                    <a:pt x="2973" y="98"/>
                  </a:lnTo>
                  <a:lnTo>
                    <a:pt x="1793" y="985"/>
                  </a:lnTo>
                  <a:lnTo>
                    <a:pt x="1245" y="1050"/>
                  </a:lnTo>
                  <a:lnTo>
                    <a:pt x="985" y="1350"/>
                  </a:lnTo>
                  <a:lnTo>
                    <a:pt x="1" y="1643"/>
                  </a:lnTo>
                  <a:lnTo>
                    <a:pt x="952" y="2432"/>
                  </a:lnTo>
                  <a:lnTo>
                    <a:pt x="1330" y="2484"/>
                  </a:lnTo>
                  <a:lnTo>
                    <a:pt x="1487" y="2673"/>
                  </a:lnTo>
                  <a:lnTo>
                    <a:pt x="1571" y="2516"/>
                  </a:lnTo>
                  <a:lnTo>
                    <a:pt x="1910" y="2712"/>
                  </a:lnTo>
                  <a:lnTo>
                    <a:pt x="2177" y="2764"/>
                  </a:lnTo>
                  <a:lnTo>
                    <a:pt x="3005" y="3474"/>
                  </a:lnTo>
                  <a:lnTo>
                    <a:pt x="3292" y="3461"/>
                  </a:lnTo>
                  <a:lnTo>
                    <a:pt x="3448" y="3279"/>
                  </a:lnTo>
                  <a:lnTo>
                    <a:pt x="4100" y="3175"/>
                  </a:lnTo>
                  <a:lnTo>
                    <a:pt x="5267" y="4126"/>
                  </a:lnTo>
                  <a:lnTo>
                    <a:pt x="6323" y="4986"/>
                  </a:lnTo>
                  <a:lnTo>
                    <a:pt x="6740" y="4413"/>
                  </a:lnTo>
                  <a:lnTo>
                    <a:pt x="6785" y="4237"/>
                  </a:lnTo>
                  <a:lnTo>
                    <a:pt x="6668" y="4067"/>
                  </a:lnTo>
                  <a:lnTo>
                    <a:pt x="7274" y="3409"/>
                  </a:lnTo>
                  <a:lnTo>
                    <a:pt x="7372" y="2347"/>
                  </a:lnTo>
                  <a:lnTo>
                    <a:pt x="7561" y="2243"/>
                  </a:lnTo>
                  <a:lnTo>
                    <a:pt x="8265" y="965"/>
                  </a:lnTo>
                  <a:lnTo>
                    <a:pt x="8278" y="757"/>
                  </a:lnTo>
                  <a:lnTo>
                    <a:pt x="7509" y="333"/>
                  </a:lnTo>
                  <a:lnTo>
                    <a:pt x="7515" y="124"/>
                  </a:lnTo>
                  <a:lnTo>
                    <a:pt x="7515" y="124"/>
                  </a:lnTo>
                  <a:lnTo>
                    <a:pt x="6284" y="157"/>
                  </a:lnTo>
                  <a:lnTo>
                    <a:pt x="6023" y="418"/>
                  </a:lnTo>
                  <a:lnTo>
                    <a:pt x="5853" y="365"/>
                  </a:lnTo>
                  <a:lnTo>
                    <a:pt x="5814" y="483"/>
                  </a:lnTo>
                  <a:lnTo>
                    <a:pt x="5338" y="561"/>
                  </a:lnTo>
                  <a:lnTo>
                    <a:pt x="5058" y="476"/>
                  </a:lnTo>
                  <a:lnTo>
                    <a:pt x="4908" y="229"/>
                  </a:lnTo>
                  <a:lnTo>
                    <a:pt x="4172" y="300"/>
                  </a:lnTo>
                  <a:lnTo>
                    <a:pt x="361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6"/>
            <p:cNvSpPr/>
            <p:nvPr/>
          </p:nvSpPr>
          <p:spPr>
            <a:xfrm>
              <a:off x="6505575" y="3288850"/>
              <a:ext cx="81650" cy="96475"/>
            </a:xfrm>
            <a:custGeom>
              <a:rect b="b" l="l" r="r" t="t"/>
              <a:pathLst>
                <a:path extrusionOk="0" h="3859" w="3266">
                  <a:moveTo>
                    <a:pt x="405" y="1"/>
                  </a:moveTo>
                  <a:lnTo>
                    <a:pt x="248" y="587"/>
                  </a:lnTo>
                  <a:lnTo>
                    <a:pt x="359" y="913"/>
                  </a:lnTo>
                  <a:lnTo>
                    <a:pt x="0" y="2073"/>
                  </a:lnTo>
                  <a:lnTo>
                    <a:pt x="268" y="2243"/>
                  </a:lnTo>
                  <a:lnTo>
                    <a:pt x="170" y="2301"/>
                  </a:lnTo>
                  <a:lnTo>
                    <a:pt x="235" y="2705"/>
                  </a:lnTo>
                  <a:lnTo>
                    <a:pt x="581" y="2738"/>
                  </a:lnTo>
                  <a:lnTo>
                    <a:pt x="2712" y="3859"/>
                  </a:lnTo>
                  <a:lnTo>
                    <a:pt x="2946" y="3839"/>
                  </a:lnTo>
                  <a:lnTo>
                    <a:pt x="2842" y="2679"/>
                  </a:lnTo>
                  <a:lnTo>
                    <a:pt x="3201" y="2412"/>
                  </a:lnTo>
                  <a:lnTo>
                    <a:pt x="3266" y="1493"/>
                  </a:lnTo>
                  <a:lnTo>
                    <a:pt x="2946" y="109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6"/>
            <p:cNvSpPr/>
            <p:nvPr/>
          </p:nvSpPr>
          <p:spPr>
            <a:xfrm>
              <a:off x="4938250" y="1921475"/>
              <a:ext cx="433125" cy="559875"/>
            </a:xfrm>
            <a:custGeom>
              <a:rect b="b" l="l" r="r" t="t"/>
              <a:pathLst>
                <a:path extrusionOk="0" h="22395" w="17325">
                  <a:moveTo>
                    <a:pt x="4974" y="1"/>
                  </a:moveTo>
                  <a:lnTo>
                    <a:pt x="4224" y="170"/>
                  </a:lnTo>
                  <a:lnTo>
                    <a:pt x="4140" y="646"/>
                  </a:lnTo>
                  <a:lnTo>
                    <a:pt x="3957" y="698"/>
                  </a:lnTo>
                  <a:lnTo>
                    <a:pt x="3292" y="1571"/>
                  </a:lnTo>
                  <a:lnTo>
                    <a:pt x="3325" y="2249"/>
                  </a:lnTo>
                  <a:lnTo>
                    <a:pt x="3071" y="4198"/>
                  </a:lnTo>
                  <a:lnTo>
                    <a:pt x="3116" y="4732"/>
                  </a:lnTo>
                  <a:lnTo>
                    <a:pt x="3429" y="4947"/>
                  </a:lnTo>
                  <a:lnTo>
                    <a:pt x="1" y="14489"/>
                  </a:lnTo>
                  <a:lnTo>
                    <a:pt x="5704" y="15708"/>
                  </a:lnTo>
                  <a:lnTo>
                    <a:pt x="10423" y="18641"/>
                  </a:lnTo>
                  <a:lnTo>
                    <a:pt x="10357" y="18797"/>
                  </a:lnTo>
                  <a:lnTo>
                    <a:pt x="10142" y="18869"/>
                  </a:lnTo>
                  <a:lnTo>
                    <a:pt x="10383" y="19064"/>
                  </a:lnTo>
                  <a:lnTo>
                    <a:pt x="10514" y="19586"/>
                  </a:lnTo>
                  <a:lnTo>
                    <a:pt x="10462" y="20036"/>
                  </a:lnTo>
                  <a:lnTo>
                    <a:pt x="10201" y="20544"/>
                  </a:lnTo>
                  <a:lnTo>
                    <a:pt x="10325" y="20844"/>
                  </a:lnTo>
                  <a:lnTo>
                    <a:pt x="10194" y="21267"/>
                  </a:lnTo>
                  <a:lnTo>
                    <a:pt x="10462" y="21802"/>
                  </a:lnTo>
                  <a:lnTo>
                    <a:pt x="14985" y="22395"/>
                  </a:lnTo>
                  <a:lnTo>
                    <a:pt x="16145" y="18576"/>
                  </a:lnTo>
                  <a:lnTo>
                    <a:pt x="15969" y="16425"/>
                  </a:lnTo>
                  <a:lnTo>
                    <a:pt x="16803" y="15063"/>
                  </a:lnTo>
                  <a:lnTo>
                    <a:pt x="15500" y="15076"/>
                  </a:lnTo>
                  <a:lnTo>
                    <a:pt x="15474" y="10422"/>
                  </a:lnTo>
                  <a:lnTo>
                    <a:pt x="17123" y="10422"/>
                  </a:lnTo>
                  <a:lnTo>
                    <a:pt x="17123" y="9816"/>
                  </a:lnTo>
                  <a:lnTo>
                    <a:pt x="17325" y="9816"/>
                  </a:lnTo>
                  <a:lnTo>
                    <a:pt x="17325" y="9184"/>
                  </a:lnTo>
                  <a:lnTo>
                    <a:pt x="17116" y="9184"/>
                  </a:lnTo>
                  <a:lnTo>
                    <a:pt x="17110" y="8891"/>
                  </a:lnTo>
                  <a:lnTo>
                    <a:pt x="16041" y="8030"/>
                  </a:lnTo>
                  <a:lnTo>
                    <a:pt x="15611" y="7124"/>
                  </a:lnTo>
                  <a:lnTo>
                    <a:pt x="15767" y="6662"/>
                  </a:lnTo>
                  <a:lnTo>
                    <a:pt x="15611" y="6316"/>
                  </a:lnTo>
                  <a:lnTo>
                    <a:pt x="15630" y="6049"/>
                  </a:lnTo>
                  <a:lnTo>
                    <a:pt x="15949" y="5886"/>
                  </a:lnTo>
                  <a:lnTo>
                    <a:pt x="16380" y="5417"/>
                  </a:lnTo>
                  <a:lnTo>
                    <a:pt x="16354" y="4758"/>
                  </a:lnTo>
                  <a:lnTo>
                    <a:pt x="16191" y="4517"/>
                  </a:lnTo>
                  <a:lnTo>
                    <a:pt x="15102" y="4882"/>
                  </a:lnTo>
                  <a:lnTo>
                    <a:pt x="15128" y="4446"/>
                  </a:lnTo>
                  <a:lnTo>
                    <a:pt x="14744" y="3240"/>
                  </a:lnTo>
                  <a:lnTo>
                    <a:pt x="13577" y="4029"/>
                  </a:lnTo>
                  <a:lnTo>
                    <a:pt x="9986" y="2340"/>
                  </a:lnTo>
                  <a:lnTo>
                    <a:pt x="9764" y="2236"/>
                  </a:lnTo>
                  <a:lnTo>
                    <a:pt x="9269" y="2256"/>
                  </a:lnTo>
                  <a:lnTo>
                    <a:pt x="8630" y="1956"/>
                  </a:lnTo>
                  <a:lnTo>
                    <a:pt x="8031" y="1291"/>
                  </a:lnTo>
                  <a:lnTo>
                    <a:pt x="7907" y="946"/>
                  </a:lnTo>
                  <a:lnTo>
                    <a:pt x="6890" y="1102"/>
                  </a:lnTo>
                  <a:lnTo>
                    <a:pt x="6212" y="972"/>
                  </a:lnTo>
                  <a:lnTo>
                    <a:pt x="5652" y="1096"/>
                  </a:lnTo>
                  <a:lnTo>
                    <a:pt x="4974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6"/>
            <p:cNvSpPr/>
            <p:nvPr/>
          </p:nvSpPr>
          <p:spPr>
            <a:xfrm>
              <a:off x="7016225" y="2670025"/>
              <a:ext cx="124025" cy="182025"/>
            </a:xfrm>
            <a:custGeom>
              <a:rect b="b" l="l" r="r" t="t"/>
              <a:pathLst>
                <a:path extrusionOk="0" h="7281" w="4961">
                  <a:moveTo>
                    <a:pt x="581" y="0"/>
                  </a:moveTo>
                  <a:lnTo>
                    <a:pt x="392" y="170"/>
                  </a:lnTo>
                  <a:lnTo>
                    <a:pt x="398" y="821"/>
                  </a:lnTo>
                  <a:lnTo>
                    <a:pt x="1" y="1167"/>
                  </a:lnTo>
                  <a:lnTo>
                    <a:pt x="137" y="2294"/>
                  </a:lnTo>
                  <a:lnTo>
                    <a:pt x="1350" y="2724"/>
                  </a:lnTo>
                  <a:lnTo>
                    <a:pt x="1552" y="2979"/>
                  </a:lnTo>
                  <a:lnTo>
                    <a:pt x="1304" y="3819"/>
                  </a:lnTo>
                  <a:lnTo>
                    <a:pt x="405" y="4347"/>
                  </a:lnTo>
                  <a:lnTo>
                    <a:pt x="307" y="4719"/>
                  </a:lnTo>
                  <a:lnTo>
                    <a:pt x="326" y="5455"/>
                  </a:lnTo>
                  <a:lnTo>
                    <a:pt x="972" y="5696"/>
                  </a:lnTo>
                  <a:lnTo>
                    <a:pt x="1350" y="6029"/>
                  </a:lnTo>
                  <a:lnTo>
                    <a:pt x="1760" y="6003"/>
                  </a:lnTo>
                  <a:lnTo>
                    <a:pt x="2406" y="6596"/>
                  </a:lnTo>
                  <a:lnTo>
                    <a:pt x="2660" y="6192"/>
                  </a:lnTo>
                  <a:lnTo>
                    <a:pt x="2823" y="6257"/>
                  </a:lnTo>
                  <a:lnTo>
                    <a:pt x="2699" y="6472"/>
                  </a:lnTo>
                  <a:lnTo>
                    <a:pt x="2771" y="6583"/>
                  </a:lnTo>
                  <a:lnTo>
                    <a:pt x="2960" y="6635"/>
                  </a:lnTo>
                  <a:lnTo>
                    <a:pt x="3136" y="6876"/>
                  </a:lnTo>
                  <a:lnTo>
                    <a:pt x="3240" y="6824"/>
                  </a:lnTo>
                  <a:lnTo>
                    <a:pt x="3592" y="7248"/>
                  </a:lnTo>
                  <a:lnTo>
                    <a:pt x="3690" y="7163"/>
                  </a:lnTo>
                  <a:lnTo>
                    <a:pt x="4178" y="7280"/>
                  </a:lnTo>
                  <a:lnTo>
                    <a:pt x="4947" y="7208"/>
                  </a:lnTo>
                  <a:lnTo>
                    <a:pt x="4960" y="6700"/>
                  </a:lnTo>
                  <a:lnTo>
                    <a:pt x="4713" y="6563"/>
                  </a:lnTo>
                  <a:lnTo>
                    <a:pt x="4524" y="6720"/>
                  </a:lnTo>
                  <a:lnTo>
                    <a:pt x="4361" y="6641"/>
                  </a:lnTo>
                  <a:lnTo>
                    <a:pt x="4048" y="6146"/>
                  </a:lnTo>
                  <a:lnTo>
                    <a:pt x="4009" y="3696"/>
                  </a:lnTo>
                  <a:lnTo>
                    <a:pt x="3918" y="3370"/>
                  </a:lnTo>
                  <a:lnTo>
                    <a:pt x="3820" y="3370"/>
                  </a:lnTo>
                  <a:lnTo>
                    <a:pt x="3546" y="2953"/>
                  </a:lnTo>
                  <a:lnTo>
                    <a:pt x="3442" y="2157"/>
                  </a:lnTo>
                  <a:lnTo>
                    <a:pt x="3194" y="2079"/>
                  </a:lnTo>
                  <a:lnTo>
                    <a:pt x="3142" y="1473"/>
                  </a:lnTo>
                  <a:lnTo>
                    <a:pt x="2340" y="952"/>
                  </a:lnTo>
                  <a:lnTo>
                    <a:pt x="1956" y="495"/>
                  </a:lnTo>
                  <a:lnTo>
                    <a:pt x="1708" y="561"/>
                  </a:lnTo>
                  <a:lnTo>
                    <a:pt x="802" y="46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7057300" y="2883300"/>
              <a:ext cx="134775" cy="219675"/>
            </a:xfrm>
            <a:custGeom>
              <a:rect b="b" l="l" r="r" t="t"/>
              <a:pathLst>
                <a:path extrusionOk="0" h="8787" w="5391">
                  <a:moveTo>
                    <a:pt x="1343" y="1"/>
                  </a:moveTo>
                  <a:lnTo>
                    <a:pt x="0" y="737"/>
                  </a:lnTo>
                  <a:lnTo>
                    <a:pt x="313" y="633"/>
                  </a:lnTo>
                  <a:lnTo>
                    <a:pt x="463" y="789"/>
                  </a:lnTo>
                  <a:lnTo>
                    <a:pt x="619" y="1910"/>
                  </a:lnTo>
                  <a:lnTo>
                    <a:pt x="495" y="2334"/>
                  </a:lnTo>
                  <a:lnTo>
                    <a:pt x="600" y="3142"/>
                  </a:lnTo>
                  <a:lnTo>
                    <a:pt x="313" y="4915"/>
                  </a:lnTo>
                  <a:lnTo>
                    <a:pt x="652" y="5149"/>
                  </a:lnTo>
                  <a:lnTo>
                    <a:pt x="730" y="6309"/>
                  </a:lnTo>
                  <a:lnTo>
                    <a:pt x="424" y="6120"/>
                  </a:lnTo>
                  <a:lnTo>
                    <a:pt x="463" y="6642"/>
                  </a:lnTo>
                  <a:lnTo>
                    <a:pt x="619" y="6890"/>
                  </a:lnTo>
                  <a:lnTo>
                    <a:pt x="717" y="8349"/>
                  </a:lnTo>
                  <a:lnTo>
                    <a:pt x="939" y="8656"/>
                  </a:lnTo>
                  <a:lnTo>
                    <a:pt x="1186" y="8786"/>
                  </a:lnTo>
                  <a:lnTo>
                    <a:pt x="1818" y="8389"/>
                  </a:lnTo>
                  <a:lnTo>
                    <a:pt x="2568" y="8441"/>
                  </a:lnTo>
                  <a:lnTo>
                    <a:pt x="3122" y="8056"/>
                  </a:lnTo>
                  <a:lnTo>
                    <a:pt x="3233" y="7828"/>
                  </a:lnTo>
                  <a:lnTo>
                    <a:pt x="3044" y="7385"/>
                  </a:lnTo>
                  <a:lnTo>
                    <a:pt x="3656" y="7385"/>
                  </a:lnTo>
                  <a:lnTo>
                    <a:pt x="3911" y="7613"/>
                  </a:lnTo>
                  <a:lnTo>
                    <a:pt x="4158" y="7411"/>
                  </a:lnTo>
                  <a:lnTo>
                    <a:pt x="4302" y="7750"/>
                  </a:lnTo>
                  <a:lnTo>
                    <a:pt x="4901" y="7333"/>
                  </a:lnTo>
                  <a:lnTo>
                    <a:pt x="5344" y="7496"/>
                  </a:lnTo>
                  <a:lnTo>
                    <a:pt x="5240" y="5175"/>
                  </a:lnTo>
                  <a:lnTo>
                    <a:pt x="5390" y="4504"/>
                  </a:lnTo>
                  <a:lnTo>
                    <a:pt x="5136" y="4478"/>
                  </a:lnTo>
                  <a:lnTo>
                    <a:pt x="4947" y="4217"/>
                  </a:lnTo>
                  <a:lnTo>
                    <a:pt x="4888" y="3540"/>
                  </a:lnTo>
                  <a:lnTo>
                    <a:pt x="5045" y="2640"/>
                  </a:lnTo>
                  <a:lnTo>
                    <a:pt x="4803" y="2216"/>
                  </a:lnTo>
                  <a:lnTo>
                    <a:pt x="4797" y="1982"/>
                  </a:lnTo>
                  <a:lnTo>
                    <a:pt x="4510" y="1799"/>
                  </a:lnTo>
                  <a:lnTo>
                    <a:pt x="4445" y="1851"/>
                  </a:lnTo>
                  <a:lnTo>
                    <a:pt x="3109" y="750"/>
                  </a:lnTo>
                  <a:lnTo>
                    <a:pt x="2561" y="476"/>
                  </a:lnTo>
                  <a:lnTo>
                    <a:pt x="2353" y="190"/>
                  </a:lnTo>
                  <a:lnTo>
                    <a:pt x="134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6753400" y="3292275"/>
              <a:ext cx="254875" cy="143725"/>
            </a:xfrm>
            <a:custGeom>
              <a:rect b="b" l="l" r="r" t="t"/>
              <a:pathLst>
                <a:path extrusionOk="0" h="5749" w="10195">
                  <a:moveTo>
                    <a:pt x="6245" y="0"/>
                  </a:moveTo>
                  <a:lnTo>
                    <a:pt x="4869" y="887"/>
                  </a:lnTo>
                  <a:lnTo>
                    <a:pt x="4837" y="1200"/>
                  </a:lnTo>
                  <a:lnTo>
                    <a:pt x="3631" y="906"/>
                  </a:lnTo>
                  <a:lnTo>
                    <a:pt x="2314" y="906"/>
                  </a:lnTo>
                  <a:lnTo>
                    <a:pt x="1350" y="1310"/>
                  </a:lnTo>
                  <a:lnTo>
                    <a:pt x="1076" y="1539"/>
                  </a:lnTo>
                  <a:lnTo>
                    <a:pt x="828" y="1493"/>
                  </a:lnTo>
                  <a:lnTo>
                    <a:pt x="822" y="1806"/>
                  </a:lnTo>
                  <a:lnTo>
                    <a:pt x="1" y="3233"/>
                  </a:lnTo>
                  <a:lnTo>
                    <a:pt x="1" y="3813"/>
                  </a:lnTo>
                  <a:lnTo>
                    <a:pt x="33" y="3865"/>
                  </a:lnTo>
                  <a:lnTo>
                    <a:pt x="626" y="3878"/>
                  </a:lnTo>
                  <a:lnTo>
                    <a:pt x="607" y="4035"/>
                  </a:lnTo>
                  <a:lnTo>
                    <a:pt x="815" y="4067"/>
                  </a:lnTo>
                  <a:lnTo>
                    <a:pt x="1076" y="3983"/>
                  </a:lnTo>
                  <a:lnTo>
                    <a:pt x="1259" y="3670"/>
                  </a:lnTo>
                  <a:lnTo>
                    <a:pt x="1474" y="3709"/>
                  </a:lnTo>
                  <a:lnTo>
                    <a:pt x="1578" y="3598"/>
                  </a:lnTo>
                  <a:lnTo>
                    <a:pt x="1734" y="3715"/>
                  </a:lnTo>
                  <a:lnTo>
                    <a:pt x="1969" y="3579"/>
                  </a:lnTo>
                  <a:lnTo>
                    <a:pt x="2034" y="3461"/>
                  </a:lnTo>
                  <a:lnTo>
                    <a:pt x="2308" y="3579"/>
                  </a:lnTo>
                  <a:lnTo>
                    <a:pt x="2503" y="3487"/>
                  </a:lnTo>
                  <a:lnTo>
                    <a:pt x="2901" y="3520"/>
                  </a:lnTo>
                  <a:lnTo>
                    <a:pt x="3110" y="3722"/>
                  </a:lnTo>
                  <a:lnTo>
                    <a:pt x="3246" y="3605"/>
                  </a:lnTo>
                  <a:lnTo>
                    <a:pt x="3533" y="3826"/>
                  </a:lnTo>
                  <a:lnTo>
                    <a:pt x="3781" y="3852"/>
                  </a:lnTo>
                  <a:lnTo>
                    <a:pt x="3931" y="3722"/>
                  </a:lnTo>
                  <a:lnTo>
                    <a:pt x="4250" y="3702"/>
                  </a:lnTo>
                  <a:lnTo>
                    <a:pt x="4400" y="3494"/>
                  </a:lnTo>
                  <a:lnTo>
                    <a:pt x="4889" y="3852"/>
                  </a:lnTo>
                  <a:lnTo>
                    <a:pt x="5032" y="3579"/>
                  </a:lnTo>
                  <a:lnTo>
                    <a:pt x="5071" y="3885"/>
                  </a:lnTo>
                  <a:lnTo>
                    <a:pt x="6303" y="3996"/>
                  </a:lnTo>
                  <a:lnTo>
                    <a:pt x="6623" y="4067"/>
                  </a:lnTo>
                  <a:lnTo>
                    <a:pt x="7867" y="4778"/>
                  </a:lnTo>
                  <a:lnTo>
                    <a:pt x="8715" y="5749"/>
                  </a:lnTo>
                  <a:lnTo>
                    <a:pt x="9686" y="2490"/>
                  </a:lnTo>
                  <a:lnTo>
                    <a:pt x="9745" y="2008"/>
                  </a:lnTo>
                  <a:lnTo>
                    <a:pt x="10194" y="1369"/>
                  </a:lnTo>
                  <a:lnTo>
                    <a:pt x="9777" y="1063"/>
                  </a:lnTo>
                  <a:lnTo>
                    <a:pt x="9855" y="789"/>
                  </a:lnTo>
                  <a:lnTo>
                    <a:pt x="9340" y="574"/>
                  </a:lnTo>
                  <a:lnTo>
                    <a:pt x="8865" y="535"/>
                  </a:lnTo>
                  <a:lnTo>
                    <a:pt x="8676" y="874"/>
                  </a:lnTo>
                  <a:lnTo>
                    <a:pt x="8239" y="978"/>
                  </a:lnTo>
                  <a:lnTo>
                    <a:pt x="7561" y="880"/>
                  </a:lnTo>
                  <a:lnTo>
                    <a:pt x="7079" y="326"/>
                  </a:lnTo>
                  <a:lnTo>
                    <a:pt x="624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4765225" y="2862925"/>
              <a:ext cx="113750" cy="126625"/>
            </a:xfrm>
            <a:custGeom>
              <a:rect b="b" l="l" r="r" t="t"/>
              <a:pathLst>
                <a:path extrusionOk="0" h="5065" w="4550">
                  <a:moveTo>
                    <a:pt x="1454" y="1"/>
                  </a:moveTo>
                  <a:lnTo>
                    <a:pt x="0" y="1767"/>
                  </a:lnTo>
                  <a:lnTo>
                    <a:pt x="170" y="1963"/>
                  </a:lnTo>
                  <a:lnTo>
                    <a:pt x="72" y="2073"/>
                  </a:lnTo>
                  <a:lnTo>
                    <a:pt x="294" y="2960"/>
                  </a:lnTo>
                  <a:lnTo>
                    <a:pt x="33" y="3188"/>
                  </a:lnTo>
                  <a:lnTo>
                    <a:pt x="65" y="3299"/>
                  </a:lnTo>
                  <a:lnTo>
                    <a:pt x="945" y="3533"/>
                  </a:lnTo>
                  <a:lnTo>
                    <a:pt x="1206" y="3709"/>
                  </a:lnTo>
                  <a:lnTo>
                    <a:pt x="1200" y="4009"/>
                  </a:lnTo>
                  <a:lnTo>
                    <a:pt x="1441" y="4211"/>
                  </a:lnTo>
                  <a:lnTo>
                    <a:pt x="1395" y="4381"/>
                  </a:lnTo>
                  <a:lnTo>
                    <a:pt x="1506" y="4459"/>
                  </a:lnTo>
                  <a:lnTo>
                    <a:pt x="1701" y="4433"/>
                  </a:lnTo>
                  <a:lnTo>
                    <a:pt x="1897" y="4733"/>
                  </a:lnTo>
                  <a:lnTo>
                    <a:pt x="2457" y="5006"/>
                  </a:lnTo>
                  <a:lnTo>
                    <a:pt x="2672" y="5065"/>
                  </a:lnTo>
                  <a:lnTo>
                    <a:pt x="3683" y="4980"/>
                  </a:lnTo>
                  <a:lnTo>
                    <a:pt x="3611" y="3866"/>
                  </a:lnTo>
                  <a:lnTo>
                    <a:pt x="4243" y="2934"/>
                  </a:lnTo>
                  <a:lnTo>
                    <a:pt x="4550" y="1083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5465050" y="3471500"/>
              <a:ext cx="168175" cy="194575"/>
            </a:xfrm>
            <a:custGeom>
              <a:rect b="b" l="l" r="r" t="t"/>
              <a:pathLst>
                <a:path extrusionOk="0" h="7783" w="6727">
                  <a:moveTo>
                    <a:pt x="2581" y="1"/>
                  </a:moveTo>
                  <a:lnTo>
                    <a:pt x="2366" y="7"/>
                  </a:lnTo>
                  <a:lnTo>
                    <a:pt x="782" y="1448"/>
                  </a:lnTo>
                  <a:lnTo>
                    <a:pt x="808" y="2340"/>
                  </a:lnTo>
                  <a:lnTo>
                    <a:pt x="0" y="4824"/>
                  </a:lnTo>
                  <a:lnTo>
                    <a:pt x="443" y="4811"/>
                  </a:lnTo>
                  <a:lnTo>
                    <a:pt x="893" y="5273"/>
                  </a:lnTo>
                  <a:lnTo>
                    <a:pt x="1102" y="5964"/>
                  </a:lnTo>
                  <a:lnTo>
                    <a:pt x="1050" y="6583"/>
                  </a:lnTo>
                  <a:lnTo>
                    <a:pt x="1180" y="7014"/>
                  </a:lnTo>
                  <a:lnTo>
                    <a:pt x="1362" y="7183"/>
                  </a:lnTo>
                  <a:lnTo>
                    <a:pt x="1799" y="7222"/>
                  </a:lnTo>
                  <a:lnTo>
                    <a:pt x="1564" y="7522"/>
                  </a:lnTo>
                  <a:lnTo>
                    <a:pt x="1636" y="7783"/>
                  </a:lnTo>
                  <a:lnTo>
                    <a:pt x="2353" y="7131"/>
                  </a:lnTo>
                  <a:lnTo>
                    <a:pt x="3344" y="6564"/>
                  </a:lnTo>
                  <a:lnTo>
                    <a:pt x="6062" y="5612"/>
                  </a:lnTo>
                  <a:lnTo>
                    <a:pt x="5840" y="5123"/>
                  </a:lnTo>
                  <a:lnTo>
                    <a:pt x="5944" y="4706"/>
                  </a:lnTo>
                  <a:lnTo>
                    <a:pt x="5833" y="4426"/>
                  </a:lnTo>
                  <a:lnTo>
                    <a:pt x="5495" y="4094"/>
                  </a:lnTo>
                  <a:lnTo>
                    <a:pt x="5788" y="3546"/>
                  </a:lnTo>
                  <a:lnTo>
                    <a:pt x="6720" y="3813"/>
                  </a:lnTo>
                  <a:lnTo>
                    <a:pt x="6726" y="3729"/>
                  </a:lnTo>
                  <a:lnTo>
                    <a:pt x="5436" y="2621"/>
                  </a:lnTo>
                  <a:lnTo>
                    <a:pt x="5227" y="2601"/>
                  </a:lnTo>
                  <a:lnTo>
                    <a:pt x="4921" y="2849"/>
                  </a:lnTo>
                  <a:lnTo>
                    <a:pt x="4797" y="2601"/>
                  </a:lnTo>
                  <a:lnTo>
                    <a:pt x="4778" y="1936"/>
                  </a:lnTo>
                  <a:lnTo>
                    <a:pt x="4315" y="1643"/>
                  </a:lnTo>
                  <a:lnTo>
                    <a:pt x="3983" y="1676"/>
                  </a:lnTo>
                  <a:lnTo>
                    <a:pt x="3956" y="1343"/>
                  </a:lnTo>
                  <a:lnTo>
                    <a:pt x="3611" y="1330"/>
                  </a:lnTo>
                  <a:lnTo>
                    <a:pt x="3546" y="1141"/>
                  </a:lnTo>
                  <a:lnTo>
                    <a:pt x="3044" y="848"/>
                  </a:lnTo>
                  <a:lnTo>
                    <a:pt x="2998" y="424"/>
                  </a:lnTo>
                  <a:lnTo>
                    <a:pt x="2757" y="353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4245125" y="3301725"/>
              <a:ext cx="107400" cy="103975"/>
            </a:xfrm>
            <a:custGeom>
              <a:rect b="b" l="l" r="r" t="t"/>
              <a:pathLst>
                <a:path extrusionOk="0" h="4159" w="4296">
                  <a:moveTo>
                    <a:pt x="2210" y="0"/>
                  </a:moveTo>
                  <a:lnTo>
                    <a:pt x="2118" y="248"/>
                  </a:lnTo>
                  <a:lnTo>
                    <a:pt x="1812" y="535"/>
                  </a:lnTo>
                  <a:lnTo>
                    <a:pt x="1740" y="972"/>
                  </a:lnTo>
                  <a:lnTo>
                    <a:pt x="1480" y="1252"/>
                  </a:lnTo>
                  <a:lnTo>
                    <a:pt x="0" y="2053"/>
                  </a:lnTo>
                  <a:lnTo>
                    <a:pt x="163" y="2432"/>
                  </a:lnTo>
                  <a:lnTo>
                    <a:pt x="300" y="2497"/>
                  </a:lnTo>
                  <a:lnTo>
                    <a:pt x="652" y="2497"/>
                  </a:lnTo>
                  <a:lnTo>
                    <a:pt x="1063" y="2999"/>
                  </a:lnTo>
                  <a:lnTo>
                    <a:pt x="1239" y="3533"/>
                  </a:lnTo>
                  <a:lnTo>
                    <a:pt x="1942" y="3566"/>
                  </a:lnTo>
                  <a:lnTo>
                    <a:pt x="2131" y="4159"/>
                  </a:lnTo>
                  <a:lnTo>
                    <a:pt x="3298" y="3344"/>
                  </a:lnTo>
                  <a:lnTo>
                    <a:pt x="3507" y="3435"/>
                  </a:lnTo>
                  <a:lnTo>
                    <a:pt x="3930" y="3233"/>
                  </a:lnTo>
                  <a:lnTo>
                    <a:pt x="4295" y="3344"/>
                  </a:lnTo>
                  <a:lnTo>
                    <a:pt x="3494" y="1539"/>
                  </a:lnTo>
                  <a:lnTo>
                    <a:pt x="3441" y="972"/>
                  </a:lnTo>
                  <a:lnTo>
                    <a:pt x="3272" y="574"/>
                  </a:lnTo>
                  <a:lnTo>
                    <a:pt x="2757" y="385"/>
                  </a:lnTo>
                  <a:lnTo>
                    <a:pt x="2751" y="242"/>
                  </a:lnTo>
                  <a:lnTo>
                    <a:pt x="2210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6"/>
            <p:cNvSpPr/>
            <p:nvPr/>
          </p:nvSpPr>
          <p:spPr>
            <a:xfrm>
              <a:off x="5262675" y="2627500"/>
              <a:ext cx="209900" cy="216725"/>
            </a:xfrm>
            <a:custGeom>
              <a:rect b="b" l="l" r="r" t="t"/>
              <a:pathLst>
                <a:path extrusionOk="0" h="8669" w="8396">
                  <a:moveTo>
                    <a:pt x="4693" y="0"/>
                  </a:moveTo>
                  <a:lnTo>
                    <a:pt x="4380" y="85"/>
                  </a:lnTo>
                  <a:lnTo>
                    <a:pt x="4315" y="319"/>
                  </a:lnTo>
                  <a:lnTo>
                    <a:pt x="3696" y="561"/>
                  </a:lnTo>
                  <a:lnTo>
                    <a:pt x="2242" y="2164"/>
                  </a:lnTo>
                  <a:lnTo>
                    <a:pt x="2021" y="2144"/>
                  </a:lnTo>
                  <a:lnTo>
                    <a:pt x="1760" y="2542"/>
                  </a:lnTo>
                  <a:lnTo>
                    <a:pt x="1447" y="2288"/>
                  </a:lnTo>
                  <a:lnTo>
                    <a:pt x="1082" y="2340"/>
                  </a:lnTo>
                  <a:lnTo>
                    <a:pt x="796" y="2601"/>
                  </a:lnTo>
                  <a:lnTo>
                    <a:pt x="176" y="2320"/>
                  </a:lnTo>
                  <a:lnTo>
                    <a:pt x="0" y="4960"/>
                  </a:lnTo>
                  <a:lnTo>
                    <a:pt x="1662" y="6029"/>
                  </a:lnTo>
                  <a:lnTo>
                    <a:pt x="1102" y="6205"/>
                  </a:lnTo>
                  <a:lnTo>
                    <a:pt x="2783" y="7762"/>
                  </a:lnTo>
                  <a:lnTo>
                    <a:pt x="3435" y="8010"/>
                  </a:lnTo>
                  <a:lnTo>
                    <a:pt x="4504" y="7977"/>
                  </a:lnTo>
                  <a:lnTo>
                    <a:pt x="6890" y="8668"/>
                  </a:lnTo>
                  <a:lnTo>
                    <a:pt x="7619" y="7925"/>
                  </a:lnTo>
                  <a:lnTo>
                    <a:pt x="7763" y="7339"/>
                  </a:lnTo>
                  <a:lnTo>
                    <a:pt x="7196" y="7313"/>
                  </a:lnTo>
                  <a:lnTo>
                    <a:pt x="6909" y="7560"/>
                  </a:lnTo>
                  <a:lnTo>
                    <a:pt x="6681" y="7469"/>
                  </a:lnTo>
                  <a:lnTo>
                    <a:pt x="8395" y="4302"/>
                  </a:lnTo>
                  <a:lnTo>
                    <a:pt x="7743" y="3559"/>
                  </a:lnTo>
                  <a:lnTo>
                    <a:pt x="7763" y="2796"/>
                  </a:lnTo>
                  <a:lnTo>
                    <a:pt x="5260" y="1232"/>
                  </a:lnTo>
                  <a:lnTo>
                    <a:pt x="4693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6"/>
            <p:cNvSpPr/>
            <p:nvPr/>
          </p:nvSpPr>
          <p:spPr>
            <a:xfrm>
              <a:off x="6303525" y="2221600"/>
              <a:ext cx="222775" cy="172750"/>
            </a:xfrm>
            <a:custGeom>
              <a:rect b="b" l="l" r="r" t="t"/>
              <a:pathLst>
                <a:path extrusionOk="0" h="6910" w="8911">
                  <a:moveTo>
                    <a:pt x="8910" y="1"/>
                  </a:moveTo>
                  <a:lnTo>
                    <a:pt x="4543" y="1005"/>
                  </a:lnTo>
                  <a:lnTo>
                    <a:pt x="2738" y="1689"/>
                  </a:lnTo>
                  <a:lnTo>
                    <a:pt x="7" y="2438"/>
                  </a:lnTo>
                  <a:lnTo>
                    <a:pt x="1" y="2438"/>
                  </a:lnTo>
                  <a:lnTo>
                    <a:pt x="822" y="5006"/>
                  </a:lnTo>
                  <a:lnTo>
                    <a:pt x="2360" y="6910"/>
                  </a:lnTo>
                  <a:lnTo>
                    <a:pt x="2725" y="6382"/>
                  </a:lnTo>
                  <a:lnTo>
                    <a:pt x="3194" y="5026"/>
                  </a:lnTo>
                  <a:lnTo>
                    <a:pt x="3357" y="4896"/>
                  </a:lnTo>
                  <a:lnTo>
                    <a:pt x="3592" y="4922"/>
                  </a:lnTo>
                  <a:lnTo>
                    <a:pt x="3696" y="4465"/>
                  </a:lnTo>
                  <a:lnTo>
                    <a:pt x="8904" y="3514"/>
                  </a:lnTo>
                  <a:lnTo>
                    <a:pt x="8676" y="698"/>
                  </a:lnTo>
                  <a:lnTo>
                    <a:pt x="891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6"/>
            <p:cNvSpPr/>
            <p:nvPr/>
          </p:nvSpPr>
          <p:spPr>
            <a:xfrm>
              <a:off x="5707975" y="3473300"/>
              <a:ext cx="211200" cy="240025"/>
            </a:xfrm>
            <a:custGeom>
              <a:rect b="b" l="l" r="r" t="t"/>
              <a:pathLst>
                <a:path extrusionOk="0" h="9601" w="8448">
                  <a:moveTo>
                    <a:pt x="2080" y="0"/>
                  </a:moveTo>
                  <a:lnTo>
                    <a:pt x="2367" y="1128"/>
                  </a:lnTo>
                  <a:lnTo>
                    <a:pt x="1324" y="1467"/>
                  </a:lnTo>
                  <a:lnTo>
                    <a:pt x="438" y="2458"/>
                  </a:lnTo>
                  <a:lnTo>
                    <a:pt x="236" y="2894"/>
                  </a:lnTo>
                  <a:lnTo>
                    <a:pt x="1" y="2979"/>
                  </a:lnTo>
                  <a:lnTo>
                    <a:pt x="653" y="3174"/>
                  </a:lnTo>
                  <a:lnTo>
                    <a:pt x="1005" y="3670"/>
                  </a:lnTo>
                  <a:lnTo>
                    <a:pt x="822" y="4139"/>
                  </a:lnTo>
                  <a:lnTo>
                    <a:pt x="966" y="4237"/>
                  </a:lnTo>
                  <a:lnTo>
                    <a:pt x="607" y="4537"/>
                  </a:lnTo>
                  <a:lnTo>
                    <a:pt x="861" y="4739"/>
                  </a:lnTo>
                  <a:lnTo>
                    <a:pt x="1187" y="4621"/>
                  </a:lnTo>
                  <a:lnTo>
                    <a:pt x="1187" y="4621"/>
                  </a:lnTo>
                  <a:lnTo>
                    <a:pt x="835" y="5690"/>
                  </a:lnTo>
                  <a:lnTo>
                    <a:pt x="1063" y="5997"/>
                  </a:lnTo>
                  <a:lnTo>
                    <a:pt x="913" y="6186"/>
                  </a:lnTo>
                  <a:lnTo>
                    <a:pt x="392" y="7391"/>
                  </a:lnTo>
                  <a:lnTo>
                    <a:pt x="112" y="7769"/>
                  </a:lnTo>
                  <a:lnTo>
                    <a:pt x="99" y="8154"/>
                  </a:lnTo>
                  <a:lnTo>
                    <a:pt x="301" y="8669"/>
                  </a:lnTo>
                  <a:lnTo>
                    <a:pt x="770" y="8649"/>
                  </a:lnTo>
                  <a:lnTo>
                    <a:pt x="1155" y="9177"/>
                  </a:lnTo>
                  <a:lnTo>
                    <a:pt x="1422" y="9288"/>
                  </a:lnTo>
                  <a:lnTo>
                    <a:pt x="2106" y="8688"/>
                  </a:lnTo>
                  <a:lnTo>
                    <a:pt x="2250" y="8740"/>
                  </a:lnTo>
                  <a:lnTo>
                    <a:pt x="2321" y="8968"/>
                  </a:lnTo>
                  <a:lnTo>
                    <a:pt x="2686" y="9034"/>
                  </a:lnTo>
                  <a:lnTo>
                    <a:pt x="2993" y="8695"/>
                  </a:lnTo>
                  <a:lnTo>
                    <a:pt x="3560" y="8721"/>
                  </a:lnTo>
                  <a:lnTo>
                    <a:pt x="3944" y="8258"/>
                  </a:lnTo>
                  <a:lnTo>
                    <a:pt x="4250" y="8076"/>
                  </a:lnTo>
                  <a:lnTo>
                    <a:pt x="4452" y="8050"/>
                  </a:lnTo>
                  <a:lnTo>
                    <a:pt x="4824" y="8265"/>
                  </a:lnTo>
                  <a:lnTo>
                    <a:pt x="5782" y="8284"/>
                  </a:lnTo>
                  <a:lnTo>
                    <a:pt x="5978" y="8799"/>
                  </a:lnTo>
                  <a:lnTo>
                    <a:pt x="5873" y="9001"/>
                  </a:lnTo>
                  <a:lnTo>
                    <a:pt x="6036" y="9353"/>
                  </a:lnTo>
                  <a:lnTo>
                    <a:pt x="6316" y="9549"/>
                  </a:lnTo>
                  <a:lnTo>
                    <a:pt x="6916" y="9601"/>
                  </a:lnTo>
                  <a:lnTo>
                    <a:pt x="7385" y="9040"/>
                  </a:lnTo>
                  <a:lnTo>
                    <a:pt x="8063" y="8773"/>
                  </a:lnTo>
                  <a:lnTo>
                    <a:pt x="8246" y="8538"/>
                  </a:lnTo>
                  <a:lnTo>
                    <a:pt x="8448" y="7241"/>
                  </a:lnTo>
                  <a:lnTo>
                    <a:pt x="8337" y="6459"/>
                  </a:lnTo>
                  <a:lnTo>
                    <a:pt x="7692" y="5957"/>
                  </a:lnTo>
                  <a:lnTo>
                    <a:pt x="7522" y="5723"/>
                  </a:lnTo>
                  <a:lnTo>
                    <a:pt x="7281" y="5632"/>
                  </a:lnTo>
                  <a:lnTo>
                    <a:pt x="6897" y="5547"/>
                  </a:lnTo>
                  <a:lnTo>
                    <a:pt x="6401" y="4797"/>
                  </a:lnTo>
                  <a:lnTo>
                    <a:pt x="6414" y="4673"/>
                  </a:lnTo>
                  <a:lnTo>
                    <a:pt x="6779" y="4230"/>
                  </a:lnTo>
                  <a:lnTo>
                    <a:pt x="7157" y="2705"/>
                  </a:lnTo>
                  <a:lnTo>
                    <a:pt x="7705" y="1128"/>
                  </a:lnTo>
                  <a:lnTo>
                    <a:pt x="7320" y="1004"/>
                  </a:lnTo>
                  <a:lnTo>
                    <a:pt x="6681" y="1043"/>
                  </a:lnTo>
                  <a:lnTo>
                    <a:pt x="6238" y="672"/>
                  </a:lnTo>
                  <a:lnTo>
                    <a:pt x="6082" y="750"/>
                  </a:lnTo>
                  <a:lnTo>
                    <a:pt x="5756" y="672"/>
                  </a:lnTo>
                  <a:lnTo>
                    <a:pt x="5326" y="196"/>
                  </a:lnTo>
                  <a:lnTo>
                    <a:pt x="4433" y="202"/>
                  </a:lnTo>
                  <a:lnTo>
                    <a:pt x="3996" y="463"/>
                  </a:lnTo>
                  <a:lnTo>
                    <a:pt x="3547" y="470"/>
                  </a:lnTo>
                  <a:lnTo>
                    <a:pt x="3155" y="202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6"/>
            <p:cNvSpPr/>
            <p:nvPr/>
          </p:nvSpPr>
          <p:spPr>
            <a:xfrm>
              <a:off x="6843825" y="2274725"/>
              <a:ext cx="141150" cy="169325"/>
            </a:xfrm>
            <a:custGeom>
              <a:rect b="b" l="l" r="r" t="t"/>
              <a:pathLst>
                <a:path extrusionOk="0" h="6773" w="5646">
                  <a:moveTo>
                    <a:pt x="3520" y="1"/>
                  </a:moveTo>
                  <a:lnTo>
                    <a:pt x="2289" y="2367"/>
                  </a:lnTo>
                  <a:lnTo>
                    <a:pt x="1" y="6772"/>
                  </a:lnTo>
                  <a:lnTo>
                    <a:pt x="1135" y="6460"/>
                  </a:lnTo>
                  <a:lnTo>
                    <a:pt x="1559" y="6531"/>
                  </a:lnTo>
                  <a:lnTo>
                    <a:pt x="2465" y="6153"/>
                  </a:lnTo>
                  <a:lnTo>
                    <a:pt x="2921" y="6186"/>
                  </a:lnTo>
                  <a:lnTo>
                    <a:pt x="3410" y="6746"/>
                  </a:lnTo>
                  <a:lnTo>
                    <a:pt x="3912" y="5436"/>
                  </a:lnTo>
                  <a:lnTo>
                    <a:pt x="4342" y="5325"/>
                  </a:lnTo>
                  <a:lnTo>
                    <a:pt x="5645" y="4139"/>
                  </a:lnTo>
                  <a:lnTo>
                    <a:pt x="5150" y="3944"/>
                  </a:lnTo>
                  <a:lnTo>
                    <a:pt x="4628" y="3305"/>
                  </a:lnTo>
                  <a:lnTo>
                    <a:pt x="4426" y="2784"/>
                  </a:lnTo>
                  <a:lnTo>
                    <a:pt x="4088" y="926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6"/>
            <p:cNvSpPr/>
            <p:nvPr/>
          </p:nvSpPr>
          <p:spPr>
            <a:xfrm>
              <a:off x="6671600" y="3323075"/>
              <a:ext cx="102350" cy="64550"/>
            </a:xfrm>
            <a:custGeom>
              <a:rect b="b" l="l" r="r" t="t"/>
              <a:pathLst>
                <a:path extrusionOk="0" h="2582" w="4094">
                  <a:moveTo>
                    <a:pt x="1" y="0"/>
                  </a:moveTo>
                  <a:lnTo>
                    <a:pt x="209" y="326"/>
                  </a:lnTo>
                  <a:lnTo>
                    <a:pt x="47" y="606"/>
                  </a:lnTo>
                  <a:lnTo>
                    <a:pt x="314" y="1206"/>
                  </a:lnTo>
                  <a:lnTo>
                    <a:pt x="477" y="1128"/>
                  </a:lnTo>
                  <a:lnTo>
                    <a:pt x="1259" y="1434"/>
                  </a:lnTo>
                  <a:lnTo>
                    <a:pt x="1858" y="1545"/>
                  </a:lnTo>
                  <a:lnTo>
                    <a:pt x="1982" y="1734"/>
                  </a:lnTo>
                  <a:lnTo>
                    <a:pt x="2588" y="1662"/>
                  </a:lnTo>
                  <a:lnTo>
                    <a:pt x="2882" y="2066"/>
                  </a:lnTo>
                  <a:lnTo>
                    <a:pt x="2895" y="2268"/>
                  </a:lnTo>
                  <a:lnTo>
                    <a:pt x="3273" y="2581"/>
                  </a:lnTo>
                  <a:lnTo>
                    <a:pt x="3273" y="2001"/>
                  </a:lnTo>
                  <a:lnTo>
                    <a:pt x="4094" y="574"/>
                  </a:lnTo>
                  <a:lnTo>
                    <a:pt x="2634" y="483"/>
                  </a:lnTo>
                  <a:lnTo>
                    <a:pt x="1500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6"/>
            <p:cNvSpPr/>
            <p:nvPr/>
          </p:nvSpPr>
          <p:spPr>
            <a:xfrm>
              <a:off x="6894675" y="3167950"/>
              <a:ext cx="60800" cy="70750"/>
            </a:xfrm>
            <a:custGeom>
              <a:rect b="b" l="l" r="r" t="t"/>
              <a:pathLst>
                <a:path extrusionOk="0" h="2830" w="2432">
                  <a:moveTo>
                    <a:pt x="880" y="1"/>
                  </a:moveTo>
                  <a:lnTo>
                    <a:pt x="737" y="659"/>
                  </a:lnTo>
                  <a:lnTo>
                    <a:pt x="150" y="1024"/>
                  </a:lnTo>
                  <a:lnTo>
                    <a:pt x="0" y="1285"/>
                  </a:lnTo>
                  <a:lnTo>
                    <a:pt x="7" y="2699"/>
                  </a:lnTo>
                  <a:lnTo>
                    <a:pt x="1343" y="2829"/>
                  </a:lnTo>
                  <a:lnTo>
                    <a:pt x="1845" y="1604"/>
                  </a:lnTo>
                  <a:lnTo>
                    <a:pt x="2432" y="157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6"/>
            <p:cNvSpPr/>
            <p:nvPr/>
          </p:nvSpPr>
          <p:spPr>
            <a:xfrm>
              <a:off x="4824050" y="2889975"/>
              <a:ext cx="170125" cy="226850"/>
            </a:xfrm>
            <a:custGeom>
              <a:rect b="b" l="l" r="r" t="t"/>
              <a:pathLst>
                <a:path extrusionOk="0" h="9074" w="6805">
                  <a:moveTo>
                    <a:pt x="2197" y="1"/>
                  </a:moveTo>
                  <a:lnTo>
                    <a:pt x="1890" y="1852"/>
                  </a:lnTo>
                  <a:lnTo>
                    <a:pt x="1252" y="2784"/>
                  </a:lnTo>
                  <a:lnTo>
                    <a:pt x="1330" y="3898"/>
                  </a:lnTo>
                  <a:lnTo>
                    <a:pt x="1258" y="4622"/>
                  </a:lnTo>
                  <a:lnTo>
                    <a:pt x="776" y="6147"/>
                  </a:lnTo>
                  <a:lnTo>
                    <a:pt x="0" y="8630"/>
                  </a:lnTo>
                  <a:lnTo>
                    <a:pt x="398" y="8969"/>
                  </a:lnTo>
                  <a:lnTo>
                    <a:pt x="1128" y="9060"/>
                  </a:lnTo>
                  <a:lnTo>
                    <a:pt x="2262" y="9073"/>
                  </a:lnTo>
                  <a:lnTo>
                    <a:pt x="2562" y="8721"/>
                  </a:lnTo>
                  <a:lnTo>
                    <a:pt x="3370" y="8597"/>
                  </a:lnTo>
                  <a:lnTo>
                    <a:pt x="3956" y="8506"/>
                  </a:lnTo>
                  <a:lnTo>
                    <a:pt x="4504" y="8095"/>
                  </a:lnTo>
                  <a:lnTo>
                    <a:pt x="4914" y="7952"/>
                  </a:lnTo>
                  <a:lnTo>
                    <a:pt x="5058" y="7828"/>
                  </a:lnTo>
                  <a:lnTo>
                    <a:pt x="5384" y="8161"/>
                  </a:lnTo>
                  <a:lnTo>
                    <a:pt x="6133" y="8213"/>
                  </a:lnTo>
                  <a:lnTo>
                    <a:pt x="6264" y="7737"/>
                  </a:lnTo>
                  <a:lnTo>
                    <a:pt x="6804" y="7724"/>
                  </a:lnTo>
                  <a:lnTo>
                    <a:pt x="4778" y="3390"/>
                  </a:lnTo>
                  <a:lnTo>
                    <a:pt x="5501" y="2732"/>
                  </a:lnTo>
                  <a:lnTo>
                    <a:pt x="4204" y="1487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6"/>
            <p:cNvSpPr/>
            <p:nvPr/>
          </p:nvSpPr>
          <p:spPr>
            <a:xfrm>
              <a:off x="6558050" y="2684350"/>
              <a:ext cx="143250" cy="141300"/>
            </a:xfrm>
            <a:custGeom>
              <a:rect b="b" l="l" r="r" t="t"/>
              <a:pathLst>
                <a:path extrusionOk="0" h="5652" w="5730">
                  <a:moveTo>
                    <a:pt x="717" y="1"/>
                  </a:moveTo>
                  <a:lnTo>
                    <a:pt x="626" y="3618"/>
                  </a:lnTo>
                  <a:lnTo>
                    <a:pt x="0" y="5006"/>
                  </a:lnTo>
                  <a:lnTo>
                    <a:pt x="834" y="5365"/>
                  </a:lnTo>
                  <a:lnTo>
                    <a:pt x="1219" y="5325"/>
                  </a:lnTo>
                  <a:lnTo>
                    <a:pt x="1734" y="5651"/>
                  </a:lnTo>
                  <a:lnTo>
                    <a:pt x="2698" y="5586"/>
                  </a:lnTo>
                  <a:lnTo>
                    <a:pt x="2868" y="5280"/>
                  </a:lnTo>
                  <a:lnTo>
                    <a:pt x="3370" y="5306"/>
                  </a:lnTo>
                  <a:lnTo>
                    <a:pt x="3370" y="5404"/>
                  </a:lnTo>
                  <a:lnTo>
                    <a:pt x="3813" y="5651"/>
                  </a:lnTo>
                  <a:lnTo>
                    <a:pt x="4119" y="5580"/>
                  </a:lnTo>
                  <a:lnTo>
                    <a:pt x="4673" y="2849"/>
                  </a:lnTo>
                  <a:lnTo>
                    <a:pt x="4875" y="2947"/>
                  </a:lnTo>
                  <a:lnTo>
                    <a:pt x="5729" y="2699"/>
                  </a:lnTo>
                  <a:lnTo>
                    <a:pt x="5097" y="59"/>
                  </a:lnTo>
                  <a:lnTo>
                    <a:pt x="717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6"/>
            <p:cNvSpPr/>
            <p:nvPr/>
          </p:nvSpPr>
          <p:spPr>
            <a:xfrm>
              <a:off x="4310950" y="2953050"/>
              <a:ext cx="211525" cy="169475"/>
            </a:xfrm>
            <a:custGeom>
              <a:rect b="b" l="l" r="r" t="t"/>
              <a:pathLst>
                <a:path extrusionOk="0" h="6779" w="8461">
                  <a:moveTo>
                    <a:pt x="848" y="0"/>
                  </a:moveTo>
                  <a:lnTo>
                    <a:pt x="815" y="1199"/>
                  </a:lnTo>
                  <a:lnTo>
                    <a:pt x="535" y="1440"/>
                  </a:lnTo>
                  <a:lnTo>
                    <a:pt x="574" y="1590"/>
                  </a:lnTo>
                  <a:lnTo>
                    <a:pt x="365" y="1610"/>
                  </a:lnTo>
                  <a:lnTo>
                    <a:pt x="0" y="2027"/>
                  </a:lnTo>
                  <a:lnTo>
                    <a:pt x="496" y="2359"/>
                  </a:lnTo>
                  <a:lnTo>
                    <a:pt x="470" y="3363"/>
                  </a:lnTo>
                  <a:lnTo>
                    <a:pt x="307" y="3748"/>
                  </a:lnTo>
                  <a:lnTo>
                    <a:pt x="919" y="4588"/>
                  </a:lnTo>
                  <a:lnTo>
                    <a:pt x="939" y="5612"/>
                  </a:lnTo>
                  <a:lnTo>
                    <a:pt x="1310" y="5612"/>
                  </a:lnTo>
                  <a:lnTo>
                    <a:pt x="2457" y="5312"/>
                  </a:lnTo>
                  <a:lnTo>
                    <a:pt x="3683" y="5840"/>
                  </a:lnTo>
                  <a:lnTo>
                    <a:pt x="4054" y="6244"/>
                  </a:lnTo>
                  <a:lnTo>
                    <a:pt x="4106" y="6420"/>
                  </a:lnTo>
                  <a:lnTo>
                    <a:pt x="3820" y="6720"/>
                  </a:lnTo>
                  <a:lnTo>
                    <a:pt x="3820" y="6720"/>
                  </a:lnTo>
                  <a:lnTo>
                    <a:pt x="5286" y="6048"/>
                  </a:lnTo>
                  <a:lnTo>
                    <a:pt x="7020" y="6622"/>
                  </a:lnTo>
                  <a:lnTo>
                    <a:pt x="7893" y="6778"/>
                  </a:lnTo>
                  <a:lnTo>
                    <a:pt x="7984" y="5507"/>
                  </a:lnTo>
                  <a:lnTo>
                    <a:pt x="8460" y="5807"/>
                  </a:lnTo>
                  <a:lnTo>
                    <a:pt x="8388" y="4230"/>
                  </a:lnTo>
                  <a:lnTo>
                    <a:pt x="7600" y="3950"/>
                  </a:lnTo>
                  <a:lnTo>
                    <a:pt x="6218" y="3787"/>
                  </a:lnTo>
                  <a:lnTo>
                    <a:pt x="4621" y="3135"/>
                  </a:lnTo>
                  <a:lnTo>
                    <a:pt x="3852" y="2112"/>
                  </a:lnTo>
                  <a:lnTo>
                    <a:pt x="3103" y="1317"/>
                  </a:lnTo>
                  <a:lnTo>
                    <a:pt x="2158" y="502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6"/>
            <p:cNvSpPr/>
            <p:nvPr/>
          </p:nvSpPr>
          <p:spPr>
            <a:xfrm>
              <a:off x="6417100" y="2083925"/>
              <a:ext cx="146350" cy="162800"/>
            </a:xfrm>
            <a:custGeom>
              <a:rect b="b" l="l" r="r" t="t"/>
              <a:pathLst>
                <a:path extrusionOk="0" h="6512" w="5854">
                  <a:moveTo>
                    <a:pt x="1597" y="1"/>
                  </a:moveTo>
                  <a:lnTo>
                    <a:pt x="0" y="6512"/>
                  </a:lnTo>
                  <a:lnTo>
                    <a:pt x="0" y="6512"/>
                  </a:lnTo>
                  <a:lnTo>
                    <a:pt x="4367" y="5508"/>
                  </a:lnTo>
                  <a:lnTo>
                    <a:pt x="5853" y="646"/>
                  </a:lnTo>
                  <a:lnTo>
                    <a:pt x="5423" y="509"/>
                  </a:lnTo>
                  <a:lnTo>
                    <a:pt x="4472" y="568"/>
                  </a:lnTo>
                  <a:lnTo>
                    <a:pt x="3618" y="346"/>
                  </a:lnTo>
                  <a:lnTo>
                    <a:pt x="2529" y="307"/>
                  </a:lnTo>
                  <a:lnTo>
                    <a:pt x="1597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6"/>
            <p:cNvSpPr/>
            <p:nvPr/>
          </p:nvSpPr>
          <p:spPr>
            <a:xfrm>
              <a:off x="6217825" y="2400200"/>
              <a:ext cx="162800" cy="228450"/>
            </a:xfrm>
            <a:custGeom>
              <a:rect b="b" l="l" r="r" t="t"/>
              <a:pathLst>
                <a:path extrusionOk="0" h="9138" w="6512">
                  <a:moveTo>
                    <a:pt x="3944" y="0"/>
                  </a:moveTo>
                  <a:lnTo>
                    <a:pt x="1578" y="1877"/>
                  </a:lnTo>
                  <a:lnTo>
                    <a:pt x="1578" y="1884"/>
                  </a:lnTo>
                  <a:lnTo>
                    <a:pt x="1128" y="3467"/>
                  </a:lnTo>
                  <a:lnTo>
                    <a:pt x="0" y="5090"/>
                  </a:lnTo>
                  <a:lnTo>
                    <a:pt x="1030" y="5905"/>
                  </a:lnTo>
                  <a:lnTo>
                    <a:pt x="1043" y="6804"/>
                  </a:lnTo>
                  <a:lnTo>
                    <a:pt x="3970" y="9138"/>
                  </a:lnTo>
                  <a:lnTo>
                    <a:pt x="6512" y="2138"/>
                  </a:lnTo>
                  <a:lnTo>
                    <a:pt x="5221" y="1441"/>
                  </a:lnTo>
                  <a:lnTo>
                    <a:pt x="3944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6"/>
            <p:cNvSpPr/>
            <p:nvPr/>
          </p:nvSpPr>
          <p:spPr>
            <a:xfrm>
              <a:off x="5947675" y="2258925"/>
              <a:ext cx="263175" cy="392375"/>
            </a:xfrm>
            <a:custGeom>
              <a:rect b="b" l="l" r="r" t="t"/>
              <a:pathLst>
                <a:path extrusionOk="0" h="15695" w="10527">
                  <a:moveTo>
                    <a:pt x="3689" y="0"/>
                  </a:moveTo>
                  <a:lnTo>
                    <a:pt x="3246" y="750"/>
                  </a:lnTo>
                  <a:lnTo>
                    <a:pt x="3213" y="2340"/>
                  </a:lnTo>
                  <a:lnTo>
                    <a:pt x="2783" y="2705"/>
                  </a:lnTo>
                  <a:lnTo>
                    <a:pt x="2008" y="3181"/>
                  </a:lnTo>
                  <a:lnTo>
                    <a:pt x="1089" y="4354"/>
                  </a:lnTo>
                  <a:lnTo>
                    <a:pt x="0" y="12703"/>
                  </a:lnTo>
                  <a:lnTo>
                    <a:pt x="5912" y="14606"/>
                  </a:lnTo>
                  <a:lnTo>
                    <a:pt x="7267" y="15695"/>
                  </a:lnTo>
                  <a:lnTo>
                    <a:pt x="7535" y="15688"/>
                  </a:lnTo>
                  <a:lnTo>
                    <a:pt x="10526" y="8291"/>
                  </a:lnTo>
                  <a:lnTo>
                    <a:pt x="8949" y="6694"/>
                  </a:lnTo>
                  <a:lnTo>
                    <a:pt x="7039" y="1415"/>
                  </a:lnTo>
                  <a:lnTo>
                    <a:pt x="368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6"/>
            <p:cNvSpPr/>
            <p:nvPr/>
          </p:nvSpPr>
          <p:spPr>
            <a:xfrm>
              <a:off x="6995525" y="3282175"/>
              <a:ext cx="152875" cy="171750"/>
            </a:xfrm>
            <a:custGeom>
              <a:rect b="b" l="l" r="r" t="t"/>
              <a:pathLst>
                <a:path extrusionOk="0" h="6870" w="6115">
                  <a:moveTo>
                    <a:pt x="1532" y="0"/>
                  </a:moveTo>
                  <a:lnTo>
                    <a:pt x="170" y="1193"/>
                  </a:lnTo>
                  <a:lnTo>
                    <a:pt x="92" y="1467"/>
                  </a:lnTo>
                  <a:lnTo>
                    <a:pt x="509" y="1773"/>
                  </a:lnTo>
                  <a:lnTo>
                    <a:pt x="60" y="2412"/>
                  </a:lnTo>
                  <a:lnTo>
                    <a:pt x="1" y="2894"/>
                  </a:lnTo>
                  <a:lnTo>
                    <a:pt x="359" y="2796"/>
                  </a:lnTo>
                  <a:lnTo>
                    <a:pt x="737" y="2927"/>
                  </a:lnTo>
                  <a:lnTo>
                    <a:pt x="946" y="2862"/>
                  </a:lnTo>
                  <a:lnTo>
                    <a:pt x="1311" y="2881"/>
                  </a:lnTo>
                  <a:lnTo>
                    <a:pt x="1415" y="4041"/>
                  </a:lnTo>
                  <a:lnTo>
                    <a:pt x="3260" y="5527"/>
                  </a:lnTo>
                  <a:lnTo>
                    <a:pt x="3312" y="5338"/>
                  </a:lnTo>
                  <a:lnTo>
                    <a:pt x="3488" y="5416"/>
                  </a:lnTo>
                  <a:lnTo>
                    <a:pt x="3846" y="6257"/>
                  </a:lnTo>
                  <a:lnTo>
                    <a:pt x="4166" y="6564"/>
                  </a:lnTo>
                  <a:lnTo>
                    <a:pt x="4368" y="6570"/>
                  </a:lnTo>
                  <a:lnTo>
                    <a:pt x="5221" y="6870"/>
                  </a:lnTo>
                  <a:lnTo>
                    <a:pt x="5691" y="6629"/>
                  </a:lnTo>
                  <a:lnTo>
                    <a:pt x="6114" y="6661"/>
                  </a:lnTo>
                  <a:lnTo>
                    <a:pt x="6101" y="5938"/>
                  </a:lnTo>
                  <a:lnTo>
                    <a:pt x="5150" y="2790"/>
                  </a:lnTo>
                  <a:lnTo>
                    <a:pt x="5182" y="2197"/>
                  </a:lnTo>
                  <a:lnTo>
                    <a:pt x="5065" y="2308"/>
                  </a:lnTo>
                  <a:lnTo>
                    <a:pt x="4856" y="2268"/>
                  </a:lnTo>
                  <a:lnTo>
                    <a:pt x="4720" y="1675"/>
                  </a:lnTo>
                  <a:lnTo>
                    <a:pt x="4420" y="1630"/>
                  </a:lnTo>
                  <a:lnTo>
                    <a:pt x="3859" y="1806"/>
                  </a:lnTo>
                  <a:lnTo>
                    <a:pt x="3090" y="1825"/>
                  </a:lnTo>
                  <a:lnTo>
                    <a:pt x="2999" y="1193"/>
                  </a:lnTo>
                  <a:lnTo>
                    <a:pt x="2660" y="919"/>
                  </a:lnTo>
                  <a:lnTo>
                    <a:pt x="2093" y="711"/>
                  </a:lnTo>
                  <a:lnTo>
                    <a:pt x="1565" y="66"/>
                  </a:lnTo>
                  <a:lnTo>
                    <a:pt x="1532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5689575" y="2189675"/>
              <a:ext cx="217375" cy="217225"/>
            </a:xfrm>
            <a:custGeom>
              <a:rect b="b" l="l" r="r" t="t"/>
              <a:pathLst>
                <a:path extrusionOk="0" h="8689" w="8695">
                  <a:moveTo>
                    <a:pt x="0" y="3566"/>
                  </a:moveTo>
                  <a:lnTo>
                    <a:pt x="0" y="3572"/>
                  </a:lnTo>
                  <a:lnTo>
                    <a:pt x="3" y="3569"/>
                  </a:lnTo>
                  <a:lnTo>
                    <a:pt x="0" y="3566"/>
                  </a:lnTo>
                  <a:close/>
                  <a:moveTo>
                    <a:pt x="919" y="1"/>
                  </a:moveTo>
                  <a:lnTo>
                    <a:pt x="1180" y="620"/>
                  </a:lnTo>
                  <a:lnTo>
                    <a:pt x="1089" y="900"/>
                  </a:lnTo>
                  <a:lnTo>
                    <a:pt x="1369" y="1213"/>
                  </a:lnTo>
                  <a:lnTo>
                    <a:pt x="1421" y="1441"/>
                  </a:lnTo>
                  <a:lnTo>
                    <a:pt x="1082" y="1865"/>
                  </a:lnTo>
                  <a:lnTo>
                    <a:pt x="1037" y="2230"/>
                  </a:lnTo>
                  <a:lnTo>
                    <a:pt x="1200" y="2777"/>
                  </a:lnTo>
                  <a:lnTo>
                    <a:pt x="1089" y="3122"/>
                  </a:lnTo>
                  <a:lnTo>
                    <a:pt x="144" y="3403"/>
                  </a:lnTo>
                  <a:lnTo>
                    <a:pt x="3" y="3569"/>
                  </a:lnTo>
                  <a:lnTo>
                    <a:pt x="3272" y="7209"/>
                  </a:lnTo>
                  <a:lnTo>
                    <a:pt x="7222" y="8037"/>
                  </a:lnTo>
                  <a:lnTo>
                    <a:pt x="7874" y="8688"/>
                  </a:lnTo>
                  <a:lnTo>
                    <a:pt x="8669" y="8304"/>
                  </a:lnTo>
                  <a:lnTo>
                    <a:pt x="8695" y="4634"/>
                  </a:lnTo>
                  <a:lnTo>
                    <a:pt x="7704" y="4621"/>
                  </a:lnTo>
                  <a:lnTo>
                    <a:pt x="7835" y="3872"/>
                  </a:lnTo>
                  <a:lnTo>
                    <a:pt x="7763" y="3696"/>
                  </a:lnTo>
                  <a:lnTo>
                    <a:pt x="7958" y="3272"/>
                  </a:lnTo>
                  <a:lnTo>
                    <a:pt x="7580" y="2901"/>
                  </a:lnTo>
                  <a:lnTo>
                    <a:pt x="7691" y="2490"/>
                  </a:lnTo>
                  <a:lnTo>
                    <a:pt x="7437" y="2138"/>
                  </a:lnTo>
                  <a:lnTo>
                    <a:pt x="7085" y="1923"/>
                  </a:lnTo>
                  <a:lnTo>
                    <a:pt x="7144" y="1676"/>
                  </a:lnTo>
                  <a:lnTo>
                    <a:pt x="6766" y="1558"/>
                  </a:lnTo>
                  <a:lnTo>
                    <a:pt x="6616" y="1623"/>
                  </a:lnTo>
                  <a:lnTo>
                    <a:pt x="6499" y="1428"/>
                  </a:lnTo>
                  <a:lnTo>
                    <a:pt x="6355" y="1493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4469800" y="3175450"/>
              <a:ext cx="123700" cy="72700"/>
            </a:xfrm>
            <a:custGeom>
              <a:rect b="b" l="l" r="r" t="t"/>
              <a:pathLst>
                <a:path extrusionOk="0" h="2908" w="4948">
                  <a:moveTo>
                    <a:pt x="1317" y="0"/>
                  </a:moveTo>
                  <a:lnTo>
                    <a:pt x="79" y="2223"/>
                  </a:lnTo>
                  <a:lnTo>
                    <a:pt x="1" y="2803"/>
                  </a:lnTo>
                  <a:lnTo>
                    <a:pt x="392" y="2907"/>
                  </a:lnTo>
                  <a:lnTo>
                    <a:pt x="379" y="2321"/>
                  </a:lnTo>
                  <a:lnTo>
                    <a:pt x="1331" y="2229"/>
                  </a:lnTo>
                  <a:lnTo>
                    <a:pt x="1611" y="2099"/>
                  </a:lnTo>
                  <a:lnTo>
                    <a:pt x="2041" y="2151"/>
                  </a:lnTo>
                  <a:lnTo>
                    <a:pt x="2041" y="2444"/>
                  </a:lnTo>
                  <a:lnTo>
                    <a:pt x="2927" y="2373"/>
                  </a:lnTo>
                  <a:lnTo>
                    <a:pt x="4205" y="2086"/>
                  </a:lnTo>
                  <a:lnTo>
                    <a:pt x="4850" y="685"/>
                  </a:lnTo>
                  <a:lnTo>
                    <a:pt x="4948" y="105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6602675" y="2447925"/>
              <a:ext cx="110675" cy="234650"/>
            </a:xfrm>
            <a:custGeom>
              <a:rect b="b" l="l" r="r" t="t"/>
              <a:pathLst>
                <a:path extrusionOk="0" h="9386" w="4427">
                  <a:moveTo>
                    <a:pt x="457" y="1"/>
                  </a:moveTo>
                  <a:lnTo>
                    <a:pt x="92" y="27"/>
                  </a:lnTo>
                  <a:lnTo>
                    <a:pt x="27" y="5925"/>
                  </a:lnTo>
                  <a:lnTo>
                    <a:pt x="1" y="6277"/>
                  </a:lnTo>
                  <a:lnTo>
                    <a:pt x="183" y="6473"/>
                  </a:lnTo>
                  <a:lnTo>
                    <a:pt x="353" y="6525"/>
                  </a:lnTo>
                  <a:lnTo>
                    <a:pt x="770" y="6355"/>
                  </a:lnTo>
                  <a:lnTo>
                    <a:pt x="1331" y="6492"/>
                  </a:lnTo>
                  <a:lnTo>
                    <a:pt x="1474" y="6681"/>
                  </a:lnTo>
                  <a:lnTo>
                    <a:pt x="1826" y="7607"/>
                  </a:lnTo>
                  <a:lnTo>
                    <a:pt x="4198" y="9386"/>
                  </a:lnTo>
                  <a:lnTo>
                    <a:pt x="3814" y="6134"/>
                  </a:lnTo>
                  <a:lnTo>
                    <a:pt x="3703" y="5638"/>
                  </a:lnTo>
                  <a:lnTo>
                    <a:pt x="3227" y="4713"/>
                  </a:lnTo>
                  <a:lnTo>
                    <a:pt x="2882" y="1415"/>
                  </a:lnTo>
                  <a:lnTo>
                    <a:pt x="4426" y="1265"/>
                  </a:lnTo>
                  <a:lnTo>
                    <a:pt x="3709" y="783"/>
                  </a:lnTo>
                  <a:lnTo>
                    <a:pt x="3227" y="744"/>
                  </a:lnTo>
                  <a:lnTo>
                    <a:pt x="2328" y="209"/>
                  </a:lnTo>
                  <a:lnTo>
                    <a:pt x="1252" y="196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4481550" y="2910675"/>
              <a:ext cx="119950" cy="121075"/>
            </a:xfrm>
            <a:custGeom>
              <a:rect b="b" l="l" r="r" t="t"/>
              <a:pathLst>
                <a:path extrusionOk="0" h="4843" w="4798">
                  <a:moveTo>
                    <a:pt x="2874" y="0"/>
                  </a:moveTo>
                  <a:lnTo>
                    <a:pt x="2666" y="7"/>
                  </a:lnTo>
                  <a:lnTo>
                    <a:pt x="3063" y="691"/>
                  </a:lnTo>
                  <a:lnTo>
                    <a:pt x="2881" y="581"/>
                  </a:lnTo>
                  <a:lnTo>
                    <a:pt x="2640" y="678"/>
                  </a:lnTo>
                  <a:lnTo>
                    <a:pt x="2555" y="424"/>
                  </a:lnTo>
                  <a:lnTo>
                    <a:pt x="2333" y="867"/>
                  </a:lnTo>
                  <a:lnTo>
                    <a:pt x="2197" y="991"/>
                  </a:lnTo>
                  <a:lnTo>
                    <a:pt x="2158" y="1148"/>
                  </a:lnTo>
                  <a:lnTo>
                    <a:pt x="1812" y="1232"/>
                  </a:lnTo>
                  <a:lnTo>
                    <a:pt x="1871" y="1454"/>
                  </a:lnTo>
                  <a:lnTo>
                    <a:pt x="1656" y="1408"/>
                  </a:lnTo>
                  <a:lnTo>
                    <a:pt x="1571" y="1617"/>
                  </a:lnTo>
                  <a:lnTo>
                    <a:pt x="1206" y="1486"/>
                  </a:lnTo>
                  <a:lnTo>
                    <a:pt x="965" y="1545"/>
                  </a:lnTo>
                  <a:lnTo>
                    <a:pt x="965" y="1545"/>
                  </a:lnTo>
                  <a:lnTo>
                    <a:pt x="997" y="1232"/>
                  </a:lnTo>
                  <a:lnTo>
                    <a:pt x="821" y="1213"/>
                  </a:lnTo>
                  <a:lnTo>
                    <a:pt x="711" y="1610"/>
                  </a:lnTo>
                  <a:lnTo>
                    <a:pt x="307" y="1851"/>
                  </a:lnTo>
                  <a:lnTo>
                    <a:pt x="7" y="1864"/>
                  </a:lnTo>
                  <a:lnTo>
                    <a:pt x="0" y="1864"/>
                  </a:lnTo>
                  <a:lnTo>
                    <a:pt x="554" y="2340"/>
                  </a:lnTo>
                  <a:lnTo>
                    <a:pt x="443" y="2536"/>
                  </a:lnTo>
                  <a:lnTo>
                    <a:pt x="209" y="2568"/>
                  </a:lnTo>
                  <a:lnTo>
                    <a:pt x="59" y="2725"/>
                  </a:lnTo>
                  <a:lnTo>
                    <a:pt x="170" y="3135"/>
                  </a:lnTo>
                  <a:lnTo>
                    <a:pt x="293" y="3181"/>
                  </a:lnTo>
                  <a:lnTo>
                    <a:pt x="241" y="2810"/>
                  </a:lnTo>
                  <a:lnTo>
                    <a:pt x="391" y="2627"/>
                  </a:lnTo>
                  <a:lnTo>
                    <a:pt x="391" y="2881"/>
                  </a:lnTo>
                  <a:lnTo>
                    <a:pt x="1173" y="2946"/>
                  </a:lnTo>
                  <a:lnTo>
                    <a:pt x="906" y="3566"/>
                  </a:lnTo>
                  <a:lnTo>
                    <a:pt x="606" y="3761"/>
                  </a:lnTo>
                  <a:lnTo>
                    <a:pt x="678" y="4100"/>
                  </a:lnTo>
                  <a:lnTo>
                    <a:pt x="939" y="4087"/>
                  </a:lnTo>
                  <a:lnTo>
                    <a:pt x="991" y="3937"/>
                  </a:lnTo>
                  <a:lnTo>
                    <a:pt x="1310" y="3768"/>
                  </a:lnTo>
                  <a:lnTo>
                    <a:pt x="1460" y="3813"/>
                  </a:lnTo>
                  <a:lnTo>
                    <a:pt x="1858" y="3513"/>
                  </a:lnTo>
                  <a:lnTo>
                    <a:pt x="1949" y="3520"/>
                  </a:lnTo>
                  <a:lnTo>
                    <a:pt x="2229" y="4387"/>
                  </a:lnTo>
                  <a:lnTo>
                    <a:pt x="2764" y="4550"/>
                  </a:lnTo>
                  <a:lnTo>
                    <a:pt x="2829" y="4843"/>
                  </a:lnTo>
                  <a:lnTo>
                    <a:pt x="3833" y="4080"/>
                  </a:lnTo>
                  <a:lnTo>
                    <a:pt x="4517" y="3188"/>
                  </a:lnTo>
                  <a:lnTo>
                    <a:pt x="4797" y="2399"/>
                  </a:lnTo>
                  <a:lnTo>
                    <a:pt x="4393" y="1649"/>
                  </a:lnTo>
                  <a:lnTo>
                    <a:pt x="4048" y="1949"/>
                  </a:lnTo>
                  <a:lnTo>
                    <a:pt x="3455" y="1897"/>
                  </a:lnTo>
                  <a:lnTo>
                    <a:pt x="3585" y="1545"/>
                  </a:lnTo>
                  <a:lnTo>
                    <a:pt x="3976" y="1108"/>
                  </a:lnTo>
                  <a:lnTo>
                    <a:pt x="3917" y="835"/>
                  </a:lnTo>
                  <a:lnTo>
                    <a:pt x="4119" y="665"/>
                  </a:lnTo>
                  <a:lnTo>
                    <a:pt x="3767" y="170"/>
                  </a:lnTo>
                  <a:lnTo>
                    <a:pt x="3670" y="424"/>
                  </a:lnTo>
                  <a:lnTo>
                    <a:pt x="3396" y="541"/>
                  </a:lnTo>
                  <a:lnTo>
                    <a:pt x="3318" y="268"/>
                  </a:lnTo>
                  <a:lnTo>
                    <a:pt x="2920" y="287"/>
                  </a:lnTo>
                  <a:lnTo>
                    <a:pt x="2874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5492250" y="2004100"/>
              <a:ext cx="235475" cy="183475"/>
            </a:xfrm>
            <a:custGeom>
              <a:rect b="b" l="l" r="r" t="t"/>
              <a:pathLst>
                <a:path extrusionOk="0" h="7339" w="9419">
                  <a:moveTo>
                    <a:pt x="4250" y="0"/>
                  </a:moveTo>
                  <a:lnTo>
                    <a:pt x="4094" y="189"/>
                  </a:lnTo>
                  <a:lnTo>
                    <a:pt x="3957" y="802"/>
                  </a:lnTo>
                  <a:lnTo>
                    <a:pt x="3292" y="1453"/>
                  </a:lnTo>
                  <a:lnTo>
                    <a:pt x="2184" y="1616"/>
                  </a:lnTo>
                  <a:lnTo>
                    <a:pt x="2210" y="3806"/>
                  </a:lnTo>
                  <a:lnTo>
                    <a:pt x="659" y="3806"/>
                  </a:lnTo>
                  <a:lnTo>
                    <a:pt x="1" y="4790"/>
                  </a:lnTo>
                  <a:lnTo>
                    <a:pt x="1" y="5840"/>
                  </a:lnTo>
                  <a:lnTo>
                    <a:pt x="1565" y="5820"/>
                  </a:lnTo>
                  <a:lnTo>
                    <a:pt x="1565" y="5957"/>
                  </a:lnTo>
                  <a:lnTo>
                    <a:pt x="2758" y="5898"/>
                  </a:lnTo>
                  <a:lnTo>
                    <a:pt x="4961" y="6368"/>
                  </a:lnTo>
                  <a:lnTo>
                    <a:pt x="7105" y="7339"/>
                  </a:lnTo>
                  <a:lnTo>
                    <a:pt x="7313" y="7261"/>
                  </a:lnTo>
                  <a:lnTo>
                    <a:pt x="7528" y="6667"/>
                  </a:lnTo>
                  <a:lnTo>
                    <a:pt x="8109" y="6583"/>
                  </a:lnTo>
                  <a:lnTo>
                    <a:pt x="8076" y="6289"/>
                  </a:lnTo>
                  <a:lnTo>
                    <a:pt x="8278" y="6192"/>
                  </a:lnTo>
                  <a:lnTo>
                    <a:pt x="8369" y="6511"/>
                  </a:lnTo>
                  <a:lnTo>
                    <a:pt x="8610" y="6433"/>
                  </a:lnTo>
                  <a:lnTo>
                    <a:pt x="8871" y="6648"/>
                  </a:lnTo>
                  <a:lnTo>
                    <a:pt x="9093" y="5970"/>
                  </a:lnTo>
                  <a:lnTo>
                    <a:pt x="8767" y="5885"/>
                  </a:lnTo>
                  <a:lnTo>
                    <a:pt x="8767" y="5357"/>
                  </a:lnTo>
                  <a:lnTo>
                    <a:pt x="8910" y="5253"/>
                  </a:lnTo>
                  <a:lnTo>
                    <a:pt x="9164" y="5390"/>
                  </a:lnTo>
                  <a:lnTo>
                    <a:pt x="9275" y="5221"/>
                  </a:lnTo>
                  <a:lnTo>
                    <a:pt x="9125" y="4979"/>
                  </a:lnTo>
                  <a:lnTo>
                    <a:pt x="8421" y="4921"/>
                  </a:lnTo>
                  <a:lnTo>
                    <a:pt x="8043" y="4699"/>
                  </a:lnTo>
                  <a:lnTo>
                    <a:pt x="8004" y="4523"/>
                  </a:lnTo>
                  <a:lnTo>
                    <a:pt x="8265" y="4295"/>
                  </a:lnTo>
                  <a:lnTo>
                    <a:pt x="9256" y="4047"/>
                  </a:lnTo>
                  <a:lnTo>
                    <a:pt x="9419" y="3702"/>
                  </a:lnTo>
                  <a:lnTo>
                    <a:pt x="9034" y="3780"/>
                  </a:lnTo>
                  <a:lnTo>
                    <a:pt x="8584" y="3376"/>
                  </a:lnTo>
                  <a:lnTo>
                    <a:pt x="8689" y="3207"/>
                  </a:lnTo>
                  <a:lnTo>
                    <a:pt x="8337" y="3259"/>
                  </a:lnTo>
                  <a:lnTo>
                    <a:pt x="6271" y="2438"/>
                  </a:lnTo>
                  <a:lnTo>
                    <a:pt x="4928" y="945"/>
                  </a:lnTo>
                  <a:lnTo>
                    <a:pt x="4250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6535075" y="2980900"/>
              <a:ext cx="211500" cy="119300"/>
            </a:xfrm>
            <a:custGeom>
              <a:rect b="b" l="l" r="r" t="t"/>
              <a:pathLst>
                <a:path extrusionOk="0" h="4772" w="8460">
                  <a:moveTo>
                    <a:pt x="1408" y="1"/>
                  </a:moveTo>
                  <a:lnTo>
                    <a:pt x="834" y="85"/>
                  </a:lnTo>
                  <a:lnTo>
                    <a:pt x="0" y="1193"/>
                  </a:lnTo>
                  <a:lnTo>
                    <a:pt x="378" y="2842"/>
                  </a:lnTo>
                  <a:lnTo>
                    <a:pt x="3279" y="3689"/>
                  </a:lnTo>
                  <a:lnTo>
                    <a:pt x="3793" y="4771"/>
                  </a:lnTo>
                  <a:lnTo>
                    <a:pt x="4901" y="4361"/>
                  </a:lnTo>
                  <a:lnTo>
                    <a:pt x="8460" y="2047"/>
                  </a:lnTo>
                  <a:lnTo>
                    <a:pt x="7965" y="1871"/>
                  </a:lnTo>
                  <a:lnTo>
                    <a:pt x="7678" y="1995"/>
                  </a:lnTo>
                  <a:lnTo>
                    <a:pt x="7574" y="2288"/>
                  </a:lnTo>
                  <a:lnTo>
                    <a:pt x="7450" y="2190"/>
                  </a:lnTo>
                  <a:lnTo>
                    <a:pt x="6427" y="2432"/>
                  </a:lnTo>
                  <a:lnTo>
                    <a:pt x="5488" y="1741"/>
                  </a:lnTo>
                  <a:lnTo>
                    <a:pt x="5384" y="1428"/>
                  </a:lnTo>
                  <a:lnTo>
                    <a:pt x="4908" y="1180"/>
                  </a:lnTo>
                  <a:lnTo>
                    <a:pt x="4400" y="1128"/>
                  </a:lnTo>
                  <a:lnTo>
                    <a:pt x="4041" y="1317"/>
                  </a:lnTo>
                  <a:lnTo>
                    <a:pt x="2894" y="952"/>
                  </a:lnTo>
                  <a:lnTo>
                    <a:pt x="1408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6587375" y="2304225"/>
              <a:ext cx="313675" cy="193925"/>
            </a:xfrm>
            <a:custGeom>
              <a:rect b="b" l="l" r="r" t="t"/>
              <a:pathLst>
                <a:path extrusionOk="0" h="7757" w="12547">
                  <a:moveTo>
                    <a:pt x="6668" y="0"/>
                  </a:moveTo>
                  <a:lnTo>
                    <a:pt x="6479" y="352"/>
                  </a:lnTo>
                  <a:lnTo>
                    <a:pt x="4673" y="1141"/>
                  </a:lnTo>
                  <a:lnTo>
                    <a:pt x="1584" y="3311"/>
                  </a:lnTo>
                  <a:lnTo>
                    <a:pt x="0" y="5527"/>
                  </a:lnTo>
                  <a:lnTo>
                    <a:pt x="489" y="5807"/>
                  </a:lnTo>
                  <a:lnTo>
                    <a:pt x="704" y="5775"/>
                  </a:lnTo>
                  <a:lnTo>
                    <a:pt x="1063" y="5749"/>
                  </a:lnTo>
                  <a:lnTo>
                    <a:pt x="1858" y="5944"/>
                  </a:lnTo>
                  <a:lnTo>
                    <a:pt x="2933" y="5957"/>
                  </a:lnTo>
                  <a:lnTo>
                    <a:pt x="3833" y="6492"/>
                  </a:lnTo>
                  <a:lnTo>
                    <a:pt x="4321" y="6531"/>
                  </a:lnTo>
                  <a:lnTo>
                    <a:pt x="5032" y="7013"/>
                  </a:lnTo>
                  <a:lnTo>
                    <a:pt x="5677" y="7020"/>
                  </a:lnTo>
                  <a:lnTo>
                    <a:pt x="6036" y="6850"/>
                  </a:lnTo>
                  <a:lnTo>
                    <a:pt x="6309" y="6863"/>
                  </a:lnTo>
                  <a:lnTo>
                    <a:pt x="6518" y="7144"/>
                  </a:lnTo>
                  <a:lnTo>
                    <a:pt x="6779" y="7261"/>
                  </a:lnTo>
                  <a:lnTo>
                    <a:pt x="7098" y="7085"/>
                  </a:lnTo>
                  <a:lnTo>
                    <a:pt x="7489" y="7124"/>
                  </a:lnTo>
                  <a:lnTo>
                    <a:pt x="8030" y="7665"/>
                  </a:lnTo>
                  <a:lnTo>
                    <a:pt x="8297" y="7756"/>
                  </a:lnTo>
                  <a:lnTo>
                    <a:pt x="8512" y="7678"/>
                  </a:lnTo>
                  <a:lnTo>
                    <a:pt x="9529" y="7020"/>
                  </a:lnTo>
                  <a:lnTo>
                    <a:pt x="10259" y="5592"/>
                  </a:lnTo>
                  <a:lnTo>
                    <a:pt x="12547" y="1187"/>
                  </a:lnTo>
                  <a:lnTo>
                    <a:pt x="12227" y="1037"/>
                  </a:lnTo>
                  <a:lnTo>
                    <a:pt x="11856" y="1037"/>
                  </a:lnTo>
                  <a:lnTo>
                    <a:pt x="11595" y="593"/>
                  </a:lnTo>
                  <a:lnTo>
                    <a:pt x="11211" y="717"/>
                  </a:lnTo>
                  <a:lnTo>
                    <a:pt x="11126" y="861"/>
                  </a:lnTo>
                  <a:lnTo>
                    <a:pt x="10481" y="991"/>
                  </a:lnTo>
                  <a:lnTo>
                    <a:pt x="10220" y="1187"/>
                  </a:lnTo>
                  <a:lnTo>
                    <a:pt x="9914" y="1154"/>
                  </a:lnTo>
                  <a:lnTo>
                    <a:pt x="9562" y="1356"/>
                  </a:lnTo>
                  <a:lnTo>
                    <a:pt x="9281" y="1258"/>
                  </a:lnTo>
                  <a:lnTo>
                    <a:pt x="8343" y="1402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4308500" y="3085825"/>
              <a:ext cx="105125" cy="85725"/>
            </a:xfrm>
            <a:custGeom>
              <a:rect b="b" l="l" r="r" t="t"/>
              <a:pathLst>
                <a:path extrusionOk="0" h="3429" w="4205">
                  <a:moveTo>
                    <a:pt x="2555" y="1"/>
                  </a:moveTo>
                  <a:lnTo>
                    <a:pt x="1408" y="301"/>
                  </a:lnTo>
                  <a:lnTo>
                    <a:pt x="1037" y="301"/>
                  </a:lnTo>
                  <a:lnTo>
                    <a:pt x="7" y="933"/>
                  </a:lnTo>
                  <a:lnTo>
                    <a:pt x="1" y="933"/>
                  </a:lnTo>
                  <a:lnTo>
                    <a:pt x="398" y="1050"/>
                  </a:lnTo>
                  <a:lnTo>
                    <a:pt x="235" y="1545"/>
                  </a:lnTo>
                  <a:lnTo>
                    <a:pt x="450" y="1963"/>
                  </a:lnTo>
                  <a:lnTo>
                    <a:pt x="209" y="2451"/>
                  </a:lnTo>
                  <a:lnTo>
                    <a:pt x="587" y="2666"/>
                  </a:lnTo>
                  <a:lnTo>
                    <a:pt x="757" y="3142"/>
                  </a:lnTo>
                  <a:lnTo>
                    <a:pt x="1037" y="3344"/>
                  </a:lnTo>
                  <a:lnTo>
                    <a:pt x="1037" y="3429"/>
                  </a:lnTo>
                  <a:lnTo>
                    <a:pt x="3051" y="2360"/>
                  </a:lnTo>
                  <a:lnTo>
                    <a:pt x="3409" y="1767"/>
                  </a:lnTo>
                  <a:lnTo>
                    <a:pt x="3918" y="1409"/>
                  </a:lnTo>
                  <a:lnTo>
                    <a:pt x="4204" y="1115"/>
                  </a:lnTo>
                  <a:lnTo>
                    <a:pt x="4152" y="939"/>
                  </a:lnTo>
                  <a:lnTo>
                    <a:pt x="3781" y="529"/>
                  </a:lnTo>
                  <a:lnTo>
                    <a:pt x="2555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4756100" y="2945375"/>
              <a:ext cx="101200" cy="117825"/>
            </a:xfrm>
            <a:custGeom>
              <a:rect b="b" l="l" r="r" t="t"/>
              <a:pathLst>
                <a:path extrusionOk="0" h="4713" w="4048">
                  <a:moveTo>
                    <a:pt x="430" y="1"/>
                  </a:moveTo>
                  <a:lnTo>
                    <a:pt x="430" y="151"/>
                  </a:lnTo>
                  <a:lnTo>
                    <a:pt x="163" y="463"/>
                  </a:lnTo>
                  <a:lnTo>
                    <a:pt x="268" y="646"/>
                  </a:lnTo>
                  <a:lnTo>
                    <a:pt x="0" y="1448"/>
                  </a:lnTo>
                  <a:lnTo>
                    <a:pt x="241" y="2406"/>
                  </a:lnTo>
                  <a:lnTo>
                    <a:pt x="241" y="2412"/>
                  </a:lnTo>
                  <a:lnTo>
                    <a:pt x="391" y="2412"/>
                  </a:lnTo>
                  <a:lnTo>
                    <a:pt x="978" y="3149"/>
                  </a:lnTo>
                  <a:lnTo>
                    <a:pt x="789" y="3325"/>
                  </a:lnTo>
                  <a:lnTo>
                    <a:pt x="1050" y="3403"/>
                  </a:lnTo>
                  <a:lnTo>
                    <a:pt x="1519" y="4380"/>
                  </a:lnTo>
                  <a:lnTo>
                    <a:pt x="2646" y="4713"/>
                  </a:lnTo>
                  <a:lnTo>
                    <a:pt x="2914" y="4609"/>
                  </a:lnTo>
                  <a:lnTo>
                    <a:pt x="3500" y="3924"/>
                  </a:lnTo>
                  <a:lnTo>
                    <a:pt x="3976" y="2406"/>
                  </a:lnTo>
                  <a:lnTo>
                    <a:pt x="4048" y="1682"/>
                  </a:lnTo>
                  <a:lnTo>
                    <a:pt x="4048" y="1682"/>
                  </a:lnTo>
                  <a:lnTo>
                    <a:pt x="3037" y="1767"/>
                  </a:lnTo>
                  <a:lnTo>
                    <a:pt x="2822" y="1708"/>
                  </a:lnTo>
                  <a:lnTo>
                    <a:pt x="2262" y="1435"/>
                  </a:lnTo>
                  <a:lnTo>
                    <a:pt x="2066" y="1135"/>
                  </a:lnTo>
                  <a:lnTo>
                    <a:pt x="1871" y="1161"/>
                  </a:lnTo>
                  <a:lnTo>
                    <a:pt x="1760" y="1083"/>
                  </a:lnTo>
                  <a:lnTo>
                    <a:pt x="1806" y="913"/>
                  </a:lnTo>
                  <a:lnTo>
                    <a:pt x="1565" y="711"/>
                  </a:lnTo>
                  <a:lnTo>
                    <a:pt x="1571" y="411"/>
                  </a:lnTo>
                  <a:lnTo>
                    <a:pt x="1310" y="235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4519500" y="2809000"/>
              <a:ext cx="134950" cy="126475"/>
            </a:xfrm>
            <a:custGeom>
              <a:rect b="b" l="l" r="r" t="t"/>
              <a:pathLst>
                <a:path extrusionOk="0" h="5059" w="5398">
                  <a:moveTo>
                    <a:pt x="4635" y="1"/>
                  </a:moveTo>
                  <a:lnTo>
                    <a:pt x="3546" y="300"/>
                  </a:lnTo>
                  <a:lnTo>
                    <a:pt x="3409" y="398"/>
                  </a:lnTo>
                  <a:lnTo>
                    <a:pt x="3110" y="711"/>
                  </a:lnTo>
                  <a:lnTo>
                    <a:pt x="2112" y="1180"/>
                  </a:lnTo>
                  <a:lnTo>
                    <a:pt x="2034" y="1421"/>
                  </a:lnTo>
                  <a:lnTo>
                    <a:pt x="1291" y="2301"/>
                  </a:lnTo>
                  <a:lnTo>
                    <a:pt x="464" y="2647"/>
                  </a:lnTo>
                  <a:lnTo>
                    <a:pt x="503" y="2888"/>
                  </a:lnTo>
                  <a:lnTo>
                    <a:pt x="372" y="3057"/>
                  </a:lnTo>
                  <a:lnTo>
                    <a:pt x="1" y="3031"/>
                  </a:lnTo>
                  <a:lnTo>
                    <a:pt x="679" y="5058"/>
                  </a:lnTo>
                  <a:lnTo>
                    <a:pt x="815" y="4934"/>
                  </a:lnTo>
                  <a:lnTo>
                    <a:pt x="1037" y="4491"/>
                  </a:lnTo>
                  <a:lnTo>
                    <a:pt x="1128" y="4745"/>
                  </a:lnTo>
                  <a:lnTo>
                    <a:pt x="1369" y="4648"/>
                  </a:lnTo>
                  <a:lnTo>
                    <a:pt x="1552" y="4758"/>
                  </a:lnTo>
                  <a:lnTo>
                    <a:pt x="1552" y="4758"/>
                  </a:lnTo>
                  <a:lnTo>
                    <a:pt x="1148" y="4074"/>
                  </a:lnTo>
                  <a:lnTo>
                    <a:pt x="1356" y="4067"/>
                  </a:lnTo>
                  <a:lnTo>
                    <a:pt x="1409" y="4354"/>
                  </a:lnTo>
                  <a:lnTo>
                    <a:pt x="1806" y="4335"/>
                  </a:lnTo>
                  <a:lnTo>
                    <a:pt x="1878" y="4608"/>
                  </a:lnTo>
                  <a:lnTo>
                    <a:pt x="2158" y="4491"/>
                  </a:lnTo>
                  <a:lnTo>
                    <a:pt x="2256" y="4237"/>
                  </a:lnTo>
                  <a:lnTo>
                    <a:pt x="2288" y="4009"/>
                  </a:lnTo>
                  <a:lnTo>
                    <a:pt x="2562" y="3970"/>
                  </a:lnTo>
                  <a:lnTo>
                    <a:pt x="2699" y="3800"/>
                  </a:lnTo>
                  <a:lnTo>
                    <a:pt x="3644" y="3813"/>
                  </a:lnTo>
                  <a:lnTo>
                    <a:pt x="4491" y="3918"/>
                  </a:lnTo>
                  <a:lnTo>
                    <a:pt x="5397" y="3233"/>
                  </a:lnTo>
                  <a:lnTo>
                    <a:pt x="5254" y="2875"/>
                  </a:lnTo>
                  <a:lnTo>
                    <a:pt x="5352" y="2751"/>
                  </a:lnTo>
                  <a:lnTo>
                    <a:pt x="4798" y="2230"/>
                  </a:lnTo>
                  <a:lnTo>
                    <a:pt x="4778" y="1858"/>
                  </a:lnTo>
                  <a:lnTo>
                    <a:pt x="4791" y="1715"/>
                  </a:lnTo>
                  <a:lnTo>
                    <a:pt x="4635" y="1604"/>
                  </a:lnTo>
                  <a:lnTo>
                    <a:pt x="4772" y="1193"/>
                  </a:lnTo>
                  <a:lnTo>
                    <a:pt x="4635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4189725" y="3142525"/>
              <a:ext cx="146000" cy="116525"/>
            </a:xfrm>
            <a:custGeom>
              <a:rect b="b" l="l" r="r" t="t"/>
              <a:pathLst>
                <a:path extrusionOk="0" h="4661" w="5840">
                  <a:moveTo>
                    <a:pt x="1845" y="1"/>
                  </a:moveTo>
                  <a:lnTo>
                    <a:pt x="1649" y="555"/>
                  </a:lnTo>
                  <a:lnTo>
                    <a:pt x="1173" y="1389"/>
                  </a:lnTo>
                  <a:lnTo>
                    <a:pt x="991" y="1467"/>
                  </a:lnTo>
                  <a:lnTo>
                    <a:pt x="1069" y="1650"/>
                  </a:lnTo>
                  <a:lnTo>
                    <a:pt x="587" y="2086"/>
                  </a:lnTo>
                  <a:lnTo>
                    <a:pt x="235" y="2132"/>
                  </a:lnTo>
                  <a:lnTo>
                    <a:pt x="189" y="2262"/>
                  </a:lnTo>
                  <a:lnTo>
                    <a:pt x="359" y="2458"/>
                  </a:lnTo>
                  <a:lnTo>
                    <a:pt x="0" y="2771"/>
                  </a:lnTo>
                  <a:lnTo>
                    <a:pt x="443" y="3690"/>
                  </a:lnTo>
                  <a:lnTo>
                    <a:pt x="515" y="4661"/>
                  </a:lnTo>
                  <a:lnTo>
                    <a:pt x="2809" y="4061"/>
                  </a:lnTo>
                  <a:lnTo>
                    <a:pt x="2777" y="3155"/>
                  </a:lnTo>
                  <a:lnTo>
                    <a:pt x="3337" y="2627"/>
                  </a:lnTo>
                  <a:lnTo>
                    <a:pt x="3591" y="2673"/>
                  </a:lnTo>
                  <a:lnTo>
                    <a:pt x="3696" y="2328"/>
                  </a:lnTo>
                  <a:lnTo>
                    <a:pt x="3904" y="2373"/>
                  </a:lnTo>
                  <a:lnTo>
                    <a:pt x="4028" y="2210"/>
                  </a:lnTo>
                  <a:lnTo>
                    <a:pt x="4973" y="2432"/>
                  </a:lnTo>
                  <a:lnTo>
                    <a:pt x="5332" y="2308"/>
                  </a:lnTo>
                  <a:lnTo>
                    <a:pt x="5540" y="2334"/>
                  </a:lnTo>
                  <a:lnTo>
                    <a:pt x="5690" y="2608"/>
                  </a:lnTo>
                  <a:lnTo>
                    <a:pt x="5840" y="2634"/>
                  </a:lnTo>
                  <a:lnTo>
                    <a:pt x="5449" y="2119"/>
                  </a:lnTo>
                  <a:lnTo>
                    <a:pt x="5768" y="1643"/>
                  </a:lnTo>
                  <a:lnTo>
                    <a:pt x="5788" y="1154"/>
                  </a:lnTo>
                  <a:lnTo>
                    <a:pt x="5788" y="1076"/>
                  </a:lnTo>
                  <a:lnTo>
                    <a:pt x="5508" y="874"/>
                  </a:lnTo>
                  <a:lnTo>
                    <a:pt x="5338" y="398"/>
                  </a:lnTo>
                  <a:lnTo>
                    <a:pt x="4960" y="183"/>
                  </a:lnTo>
                  <a:lnTo>
                    <a:pt x="4595" y="816"/>
                  </a:lnTo>
                  <a:lnTo>
                    <a:pt x="4289" y="679"/>
                  </a:lnTo>
                  <a:lnTo>
                    <a:pt x="4132" y="796"/>
                  </a:lnTo>
                  <a:lnTo>
                    <a:pt x="3976" y="724"/>
                  </a:lnTo>
                  <a:lnTo>
                    <a:pt x="3885" y="868"/>
                  </a:lnTo>
                  <a:lnTo>
                    <a:pt x="1845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6428500" y="2684350"/>
              <a:ext cx="147500" cy="182025"/>
            </a:xfrm>
            <a:custGeom>
              <a:rect b="b" l="l" r="r" t="t"/>
              <a:pathLst>
                <a:path extrusionOk="0" h="7281" w="5900">
                  <a:moveTo>
                    <a:pt x="5899" y="1"/>
                  </a:moveTo>
                  <a:lnTo>
                    <a:pt x="1" y="613"/>
                  </a:lnTo>
                  <a:lnTo>
                    <a:pt x="85" y="1043"/>
                  </a:lnTo>
                  <a:lnTo>
                    <a:pt x="307" y="1330"/>
                  </a:lnTo>
                  <a:lnTo>
                    <a:pt x="476" y="1369"/>
                  </a:lnTo>
                  <a:lnTo>
                    <a:pt x="574" y="1786"/>
                  </a:lnTo>
                  <a:lnTo>
                    <a:pt x="40" y="2868"/>
                  </a:lnTo>
                  <a:lnTo>
                    <a:pt x="516" y="3070"/>
                  </a:lnTo>
                  <a:lnTo>
                    <a:pt x="3214" y="7202"/>
                  </a:lnTo>
                  <a:lnTo>
                    <a:pt x="3259" y="7281"/>
                  </a:lnTo>
                  <a:lnTo>
                    <a:pt x="3866" y="7046"/>
                  </a:lnTo>
                  <a:lnTo>
                    <a:pt x="5182" y="5006"/>
                  </a:lnTo>
                  <a:lnTo>
                    <a:pt x="5808" y="3618"/>
                  </a:lnTo>
                  <a:lnTo>
                    <a:pt x="5899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4411650" y="2719550"/>
              <a:ext cx="144700" cy="174525"/>
            </a:xfrm>
            <a:custGeom>
              <a:rect b="b" l="l" r="r" t="t"/>
              <a:pathLst>
                <a:path extrusionOk="0" h="6981" w="5788">
                  <a:moveTo>
                    <a:pt x="3819" y="0"/>
                  </a:moveTo>
                  <a:lnTo>
                    <a:pt x="3181" y="965"/>
                  </a:lnTo>
                  <a:lnTo>
                    <a:pt x="1923" y="2353"/>
                  </a:lnTo>
                  <a:lnTo>
                    <a:pt x="1636" y="2855"/>
                  </a:lnTo>
                  <a:lnTo>
                    <a:pt x="1727" y="3409"/>
                  </a:lnTo>
                  <a:lnTo>
                    <a:pt x="1414" y="4856"/>
                  </a:lnTo>
                  <a:lnTo>
                    <a:pt x="776" y="5371"/>
                  </a:lnTo>
                  <a:lnTo>
                    <a:pt x="626" y="5899"/>
                  </a:lnTo>
                  <a:lnTo>
                    <a:pt x="163" y="6199"/>
                  </a:lnTo>
                  <a:lnTo>
                    <a:pt x="0" y="6407"/>
                  </a:lnTo>
                  <a:lnTo>
                    <a:pt x="13" y="6733"/>
                  </a:lnTo>
                  <a:lnTo>
                    <a:pt x="13" y="6727"/>
                  </a:lnTo>
                  <a:lnTo>
                    <a:pt x="750" y="6772"/>
                  </a:lnTo>
                  <a:lnTo>
                    <a:pt x="958" y="6635"/>
                  </a:lnTo>
                  <a:lnTo>
                    <a:pt x="1532" y="6831"/>
                  </a:lnTo>
                  <a:lnTo>
                    <a:pt x="1538" y="6981"/>
                  </a:lnTo>
                  <a:lnTo>
                    <a:pt x="1792" y="6811"/>
                  </a:lnTo>
                  <a:lnTo>
                    <a:pt x="2366" y="6055"/>
                  </a:lnTo>
                  <a:lnTo>
                    <a:pt x="3754" y="5449"/>
                  </a:lnTo>
                  <a:lnTo>
                    <a:pt x="5788" y="3728"/>
                  </a:lnTo>
                  <a:lnTo>
                    <a:pt x="5429" y="3631"/>
                  </a:lnTo>
                  <a:lnTo>
                    <a:pt x="381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5062575" y="1876350"/>
              <a:ext cx="203550" cy="103650"/>
            </a:xfrm>
            <a:custGeom>
              <a:rect b="b" l="l" r="r" t="t"/>
              <a:pathLst>
                <a:path extrusionOk="0" h="4146" w="8142">
                  <a:moveTo>
                    <a:pt x="7040" y="0"/>
                  </a:moveTo>
                  <a:lnTo>
                    <a:pt x="6877" y="209"/>
                  </a:lnTo>
                  <a:lnTo>
                    <a:pt x="3234" y="1050"/>
                  </a:lnTo>
                  <a:lnTo>
                    <a:pt x="1" y="1806"/>
                  </a:lnTo>
                  <a:lnTo>
                    <a:pt x="685" y="2901"/>
                  </a:lnTo>
                  <a:lnTo>
                    <a:pt x="1246" y="2777"/>
                  </a:lnTo>
                  <a:lnTo>
                    <a:pt x="1917" y="2907"/>
                  </a:lnTo>
                  <a:lnTo>
                    <a:pt x="2940" y="2751"/>
                  </a:lnTo>
                  <a:lnTo>
                    <a:pt x="3064" y="3096"/>
                  </a:lnTo>
                  <a:lnTo>
                    <a:pt x="3657" y="3761"/>
                  </a:lnTo>
                  <a:lnTo>
                    <a:pt x="4302" y="4061"/>
                  </a:lnTo>
                  <a:lnTo>
                    <a:pt x="4791" y="4041"/>
                  </a:lnTo>
                  <a:lnTo>
                    <a:pt x="5013" y="4145"/>
                  </a:lnTo>
                  <a:lnTo>
                    <a:pt x="5762" y="3976"/>
                  </a:lnTo>
                  <a:lnTo>
                    <a:pt x="6375" y="4145"/>
                  </a:lnTo>
                  <a:lnTo>
                    <a:pt x="6408" y="2920"/>
                  </a:lnTo>
                  <a:lnTo>
                    <a:pt x="6662" y="2620"/>
                  </a:lnTo>
                  <a:lnTo>
                    <a:pt x="7405" y="2334"/>
                  </a:lnTo>
                  <a:lnTo>
                    <a:pt x="8141" y="1812"/>
                  </a:lnTo>
                  <a:lnTo>
                    <a:pt x="7040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361050" y="2756050"/>
              <a:ext cx="147800" cy="108375"/>
            </a:xfrm>
            <a:custGeom>
              <a:rect b="b" l="l" r="r" t="t"/>
              <a:pathLst>
                <a:path extrusionOk="0" h="4335" w="5912">
                  <a:moveTo>
                    <a:pt x="1395" y="0"/>
                  </a:moveTo>
                  <a:lnTo>
                    <a:pt x="1121" y="391"/>
                  </a:lnTo>
                  <a:lnTo>
                    <a:pt x="730" y="541"/>
                  </a:lnTo>
                  <a:lnTo>
                    <a:pt x="463" y="809"/>
                  </a:lnTo>
                  <a:lnTo>
                    <a:pt x="7" y="1480"/>
                  </a:lnTo>
                  <a:lnTo>
                    <a:pt x="0" y="1480"/>
                  </a:lnTo>
                  <a:lnTo>
                    <a:pt x="1715" y="3891"/>
                  </a:lnTo>
                  <a:lnTo>
                    <a:pt x="3435" y="4159"/>
                  </a:lnTo>
                  <a:lnTo>
                    <a:pt x="3324" y="3807"/>
                  </a:lnTo>
                  <a:lnTo>
                    <a:pt x="3533" y="3715"/>
                  </a:lnTo>
                  <a:lnTo>
                    <a:pt x="3546" y="3598"/>
                  </a:lnTo>
                  <a:lnTo>
                    <a:pt x="3735" y="3657"/>
                  </a:lnTo>
                  <a:lnTo>
                    <a:pt x="3663" y="3950"/>
                  </a:lnTo>
                  <a:lnTo>
                    <a:pt x="3663" y="3950"/>
                  </a:lnTo>
                  <a:lnTo>
                    <a:pt x="4041" y="3709"/>
                  </a:lnTo>
                  <a:lnTo>
                    <a:pt x="4165" y="3872"/>
                  </a:lnTo>
                  <a:lnTo>
                    <a:pt x="4289" y="3807"/>
                  </a:lnTo>
                  <a:lnTo>
                    <a:pt x="4328" y="3963"/>
                  </a:lnTo>
                  <a:lnTo>
                    <a:pt x="4458" y="3917"/>
                  </a:lnTo>
                  <a:lnTo>
                    <a:pt x="4387" y="4100"/>
                  </a:lnTo>
                  <a:lnTo>
                    <a:pt x="4608" y="4185"/>
                  </a:lnTo>
                  <a:lnTo>
                    <a:pt x="5058" y="4028"/>
                  </a:lnTo>
                  <a:lnTo>
                    <a:pt x="5130" y="3885"/>
                  </a:lnTo>
                  <a:lnTo>
                    <a:pt x="5534" y="4276"/>
                  </a:lnTo>
                  <a:lnTo>
                    <a:pt x="5912" y="4334"/>
                  </a:lnTo>
                  <a:lnTo>
                    <a:pt x="3207" y="202"/>
                  </a:lnTo>
                  <a:lnTo>
                    <a:pt x="3207" y="463"/>
                  </a:lnTo>
                  <a:lnTo>
                    <a:pt x="2927" y="502"/>
                  </a:lnTo>
                  <a:lnTo>
                    <a:pt x="2634" y="711"/>
                  </a:lnTo>
                  <a:lnTo>
                    <a:pt x="2484" y="633"/>
                  </a:lnTo>
                  <a:lnTo>
                    <a:pt x="2451" y="398"/>
                  </a:lnTo>
                  <a:lnTo>
                    <a:pt x="1936" y="339"/>
                  </a:lnTo>
                  <a:lnTo>
                    <a:pt x="139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234275" y="3006975"/>
              <a:ext cx="256975" cy="367125"/>
            </a:xfrm>
            <a:custGeom>
              <a:rect b="b" l="l" r="r" t="t"/>
              <a:pathLst>
                <a:path extrusionOk="0" h="14685" w="10279">
                  <a:moveTo>
                    <a:pt x="4426" y="0"/>
                  </a:moveTo>
                  <a:lnTo>
                    <a:pt x="3774" y="587"/>
                  </a:lnTo>
                  <a:lnTo>
                    <a:pt x="3312" y="763"/>
                  </a:lnTo>
                  <a:lnTo>
                    <a:pt x="2973" y="1134"/>
                  </a:lnTo>
                  <a:lnTo>
                    <a:pt x="2666" y="1193"/>
                  </a:lnTo>
                  <a:lnTo>
                    <a:pt x="2797" y="3624"/>
                  </a:lnTo>
                  <a:lnTo>
                    <a:pt x="2758" y="4634"/>
                  </a:lnTo>
                  <a:lnTo>
                    <a:pt x="731" y="5162"/>
                  </a:lnTo>
                  <a:lnTo>
                    <a:pt x="1" y="8427"/>
                  </a:lnTo>
                  <a:lnTo>
                    <a:pt x="542" y="9561"/>
                  </a:lnTo>
                  <a:lnTo>
                    <a:pt x="894" y="9281"/>
                  </a:lnTo>
                  <a:lnTo>
                    <a:pt x="1070" y="9431"/>
                  </a:lnTo>
                  <a:lnTo>
                    <a:pt x="2777" y="8564"/>
                  </a:lnTo>
                  <a:lnTo>
                    <a:pt x="3090" y="8532"/>
                  </a:lnTo>
                  <a:lnTo>
                    <a:pt x="3585" y="8760"/>
                  </a:lnTo>
                  <a:lnTo>
                    <a:pt x="3879" y="8649"/>
                  </a:lnTo>
                  <a:lnTo>
                    <a:pt x="3885" y="8440"/>
                  </a:lnTo>
                  <a:lnTo>
                    <a:pt x="4061" y="8558"/>
                  </a:lnTo>
                  <a:lnTo>
                    <a:pt x="4354" y="8408"/>
                  </a:lnTo>
                  <a:lnTo>
                    <a:pt x="6831" y="14684"/>
                  </a:lnTo>
                  <a:lnTo>
                    <a:pt x="6851" y="11641"/>
                  </a:lnTo>
                  <a:lnTo>
                    <a:pt x="8226" y="11100"/>
                  </a:lnTo>
                  <a:lnTo>
                    <a:pt x="8526" y="10669"/>
                  </a:lnTo>
                  <a:lnTo>
                    <a:pt x="8773" y="10591"/>
                  </a:lnTo>
                  <a:lnTo>
                    <a:pt x="8949" y="10357"/>
                  </a:lnTo>
                  <a:lnTo>
                    <a:pt x="9464" y="10357"/>
                  </a:lnTo>
                  <a:lnTo>
                    <a:pt x="10279" y="10728"/>
                  </a:lnTo>
                  <a:lnTo>
                    <a:pt x="10279" y="10728"/>
                  </a:lnTo>
                  <a:lnTo>
                    <a:pt x="8545" y="3415"/>
                  </a:lnTo>
                  <a:lnTo>
                    <a:pt x="8180" y="3474"/>
                  </a:lnTo>
                  <a:lnTo>
                    <a:pt x="8096" y="3611"/>
                  </a:lnTo>
                  <a:lnTo>
                    <a:pt x="7789" y="3520"/>
                  </a:lnTo>
                  <a:lnTo>
                    <a:pt x="7418" y="3689"/>
                  </a:lnTo>
                  <a:lnTo>
                    <a:pt x="6779" y="3748"/>
                  </a:lnTo>
                  <a:lnTo>
                    <a:pt x="6733" y="3311"/>
                  </a:lnTo>
                  <a:lnTo>
                    <a:pt x="7027" y="3064"/>
                  </a:lnTo>
                  <a:lnTo>
                    <a:pt x="6909" y="2861"/>
                  </a:lnTo>
                  <a:lnTo>
                    <a:pt x="6616" y="2933"/>
                  </a:lnTo>
                  <a:lnTo>
                    <a:pt x="6114" y="2829"/>
                  </a:lnTo>
                  <a:lnTo>
                    <a:pt x="6049" y="2692"/>
                  </a:lnTo>
                  <a:lnTo>
                    <a:pt x="6271" y="2008"/>
                  </a:lnTo>
                  <a:lnTo>
                    <a:pt x="6029" y="1382"/>
                  </a:lnTo>
                  <a:lnTo>
                    <a:pt x="6069" y="1167"/>
                  </a:lnTo>
                  <a:lnTo>
                    <a:pt x="5651" y="633"/>
                  </a:lnTo>
                  <a:lnTo>
                    <a:pt x="5371" y="711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5563300" y="2665625"/>
              <a:ext cx="552225" cy="380150"/>
            </a:xfrm>
            <a:custGeom>
              <a:rect b="b" l="l" r="r" t="t"/>
              <a:pathLst>
                <a:path extrusionOk="0" h="15206" w="22089">
                  <a:moveTo>
                    <a:pt x="7059" y="0"/>
                  </a:moveTo>
                  <a:lnTo>
                    <a:pt x="6935" y="202"/>
                  </a:lnTo>
                  <a:lnTo>
                    <a:pt x="6277" y="671"/>
                  </a:lnTo>
                  <a:lnTo>
                    <a:pt x="5514" y="1473"/>
                  </a:lnTo>
                  <a:lnTo>
                    <a:pt x="5019" y="2307"/>
                  </a:lnTo>
                  <a:lnTo>
                    <a:pt x="4810" y="2210"/>
                  </a:lnTo>
                  <a:lnTo>
                    <a:pt x="4582" y="2457"/>
                  </a:lnTo>
                  <a:lnTo>
                    <a:pt x="4269" y="2477"/>
                  </a:lnTo>
                  <a:lnTo>
                    <a:pt x="3774" y="2170"/>
                  </a:lnTo>
                  <a:lnTo>
                    <a:pt x="4543" y="3552"/>
                  </a:lnTo>
                  <a:lnTo>
                    <a:pt x="4465" y="3787"/>
                  </a:lnTo>
                  <a:lnTo>
                    <a:pt x="4250" y="3924"/>
                  </a:lnTo>
                  <a:lnTo>
                    <a:pt x="4348" y="4393"/>
                  </a:lnTo>
                  <a:lnTo>
                    <a:pt x="4224" y="4771"/>
                  </a:lnTo>
                  <a:lnTo>
                    <a:pt x="4406" y="5155"/>
                  </a:lnTo>
                  <a:lnTo>
                    <a:pt x="4361" y="6042"/>
                  </a:lnTo>
                  <a:lnTo>
                    <a:pt x="2751" y="7945"/>
                  </a:lnTo>
                  <a:lnTo>
                    <a:pt x="646" y="9802"/>
                  </a:lnTo>
                  <a:lnTo>
                    <a:pt x="561" y="9679"/>
                  </a:lnTo>
                  <a:lnTo>
                    <a:pt x="0" y="10207"/>
                  </a:lnTo>
                  <a:lnTo>
                    <a:pt x="7" y="10207"/>
                  </a:lnTo>
                  <a:lnTo>
                    <a:pt x="59" y="10285"/>
                  </a:lnTo>
                  <a:lnTo>
                    <a:pt x="215" y="10154"/>
                  </a:lnTo>
                  <a:lnTo>
                    <a:pt x="437" y="10174"/>
                  </a:lnTo>
                  <a:lnTo>
                    <a:pt x="509" y="10304"/>
                  </a:lnTo>
                  <a:lnTo>
                    <a:pt x="919" y="10154"/>
                  </a:lnTo>
                  <a:lnTo>
                    <a:pt x="1011" y="10474"/>
                  </a:lnTo>
                  <a:lnTo>
                    <a:pt x="1167" y="10448"/>
                  </a:lnTo>
                  <a:lnTo>
                    <a:pt x="1278" y="10552"/>
                  </a:lnTo>
                  <a:lnTo>
                    <a:pt x="1323" y="10910"/>
                  </a:lnTo>
                  <a:lnTo>
                    <a:pt x="1630" y="11497"/>
                  </a:lnTo>
                  <a:lnTo>
                    <a:pt x="1421" y="12044"/>
                  </a:lnTo>
                  <a:lnTo>
                    <a:pt x="1662" y="12442"/>
                  </a:lnTo>
                  <a:lnTo>
                    <a:pt x="1395" y="12735"/>
                  </a:lnTo>
                  <a:lnTo>
                    <a:pt x="1819" y="12598"/>
                  </a:lnTo>
                  <a:lnTo>
                    <a:pt x="2138" y="12638"/>
                  </a:lnTo>
                  <a:lnTo>
                    <a:pt x="2093" y="13035"/>
                  </a:lnTo>
                  <a:lnTo>
                    <a:pt x="2646" y="13087"/>
                  </a:lnTo>
                  <a:lnTo>
                    <a:pt x="3357" y="12950"/>
                  </a:lnTo>
                  <a:lnTo>
                    <a:pt x="3644" y="12585"/>
                  </a:lnTo>
                  <a:lnTo>
                    <a:pt x="3839" y="12559"/>
                  </a:lnTo>
                  <a:lnTo>
                    <a:pt x="4276" y="13381"/>
                  </a:lnTo>
                  <a:lnTo>
                    <a:pt x="6101" y="13446"/>
                  </a:lnTo>
                  <a:lnTo>
                    <a:pt x="6309" y="13752"/>
                  </a:lnTo>
                  <a:lnTo>
                    <a:pt x="6036" y="14241"/>
                  </a:lnTo>
                  <a:lnTo>
                    <a:pt x="6309" y="14599"/>
                  </a:lnTo>
                  <a:lnTo>
                    <a:pt x="6661" y="14840"/>
                  </a:lnTo>
                  <a:lnTo>
                    <a:pt x="7196" y="14971"/>
                  </a:lnTo>
                  <a:lnTo>
                    <a:pt x="7593" y="14625"/>
                  </a:lnTo>
                  <a:lnTo>
                    <a:pt x="7815" y="14730"/>
                  </a:lnTo>
                  <a:lnTo>
                    <a:pt x="8265" y="14449"/>
                  </a:lnTo>
                  <a:lnTo>
                    <a:pt x="8577" y="14788"/>
                  </a:lnTo>
                  <a:lnTo>
                    <a:pt x="8727" y="15205"/>
                  </a:lnTo>
                  <a:lnTo>
                    <a:pt x="9255" y="14371"/>
                  </a:lnTo>
                  <a:lnTo>
                    <a:pt x="12566" y="13179"/>
                  </a:lnTo>
                  <a:lnTo>
                    <a:pt x="12820" y="10741"/>
                  </a:lnTo>
                  <a:lnTo>
                    <a:pt x="15023" y="8603"/>
                  </a:lnTo>
                  <a:lnTo>
                    <a:pt x="16940" y="7632"/>
                  </a:lnTo>
                  <a:lnTo>
                    <a:pt x="17376" y="5944"/>
                  </a:lnTo>
                  <a:lnTo>
                    <a:pt x="17872" y="5983"/>
                  </a:lnTo>
                  <a:lnTo>
                    <a:pt x="18360" y="5703"/>
                  </a:lnTo>
                  <a:lnTo>
                    <a:pt x="18510" y="5788"/>
                  </a:lnTo>
                  <a:lnTo>
                    <a:pt x="18719" y="6250"/>
                  </a:lnTo>
                  <a:lnTo>
                    <a:pt x="19064" y="6537"/>
                  </a:lnTo>
                  <a:lnTo>
                    <a:pt x="19683" y="6387"/>
                  </a:lnTo>
                  <a:lnTo>
                    <a:pt x="20322" y="6446"/>
                  </a:lnTo>
                  <a:lnTo>
                    <a:pt x="20453" y="6622"/>
                  </a:lnTo>
                  <a:lnTo>
                    <a:pt x="20303" y="7091"/>
                  </a:lnTo>
                  <a:lnTo>
                    <a:pt x="20368" y="7248"/>
                  </a:lnTo>
                  <a:lnTo>
                    <a:pt x="20791" y="6205"/>
                  </a:lnTo>
                  <a:lnTo>
                    <a:pt x="22088" y="5977"/>
                  </a:lnTo>
                  <a:lnTo>
                    <a:pt x="19494" y="5599"/>
                  </a:lnTo>
                  <a:lnTo>
                    <a:pt x="18302" y="3637"/>
                  </a:lnTo>
                  <a:lnTo>
                    <a:pt x="13954" y="2197"/>
                  </a:lnTo>
                  <a:lnTo>
                    <a:pt x="13374" y="2535"/>
                  </a:lnTo>
                  <a:lnTo>
                    <a:pt x="12455" y="2685"/>
                  </a:lnTo>
                  <a:lnTo>
                    <a:pt x="11823" y="2255"/>
                  </a:lnTo>
                  <a:lnTo>
                    <a:pt x="9901" y="2210"/>
                  </a:lnTo>
                  <a:lnTo>
                    <a:pt x="9568" y="2294"/>
                  </a:lnTo>
                  <a:lnTo>
                    <a:pt x="9307" y="2177"/>
                  </a:lnTo>
                  <a:lnTo>
                    <a:pt x="9060" y="2307"/>
                  </a:lnTo>
                  <a:lnTo>
                    <a:pt x="9001" y="1936"/>
                  </a:lnTo>
                  <a:lnTo>
                    <a:pt x="8571" y="1708"/>
                  </a:lnTo>
                  <a:lnTo>
                    <a:pt x="8382" y="952"/>
                  </a:lnTo>
                  <a:lnTo>
                    <a:pt x="7945" y="372"/>
                  </a:lnTo>
                  <a:lnTo>
                    <a:pt x="7450" y="274"/>
                  </a:lnTo>
                  <a:lnTo>
                    <a:pt x="705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5602400" y="3534725"/>
              <a:ext cx="135275" cy="175500"/>
            </a:xfrm>
            <a:custGeom>
              <a:rect b="b" l="l" r="r" t="t"/>
              <a:pathLst>
                <a:path extrusionOk="0" h="7020" w="5411">
                  <a:moveTo>
                    <a:pt x="4661" y="1"/>
                  </a:moveTo>
                  <a:lnTo>
                    <a:pt x="3839" y="209"/>
                  </a:lnTo>
                  <a:lnTo>
                    <a:pt x="3683" y="450"/>
                  </a:lnTo>
                  <a:lnTo>
                    <a:pt x="3116" y="822"/>
                  </a:lnTo>
                  <a:lnTo>
                    <a:pt x="2340" y="776"/>
                  </a:lnTo>
                  <a:lnTo>
                    <a:pt x="2275" y="933"/>
                  </a:lnTo>
                  <a:lnTo>
                    <a:pt x="1330" y="1304"/>
                  </a:lnTo>
                  <a:lnTo>
                    <a:pt x="1232" y="1200"/>
                  </a:lnTo>
                  <a:lnTo>
                    <a:pt x="1226" y="1284"/>
                  </a:lnTo>
                  <a:lnTo>
                    <a:pt x="294" y="1017"/>
                  </a:lnTo>
                  <a:lnTo>
                    <a:pt x="1" y="1565"/>
                  </a:lnTo>
                  <a:lnTo>
                    <a:pt x="339" y="1897"/>
                  </a:lnTo>
                  <a:lnTo>
                    <a:pt x="450" y="2177"/>
                  </a:lnTo>
                  <a:lnTo>
                    <a:pt x="339" y="2601"/>
                  </a:lnTo>
                  <a:lnTo>
                    <a:pt x="568" y="3083"/>
                  </a:lnTo>
                  <a:lnTo>
                    <a:pt x="2829" y="5130"/>
                  </a:lnTo>
                  <a:lnTo>
                    <a:pt x="2947" y="7020"/>
                  </a:lnTo>
                  <a:lnTo>
                    <a:pt x="4374" y="6935"/>
                  </a:lnTo>
                  <a:lnTo>
                    <a:pt x="4524" y="6212"/>
                  </a:lnTo>
                  <a:lnTo>
                    <a:pt x="4322" y="5697"/>
                  </a:lnTo>
                  <a:lnTo>
                    <a:pt x="4335" y="5319"/>
                  </a:lnTo>
                  <a:lnTo>
                    <a:pt x="4615" y="4934"/>
                  </a:lnTo>
                  <a:lnTo>
                    <a:pt x="5136" y="3729"/>
                  </a:lnTo>
                  <a:lnTo>
                    <a:pt x="5286" y="3540"/>
                  </a:lnTo>
                  <a:lnTo>
                    <a:pt x="5058" y="3233"/>
                  </a:lnTo>
                  <a:lnTo>
                    <a:pt x="5410" y="2164"/>
                  </a:lnTo>
                  <a:lnTo>
                    <a:pt x="5410" y="2164"/>
                  </a:lnTo>
                  <a:lnTo>
                    <a:pt x="5084" y="2282"/>
                  </a:lnTo>
                  <a:lnTo>
                    <a:pt x="4830" y="2080"/>
                  </a:lnTo>
                  <a:lnTo>
                    <a:pt x="5189" y="1780"/>
                  </a:lnTo>
                  <a:lnTo>
                    <a:pt x="5045" y="1682"/>
                  </a:lnTo>
                  <a:lnTo>
                    <a:pt x="5228" y="1213"/>
                  </a:lnTo>
                  <a:lnTo>
                    <a:pt x="4876" y="717"/>
                  </a:lnTo>
                  <a:lnTo>
                    <a:pt x="4224" y="528"/>
                  </a:lnTo>
                  <a:lnTo>
                    <a:pt x="4459" y="437"/>
                  </a:lnTo>
                  <a:lnTo>
                    <a:pt x="4661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697200" y="3154600"/>
              <a:ext cx="231075" cy="170450"/>
            </a:xfrm>
            <a:custGeom>
              <a:rect b="b" l="l" r="r" t="t"/>
              <a:pathLst>
                <a:path extrusionOk="0" h="6818" w="9243">
                  <a:moveTo>
                    <a:pt x="6342" y="0"/>
                  </a:moveTo>
                  <a:lnTo>
                    <a:pt x="6322" y="1564"/>
                  </a:lnTo>
                  <a:lnTo>
                    <a:pt x="5084" y="2444"/>
                  </a:lnTo>
                  <a:lnTo>
                    <a:pt x="4830" y="2157"/>
                  </a:lnTo>
                  <a:lnTo>
                    <a:pt x="4269" y="1942"/>
                  </a:lnTo>
                  <a:lnTo>
                    <a:pt x="3370" y="2092"/>
                  </a:lnTo>
                  <a:lnTo>
                    <a:pt x="3148" y="1968"/>
                  </a:lnTo>
                  <a:lnTo>
                    <a:pt x="2900" y="2379"/>
                  </a:lnTo>
                  <a:lnTo>
                    <a:pt x="2483" y="2425"/>
                  </a:lnTo>
                  <a:lnTo>
                    <a:pt x="2079" y="2646"/>
                  </a:lnTo>
                  <a:lnTo>
                    <a:pt x="1806" y="2535"/>
                  </a:lnTo>
                  <a:lnTo>
                    <a:pt x="1538" y="2588"/>
                  </a:lnTo>
                  <a:lnTo>
                    <a:pt x="1225" y="3102"/>
                  </a:lnTo>
                  <a:lnTo>
                    <a:pt x="782" y="2764"/>
                  </a:lnTo>
                  <a:lnTo>
                    <a:pt x="411" y="2861"/>
                  </a:lnTo>
                  <a:lnTo>
                    <a:pt x="59" y="3200"/>
                  </a:lnTo>
                  <a:lnTo>
                    <a:pt x="7" y="3474"/>
                  </a:lnTo>
                  <a:lnTo>
                    <a:pt x="0" y="3474"/>
                  </a:lnTo>
                  <a:lnTo>
                    <a:pt x="1030" y="4393"/>
                  </a:lnTo>
                  <a:lnTo>
                    <a:pt x="1630" y="5573"/>
                  </a:lnTo>
                  <a:lnTo>
                    <a:pt x="1819" y="5683"/>
                  </a:lnTo>
                  <a:lnTo>
                    <a:pt x="3200" y="5859"/>
                  </a:lnTo>
                  <a:lnTo>
                    <a:pt x="3591" y="6817"/>
                  </a:lnTo>
                  <a:lnTo>
                    <a:pt x="4562" y="6413"/>
                  </a:lnTo>
                  <a:lnTo>
                    <a:pt x="5873" y="6420"/>
                  </a:lnTo>
                  <a:lnTo>
                    <a:pt x="7085" y="6707"/>
                  </a:lnTo>
                  <a:lnTo>
                    <a:pt x="7117" y="6394"/>
                  </a:lnTo>
                  <a:lnTo>
                    <a:pt x="8493" y="5507"/>
                  </a:lnTo>
                  <a:lnTo>
                    <a:pt x="8799" y="4048"/>
                  </a:lnTo>
                  <a:lnTo>
                    <a:pt x="9242" y="3363"/>
                  </a:lnTo>
                  <a:lnTo>
                    <a:pt x="7906" y="3239"/>
                  </a:lnTo>
                  <a:lnTo>
                    <a:pt x="7899" y="1819"/>
                  </a:lnTo>
                  <a:lnTo>
                    <a:pt x="8049" y="1558"/>
                  </a:lnTo>
                  <a:lnTo>
                    <a:pt x="7502" y="828"/>
                  </a:lnTo>
                  <a:lnTo>
                    <a:pt x="6342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313950" y="2067625"/>
              <a:ext cx="143100" cy="196200"/>
            </a:xfrm>
            <a:custGeom>
              <a:rect b="b" l="l" r="r" t="t"/>
              <a:pathLst>
                <a:path extrusionOk="0" h="7848" w="5724">
                  <a:moveTo>
                    <a:pt x="3103" y="1"/>
                  </a:moveTo>
                  <a:lnTo>
                    <a:pt x="2953" y="177"/>
                  </a:lnTo>
                  <a:lnTo>
                    <a:pt x="2386" y="112"/>
                  </a:lnTo>
                  <a:lnTo>
                    <a:pt x="1910" y="268"/>
                  </a:lnTo>
                  <a:lnTo>
                    <a:pt x="1063" y="340"/>
                  </a:lnTo>
                  <a:lnTo>
                    <a:pt x="1070" y="340"/>
                  </a:lnTo>
                  <a:lnTo>
                    <a:pt x="796" y="822"/>
                  </a:lnTo>
                  <a:lnTo>
                    <a:pt x="809" y="952"/>
                  </a:lnTo>
                  <a:lnTo>
                    <a:pt x="998" y="959"/>
                  </a:lnTo>
                  <a:lnTo>
                    <a:pt x="1194" y="1161"/>
                  </a:lnTo>
                  <a:lnTo>
                    <a:pt x="868" y="1546"/>
                  </a:lnTo>
                  <a:lnTo>
                    <a:pt x="627" y="4179"/>
                  </a:lnTo>
                  <a:lnTo>
                    <a:pt x="398" y="5078"/>
                  </a:lnTo>
                  <a:lnTo>
                    <a:pt x="438" y="5899"/>
                  </a:lnTo>
                  <a:lnTo>
                    <a:pt x="183" y="6844"/>
                  </a:lnTo>
                  <a:lnTo>
                    <a:pt x="1" y="7040"/>
                  </a:lnTo>
                  <a:lnTo>
                    <a:pt x="262" y="7190"/>
                  </a:lnTo>
                  <a:lnTo>
                    <a:pt x="907" y="7242"/>
                  </a:lnTo>
                  <a:lnTo>
                    <a:pt x="1050" y="7444"/>
                  </a:lnTo>
                  <a:lnTo>
                    <a:pt x="1559" y="7522"/>
                  </a:lnTo>
                  <a:lnTo>
                    <a:pt x="2321" y="7848"/>
                  </a:lnTo>
                  <a:lnTo>
                    <a:pt x="4126" y="7164"/>
                  </a:lnTo>
                  <a:lnTo>
                    <a:pt x="5723" y="653"/>
                  </a:lnTo>
                  <a:lnTo>
                    <a:pt x="4224" y="99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247800" y="3217150"/>
              <a:ext cx="157600" cy="173225"/>
            </a:xfrm>
            <a:custGeom>
              <a:rect b="b" l="l" r="r" t="t"/>
              <a:pathLst>
                <a:path extrusionOk="0" h="6929" w="6304">
                  <a:moveTo>
                    <a:pt x="3813" y="1"/>
                  </a:moveTo>
                  <a:lnTo>
                    <a:pt x="3520" y="151"/>
                  </a:lnTo>
                  <a:lnTo>
                    <a:pt x="3351" y="33"/>
                  </a:lnTo>
                  <a:lnTo>
                    <a:pt x="3344" y="242"/>
                  </a:lnTo>
                  <a:lnTo>
                    <a:pt x="3044" y="353"/>
                  </a:lnTo>
                  <a:lnTo>
                    <a:pt x="2549" y="125"/>
                  </a:lnTo>
                  <a:lnTo>
                    <a:pt x="2236" y="157"/>
                  </a:lnTo>
                  <a:lnTo>
                    <a:pt x="535" y="1024"/>
                  </a:lnTo>
                  <a:lnTo>
                    <a:pt x="359" y="874"/>
                  </a:lnTo>
                  <a:lnTo>
                    <a:pt x="1" y="1154"/>
                  </a:lnTo>
                  <a:lnTo>
                    <a:pt x="1539" y="4387"/>
                  </a:lnTo>
                  <a:lnTo>
                    <a:pt x="1891" y="4263"/>
                  </a:lnTo>
                  <a:lnTo>
                    <a:pt x="2138" y="3872"/>
                  </a:lnTo>
                  <a:lnTo>
                    <a:pt x="2399" y="4061"/>
                  </a:lnTo>
                  <a:lnTo>
                    <a:pt x="2367" y="4224"/>
                  </a:lnTo>
                  <a:lnTo>
                    <a:pt x="2601" y="4237"/>
                  </a:lnTo>
                  <a:lnTo>
                    <a:pt x="2803" y="4055"/>
                  </a:lnTo>
                  <a:lnTo>
                    <a:pt x="3181" y="4856"/>
                  </a:lnTo>
                  <a:lnTo>
                    <a:pt x="3709" y="5300"/>
                  </a:lnTo>
                  <a:lnTo>
                    <a:pt x="4556" y="5697"/>
                  </a:lnTo>
                  <a:lnTo>
                    <a:pt x="4739" y="6062"/>
                  </a:lnTo>
                  <a:lnTo>
                    <a:pt x="4570" y="6342"/>
                  </a:lnTo>
                  <a:lnTo>
                    <a:pt x="4772" y="6408"/>
                  </a:lnTo>
                  <a:lnTo>
                    <a:pt x="4843" y="6642"/>
                  </a:lnTo>
                  <a:lnTo>
                    <a:pt x="5853" y="6929"/>
                  </a:lnTo>
                  <a:lnTo>
                    <a:pt x="6303" y="6766"/>
                  </a:lnTo>
                  <a:lnTo>
                    <a:pt x="6290" y="6277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5230400" y="3108975"/>
              <a:ext cx="195225" cy="244600"/>
            </a:xfrm>
            <a:custGeom>
              <a:rect b="b" l="l" r="r" t="t"/>
              <a:pathLst>
                <a:path extrusionOk="0" h="9784" w="7809">
                  <a:moveTo>
                    <a:pt x="4361" y="0"/>
                  </a:moveTo>
                  <a:lnTo>
                    <a:pt x="4003" y="150"/>
                  </a:lnTo>
                  <a:lnTo>
                    <a:pt x="3722" y="593"/>
                  </a:lnTo>
                  <a:lnTo>
                    <a:pt x="3553" y="750"/>
                  </a:lnTo>
                  <a:lnTo>
                    <a:pt x="3221" y="763"/>
                  </a:lnTo>
                  <a:lnTo>
                    <a:pt x="2966" y="1017"/>
                  </a:lnTo>
                  <a:lnTo>
                    <a:pt x="2491" y="1128"/>
                  </a:lnTo>
                  <a:lnTo>
                    <a:pt x="2093" y="1486"/>
                  </a:lnTo>
                  <a:lnTo>
                    <a:pt x="1624" y="1695"/>
                  </a:lnTo>
                  <a:lnTo>
                    <a:pt x="1435" y="1942"/>
                  </a:lnTo>
                  <a:lnTo>
                    <a:pt x="1611" y="2360"/>
                  </a:lnTo>
                  <a:lnTo>
                    <a:pt x="1500" y="6844"/>
                  </a:lnTo>
                  <a:lnTo>
                    <a:pt x="1" y="8167"/>
                  </a:lnTo>
                  <a:lnTo>
                    <a:pt x="1467" y="9118"/>
                  </a:lnTo>
                  <a:lnTo>
                    <a:pt x="2634" y="9438"/>
                  </a:lnTo>
                  <a:lnTo>
                    <a:pt x="2940" y="9353"/>
                  </a:lnTo>
                  <a:lnTo>
                    <a:pt x="3573" y="9640"/>
                  </a:lnTo>
                  <a:lnTo>
                    <a:pt x="4374" y="9783"/>
                  </a:lnTo>
                  <a:lnTo>
                    <a:pt x="4361" y="9034"/>
                  </a:lnTo>
                  <a:lnTo>
                    <a:pt x="5769" y="8656"/>
                  </a:lnTo>
                  <a:lnTo>
                    <a:pt x="5847" y="8486"/>
                  </a:lnTo>
                  <a:lnTo>
                    <a:pt x="6356" y="8199"/>
                  </a:lnTo>
                  <a:lnTo>
                    <a:pt x="6812" y="8141"/>
                  </a:lnTo>
                  <a:lnTo>
                    <a:pt x="6734" y="7430"/>
                  </a:lnTo>
                  <a:lnTo>
                    <a:pt x="6499" y="6544"/>
                  </a:lnTo>
                  <a:lnTo>
                    <a:pt x="6734" y="4628"/>
                  </a:lnTo>
                  <a:lnTo>
                    <a:pt x="6519" y="4074"/>
                  </a:lnTo>
                  <a:lnTo>
                    <a:pt x="7698" y="2027"/>
                  </a:lnTo>
                  <a:lnTo>
                    <a:pt x="7809" y="1571"/>
                  </a:lnTo>
                  <a:lnTo>
                    <a:pt x="7183" y="1362"/>
                  </a:lnTo>
                  <a:lnTo>
                    <a:pt x="6923" y="2066"/>
                  </a:lnTo>
                  <a:lnTo>
                    <a:pt x="6505" y="2184"/>
                  </a:lnTo>
                  <a:lnTo>
                    <a:pt x="6369" y="1975"/>
                  </a:lnTo>
                  <a:lnTo>
                    <a:pt x="5965" y="1871"/>
                  </a:lnTo>
                  <a:lnTo>
                    <a:pt x="5684" y="1271"/>
                  </a:lnTo>
                  <a:lnTo>
                    <a:pt x="5254" y="1186"/>
                  </a:lnTo>
                  <a:lnTo>
                    <a:pt x="5241" y="926"/>
                  </a:lnTo>
                  <a:lnTo>
                    <a:pt x="4681" y="1004"/>
                  </a:lnTo>
                  <a:lnTo>
                    <a:pt x="4655" y="567"/>
                  </a:lnTo>
                  <a:lnTo>
                    <a:pt x="4778" y="424"/>
                  </a:lnTo>
                  <a:lnTo>
                    <a:pt x="4361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4332125" y="2885575"/>
              <a:ext cx="124350" cy="100400"/>
            </a:xfrm>
            <a:custGeom>
              <a:rect b="b" l="l" r="r" t="t"/>
              <a:pathLst>
                <a:path extrusionOk="0" h="4016" w="4974">
                  <a:moveTo>
                    <a:pt x="4139" y="1"/>
                  </a:moveTo>
                  <a:lnTo>
                    <a:pt x="3931" y="131"/>
                  </a:lnTo>
                  <a:lnTo>
                    <a:pt x="3194" y="92"/>
                  </a:lnTo>
                  <a:lnTo>
                    <a:pt x="3155" y="353"/>
                  </a:lnTo>
                  <a:lnTo>
                    <a:pt x="2764" y="620"/>
                  </a:lnTo>
                  <a:lnTo>
                    <a:pt x="2471" y="503"/>
                  </a:lnTo>
                  <a:lnTo>
                    <a:pt x="2151" y="842"/>
                  </a:lnTo>
                  <a:lnTo>
                    <a:pt x="1656" y="1018"/>
                  </a:lnTo>
                  <a:lnTo>
                    <a:pt x="261" y="2301"/>
                  </a:lnTo>
                  <a:lnTo>
                    <a:pt x="1" y="2699"/>
                  </a:lnTo>
                  <a:lnTo>
                    <a:pt x="1311" y="3207"/>
                  </a:lnTo>
                  <a:lnTo>
                    <a:pt x="2256" y="4016"/>
                  </a:lnTo>
                  <a:lnTo>
                    <a:pt x="2158" y="3853"/>
                  </a:lnTo>
                  <a:lnTo>
                    <a:pt x="2243" y="3644"/>
                  </a:lnTo>
                  <a:lnTo>
                    <a:pt x="2477" y="3520"/>
                  </a:lnTo>
                  <a:lnTo>
                    <a:pt x="2471" y="2901"/>
                  </a:lnTo>
                  <a:lnTo>
                    <a:pt x="2679" y="2797"/>
                  </a:lnTo>
                  <a:lnTo>
                    <a:pt x="2888" y="2849"/>
                  </a:lnTo>
                  <a:lnTo>
                    <a:pt x="3214" y="2660"/>
                  </a:lnTo>
                  <a:lnTo>
                    <a:pt x="3096" y="2412"/>
                  </a:lnTo>
                  <a:lnTo>
                    <a:pt x="3305" y="2204"/>
                  </a:lnTo>
                  <a:lnTo>
                    <a:pt x="3481" y="1806"/>
                  </a:lnTo>
                  <a:lnTo>
                    <a:pt x="3742" y="1643"/>
                  </a:lnTo>
                  <a:lnTo>
                    <a:pt x="3833" y="1324"/>
                  </a:lnTo>
                  <a:lnTo>
                    <a:pt x="4380" y="1252"/>
                  </a:lnTo>
                  <a:lnTo>
                    <a:pt x="4641" y="828"/>
                  </a:lnTo>
                  <a:lnTo>
                    <a:pt x="4830" y="907"/>
                  </a:lnTo>
                  <a:lnTo>
                    <a:pt x="4973" y="828"/>
                  </a:lnTo>
                  <a:lnTo>
                    <a:pt x="4843" y="587"/>
                  </a:lnTo>
                  <a:lnTo>
                    <a:pt x="4915" y="470"/>
                  </a:lnTo>
                  <a:lnTo>
                    <a:pt x="4719" y="346"/>
                  </a:lnTo>
                  <a:lnTo>
                    <a:pt x="4713" y="190"/>
                  </a:lnTo>
                  <a:lnTo>
                    <a:pt x="4139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838450" y="2674250"/>
              <a:ext cx="216575" cy="131525"/>
            </a:xfrm>
            <a:custGeom>
              <a:rect b="b" l="l" r="r" t="t"/>
              <a:pathLst>
                <a:path extrusionOk="0" h="5261" w="8663">
                  <a:moveTo>
                    <a:pt x="7503" y="1"/>
                  </a:moveTo>
                  <a:lnTo>
                    <a:pt x="7275" y="613"/>
                  </a:lnTo>
                  <a:lnTo>
                    <a:pt x="6323" y="1193"/>
                  </a:lnTo>
                  <a:lnTo>
                    <a:pt x="6017" y="1063"/>
                  </a:lnTo>
                  <a:lnTo>
                    <a:pt x="5358" y="1206"/>
                  </a:lnTo>
                  <a:lnTo>
                    <a:pt x="5124" y="939"/>
                  </a:lnTo>
                  <a:lnTo>
                    <a:pt x="4589" y="848"/>
                  </a:lnTo>
                  <a:lnTo>
                    <a:pt x="2816" y="1193"/>
                  </a:lnTo>
                  <a:lnTo>
                    <a:pt x="2008" y="1004"/>
                  </a:lnTo>
                  <a:lnTo>
                    <a:pt x="1474" y="1030"/>
                  </a:lnTo>
                  <a:lnTo>
                    <a:pt x="509" y="4224"/>
                  </a:lnTo>
                  <a:lnTo>
                    <a:pt x="288" y="4243"/>
                  </a:lnTo>
                  <a:lnTo>
                    <a:pt x="1" y="4550"/>
                  </a:lnTo>
                  <a:lnTo>
                    <a:pt x="966" y="4850"/>
                  </a:lnTo>
                  <a:lnTo>
                    <a:pt x="3221" y="5260"/>
                  </a:lnTo>
                  <a:lnTo>
                    <a:pt x="3227" y="5117"/>
                  </a:lnTo>
                  <a:lnTo>
                    <a:pt x="6466" y="4680"/>
                  </a:lnTo>
                  <a:lnTo>
                    <a:pt x="6545" y="4843"/>
                  </a:lnTo>
                  <a:lnTo>
                    <a:pt x="6766" y="4915"/>
                  </a:lnTo>
                  <a:lnTo>
                    <a:pt x="7418" y="4550"/>
                  </a:lnTo>
                  <a:lnTo>
                    <a:pt x="7516" y="4178"/>
                  </a:lnTo>
                  <a:lnTo>
                    <a:pt x="8415" y="3650"/>
                  </a:lnTo>
                  <a:lnTo>
                    <a:pt x="8663" y="2810"/>
                  </a:lnTo>
                  <a:lnTo>
                    <a:pt x="8461" y="2555"/>
                  </a:lnTo>
                  <a:lnTo>
                    <a:pt x="7248" y="2125"/>
                  </a:lnTo>
                  <a:lnTo>
                    <a:pt x="7112" y="998"/>
                  </a:lnTo>
                  <a:lnTo>
                    <a:pt x="7509" y="652"/>
                  </a:lnTo>
                  <a:lnTo>
                    <a:pt x="750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5182025" y="3504750"/>
              <a:ext cx="254050" cy="135100"/>
            </a:xfrm>
            <a:custGeom>
              <a:rect b="b" l="l" r="r" t="t"/>
              <a:pathLst>
                <a:path extrusionOk="0" h="5404" w="10162">
                  <a:moveTo>
                    <a:pt x="5058" y="0"/>
                  </a:moveTo>
                  <a:lnTo>
                    <a:pt x="3481" y="215"/>
                  </a:lnTo>
                  <a:lnTo>
                    <a:pt x="2281" y="1206"/>
                  </a:lnTo>
                  <a:lnTo>
                    <a:pt x="456" y="1402"/>
                  </a:lnTo>
                  <a:lnTo>
                    <a:pt x="98" y="1916"/>
                  </a:lnTo>
                  <a:lnTo>
                    <a:pt x="0" y="2744"/>
                  </a:lnTo>
                  <a:lnTo>
                    <a:pt x="1108" y="2927"/>
                  </a:lnTo>
                  <a:lnTo>
                    <a:pt x="880" y="3624"/>
                  </a:lnTo>
                  <a:lnTo>
                    <a:pt x="1252" y="4035"/>
                  </a:lnTo>
                  <a:lnTo>
                    <a:pt x="1832" y="4321"/>
                  </a:lnTo>
                  <a:lnTo>
                    <a:pt x="2021" y="4576"/>
                  </a:lnTo>
                  <a:lnTo>
                    <a:pt x="2744" y="4686"/>
                  </a:lnTo>
                  <a:lnTo>
                    <a:pt x="3989" y="5403"/>
                  </a:lnTo>
                  <a:lnTo>
                    <a:pt x="4693" y="5188"/>
                  </a:lnTo>
                  <a:lnTo>
                    <a:pt x="5931" y="4491"/>
                  </a:lnTo>
                  <a:lnTo>
                    <a:pt x="7939" y="4041"/>
                  </a:lnTo>
                  <a:lnTo>
                    <a:pt x="8388" y="4445"/>
                  </a:lnTo>
                  <a:lnTo>
                    <a:pt x="8401" y="4647"/>
                  </a:lnTo>
                  <a:lnTo>
                    <a:pt x="8643" y="4836"/>
                  </a:lnTo>
                  <a:lnTo>
                    <a:pt x="8669" y="5123"/>
                  </a:lnTo>
                  <a:lnTo>
                    <a:pt x="9249" y="4954"/>
                  </a:lnTo>
                  <a:lnTo>
                    <a:pt x="9907" y="4608"/>
                  </a:lnTo>
                  <a:lnTo>
                    <a:pt x="10161" y="4413"/>
                  </a:lnTo>
                  <a:lnTo>
                    <a:pt x="9933" y="4315"/>
                  </a:lnTo>
                  <a:lnTo>
                    <a:pt x="9809" y="4087"/>
                  </a:lnTo>
                  <a:lnTo>
                    <a:pt x="9236" y="3904"/>
                  </a:lnTo>
                  <a:lnTo>
                    <a:pt x="9001" y="3370"/>
                  </a:lnTo>
                  <a:lnTo>
                    <a:pt x="8336" y="3129"/>
                  </a:lnTo>
                  <a:lnTo>
                    <a:pt x="8395" y="2816"/>
                  </a:lnTo>
                  <a:lnTo>
                    <a:pt x="7776" y="2529"/>
                  </a:lnTo>
                  <a:lnTo>
                    <a:pt x="7671" y="2588"/>
                  </a:lnTo>
                  <a:lnTo>
                    <a:pt x="7574" y="2197"/>
                  </a:lnTo>
                  <a:lnTo>
                    <a:pt x="7450" y="2132"/>
                  </a:lnTo>
                  <a:lnTo>
                    <a:pt x="7430" y="1571"/>
                  </a:lnTo>
                  <a:lnTo>
                    <a:pt x="7333" y="1499"/>
                  </a:lnTo>
                  <a:lnTo>
                    <a:pt x="7020" y="1682"/>
                  </a:lnTo>
                  <a:lnTo>
                    <a:pt x="6622" y="1415"/>
                  </a:lnTo>
                  <a:lnTo>
                    <a:pt x="5970" y="470"/>
                  </a:lnTo>
                  <a:lnTo>
                    <a:pt x="5482" y="189"/>
                  </a:lnTo>
                  <a:lnTo>
                    <a:pt x="5175" y="176"/>
                  </a:lnTo>
                  <a:lnTo>
                    <a:pt x="505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933950" y="2899275"/>
              <a:ext cx="146825" cy="232050"/>
            </a:xfrm>
            <a:custGeom>
              <a:rect b="b" l="l" r="r" t="t"/>
              <a:pathLst>
                <a:path extrusionOk="0" h="9282" w="5873">
                  <a:moveTo>
                    <a:pt x="5247" y="0"/>
                  </a:moveTo>
                  <a:lnTo>
                    <a:pt x="4934" y="98"/>
                  </a:lnTo>
                  <a:lnTo>
                    <a:pt x="4771" y="391"/>
                  </a:lnTo>
                  <a:lnTo>
                    <a:pt x="4100" y="365"/>
                  </a:lnTo>
                  <a:lnTo>
                    <a:pt x="3663" y="215"/>
                  </a:lnTo>
                  <a:lnTo>
                    <a:pt x="3122" y="248"/>
                  </a:lnTo>
                  <a:lnTo>
                    <a:pt x="2796" y="274"/>
                  </a:lnTo>
                  <a:lnTo>
                    <a:pt x="2425" y="593"/>
                  </a:lnTo>
                  <a:lnTo>
                    <a:pt x="1903" y="834"/>
                  </a:lnTo>
                  <a:lnTo>
                    <a:pt x="1473" y="789"/>
                  </a:lnTo>
                  <a:lnTo>
                    <a:pt x="320" y="1310"/>
                  </a:lnTo>
                  <a:lnTo>
                    <a:pt x="320" y="1317"/>
                  </a:lnTo>
                  <a:lnTo>
                    <a:pt x="391" y="1356"/>
                  </a:lnTo>
                  <a:lnTo>
                    <a:pt x="437" y="1969"/>
                  </a:lnTo>
                  <a:lnTo>
                    <a:pt x="293" y="2249"/>
                  </a:lnTo>
                  <a:lnTo>
                    <a:pt x="0" y="2431"/>
                  </a:lnTo>
                  <a:lnTo>
                    <a:pt x="7" y="2575"/>
                  </a:lnTo>
                  <a:lnTo>
                    <a:pt x="456" y="3181"/>
                  </a:lnTo>
                  <a:lnTo>
                    <a:pt x="333" y="3259"/>
                  </a:lnTo>
                  <a:lnTo>
                    <a:pt x="476" y="3735"/>
                  </a:lnTo>
                  <a:lnTo>
                    <a:pt x="619" y="3806"/>
                  </a:lnTo>
                  <a:lnTo>
                    <a:pt x="789" y="3859"/>
                  </a:lnTo>
                  <a:lnTo>
                    <a:pt x="1050" y="3598"/>
                  </a:lnTo>
                  <a:lnTo>
                    <a:pt x="2281" y="3565"/>
                  </a:lnTo>
                  <a:lnTo>
                    <a:pt x="2281" y="3565"/>
                  </a:lnTo>
                  <a:lnTo>
                    <a:pt x="2275" y="3780"/>
                  </a:lnTo>
                  <a:lnTo>
                    <a:pt x="3044" y="4204"/>
                  </a:lnTo>
                  <a:lnTo>
                    <a:pt x="3031" y="4406"/>
                  </a:lnTo>
                  <a:lnTo>
                    <a:pt x="2320" y="5684"/>
                  </a:lnTo>
                  <a:lnTo>
                    <a:pt x="2138" y="5794"/>
                  </a:lnTo>
                  <a:lnTo>
                    <a:pt x="2040" y="6850"/>
                  </a:lnTo>
                  <a:lnTo>
                    <a:pt x="1434" y="7508"/>
                  </a:lnTo>
                  <a:lnTo>
                    <a:pt x="1551" y="7678"/>
                  </a:lnTo>
                  <a:lnTo>
                    <a:pt x="1499" y="7854"/>
                  </a:lnTo>
                  <a:lnTo>
                    <a:pt x="1082" y="8427"/>
                  </a:lnTo>
                  <a:lnTo>
                    <a:pt x="2288" y="8753"/>
                  </a:lnTo>
                  <a:lnTo>
                    <a:pt x="3500" y="9281"/>
                  </a:lnTo>
                  <a:lnTo>
                    <a:pt x="3500" y="9281"/>
                  </a:lnTo>
                  <a:lnTo>
                    <a:pt x="3415" y="7795"/>
                  </a:lnTo>
                  <a:lnTo>
                    <a:pt x="4445" y="8004"/>
                  </a:lnTo>
                  <a:lnTo>
                    <a:pt x="4771" y="7873"/>
                  </a:lnTo>
                  <a:lnTo>
                    <a:pt x="5253" y="7795"/>
                  </a:lnTo>
                  <a:lnTo>
                    <a:pt x="5873" y="8017"/>
                  </a:lnTo>
                  <a:lnTo>
                    <a:pt x="5651" y="7710"/>
                  </a:lnTo>
                  <a:lnTo>
                    <a:pt x="5547" y="6251"/>
                  </a:lnTo>
                  <a:lnTo>
                    <a:pt x="5390" y="6003"/>
                  </a:lnTo>
                  <a:lnTo>
                    <a:pt x="5358" y="5488"/>
                  </a:lnTo>
                  <a:lnTo>
                    <a:pt x="5664" y="5677"/>
                  </a:lnTo>
                  <a:lnTo>
                    <a:pt x="5579" y="4517"/>
                  </a:lnTo>
                  <a:lnTo>
                    <a:pt x="5247" y="4276"/>
                  </a:lnTo>
                  <a:lnTo>
                    <a:pt x="5534" y="2503"/>
                  </a:lnTo>
                  <a:lnTo>
                    <a:pt x="5429" y="1695"/>
                  </a:lnTo>
                  <a:lnTo>
                    <a:pt x="5547" y="1271"/>
                  </a:lnTo>
                  <a:lnTo>
                    <a:pt x="5397" y="150"/>
                  </a:lnTo>
                  <a:lnTo>
                    <a:pt x="5247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491075" y="3110600"/>
              <a:ext cx="206300" cy="215600"/>
            </a:xfrm>
            <a:custGeom>
              <a:rect b="b" l="l" r="r" t="t"/>
              <a:pathLst>
                <a:path extrusionOk="0" h="8624" w="8252">
                  <a:moveTo>
                    <a:pt x="4719" y="0"/>
                  </a:moveTo>
                  <a:lnTo>
                    <a:pt x="4367" y="261"/>
                  </a:lnTo>
                  <a:lnTo>
                    <a:pt x="4152" y="274"/>
                  </a:lnTo>
                  <a:lnTo>
                    <a:pt x="3989" y="678"/>
                  </a:lnTo>
                  <a:lnTo>
                    <a:pt x="3722" y="509"/>
                  </a:lnTo>
                  <a:lnTo>
                    <a:pt x="3676" y="639"/>
                  </a:lnTo>
                  <a:lnTo>
                    <a:pt x="3781" y="1017"/>
                  </a:lnTo>
                  <a:lnTo>
                    <a:pt x="3579" y="1408"/>
                  </a:lnTo>
                  <a:lnTo>
                    <a:pt x="3155" y="1480"/>
                  </a:lnTo>
                  <a:lnTo>
                    <a:pt x="2907" y="1721"/>
                  </a:lnTo>
                  <a:lnTo>
                    <a:pt x="3181" y="2334"/>
                  </a:lnTo>
                  <a:lnTo>
                    <a:pt x="3077" y="2562"/>
                  </a:lnTo>
                  <a:lnTo>
                    <a:pt x="3122" y="3051"/>
                  </a:lnTo>
                  <a:lnTo>
                    <a:pt x="2581" y="3474"/>
                  </a:lnTo>
                  <a:lnTo>
                    <a:pt x="2803" y="3722"/>
                  </a:lnTo>
                  <a:lnTo>
                    <a:pt x="2712" y="4295"/>
                  </a:lnTo>
                  <a:lnTo>
                    <a:pt x="2412" y="4980"/>
                  </a:lnTo>
                  <a:lnTo>
                    <a:pt x="1552" y="5703"/>
                  </a:lnTo>
                  <a:lnTo>
                    <a:pt x="1604" y="5834"/>
                  </a:lnTo>
                  <a:lnTo>
                    <a:pt x="1050" y="6394"/>
                  </a:lnTo>
                  <a:lnTo>
                    <a:pt x="750" y="6564"/>
                  </a:lnTo>
                  <a:lnTo>
                    <a:pt x="0" y="6583"/>
                  </a:lnTo>
                  <a:lnTo>
                    <a:pt x="7" y="6583"/>
                  </a:lnTo>
                  <a:lnTo>
                    <a:pt x="79" y="7365"/>
                  </a:lnTo>
                  <a:lnTo>
                    <a:pt x="450" y="7196"/>
                  </a:lnTo>
                  <a:lnTo>
                    <a:pt x="991" y="7131"/>
                  </a:lnTo>
                  <a:lnTo>
                    <a:pt x="3526" y="8226"/>
                  </a:lnTo>
                  <a:lnTo>
                    <a:pt x="3846" y="8623"/>
                  </a:lnTo>
                  <a:lnTo>
                    <a:pt x="6805" y="6414"/>
                  </a:lnTo>
                  <a:lnTo>
                    <a:pt x="6831" y="6212"/>
                  </a:lnTo>
                  <a:lnTo>
                    <a:pt x="7281" y="6068"/>
                  </a:lnTo>
                  <a:lnTo>
                    <a:pt x="7228" y="4823"/>
                  </a:lnTo>
                  <a:lnTo>
                    <a:pt x="7411" y="4608"/>
                  </a:lnTo>
                  <a:lnTo>
                    <a:pt x="7750" y="4973"/>
                  </a:lnTo>
                  <a:lnTo>
                    <a:pt x="8004" y="4980"/>
                  </a:lnTo>
                  <a:lnTo>
                    <a:pt x="8063" y="5260"/>
                  </a:lnTo>
                  <a:lnTo>
                    <a:pt x="8252" y="5227"/>
                  </a:lnTo>
                  <a:lnTo>
                    <a:pt x="7593" y="3109"/>
                  </a:lnTo>
                  <a:lnTo>
                    <a:pt x="7502" y="2321"/>
                  </a:lnTo>
                  <a:lnTo>
                    <a:pt x="7411" y="2060"/>
                  </a:lnTo>
                  <a:lnTo>
                    <a:pt x="7639" y="1447"/>
                  </a:lnTo>
                  <a:lnTo>
                    <a:pt x="7528" y="626"/>
                  </a:lnTo>
                  <a:lnTo>
                    <a:pt x="471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5500900" y="3326325"/>
              <a:ext cx="182825" cy="108875"/>
            </a:xfrm>
            <a:custGeom>
              <a:rect b="b" l="l" r="r" t="t"/>
              <a:pathLst>
                <a:path extrusionOk="0" h="4355" w="7313">
                  <a:moveTo>
                    <a:pt x="3213" y="1"/>
                  </a:moveTo>
                  <a:lnTo>
                    <a:pt x="176" y="2666"/>
                  </a:lnTo>
                  <a:lnTo>
                    <a:pt x="0" y="3338"/>
                  </a:lnTo>
                  <a:lnTo>
                    <a:pt x="411" y="3787"/>
                  </a:lnTo>
                  <a:lnTo>
                    <a:pt x="847" y="3461"/>
                  </a:lnTo>
                  <a:lnTo>
                    <a:pt x="1499" y="3865"/>
                  </a:lnTo>
                  <a:lnTo>
                    <a:pt x="2079" y="3605"/>
                  </a:lnTo>
                  <a:lnTo>
                    <a:pt x="2346" y="3631"/>
                  </a:lnTo>
                  <a:lnTo>
                    <a:pt x="3050" y="4022"/>
                  </a:lnTo>
                  <a:lnTo>
                    <a:pt x="4797" y="4354"/>
                  </a:lnTo>
                  <a:lnTo>
                    <a:pt x="5534" y="4244"/>
                  </a:lnTo>
                  <a:lnTo>
                    <a:pt x="5899" y="3996"/>
                  </a:lnTo>
                  <a:lnTo>
                    <a:pt x="6068" y="3957"/>
                  </a:lnTo>
                  <a:lnTo>
                    <a:pt x="6224" y="3742"/>
                  </a:lnTo>
                  <a:lnTo>
                    <a:pt x="6576" y="3944"/>
                  </a:lnTo>
                  <a:lnTo>
                    <a:pt x="7007" y="3527"/>
                  </a:lnTo>
                  <a:lnTo>
                    <a:pt x="7313" y="3546"/>
                  </a:lnTo>
                  <a:lnTo>
                    <a:pt x="7313" y="3546"/>
                  </a:lnTo>
                  <a:lnTo>
                    <a:pt x="7046" y="2992"/>
                  </a:lnTo>
                  <a:lnTo>
                    <a:pt x="6831" y="1982"/>
                  </a:lnTo>
                  <a:lnTo>
                    <a:pt x="6863" y="1747"/>
                  </a:lnTo>
                  <a:lnTo>
                    <a:pt x="6270" y="1799"/>
                  </a:lnTo>
                  <a:lnTo>
                    <a:pt x="5788" y="1643"/>
                  </a:lnTo>
                  <a:lnTo>
                    <a:pt x="5625" y="1330"/>
                  </a:lnTo>
                  <a:lnTo>
                    <a:pt x="5429" y="1278"/>
                  </a:lnTo>
                  <a:lnTo>
                    <a:pt x="5103" y="652"/>
                  </a:lnTo>
                  <a:lnTo>
                    <a:pt x="4875" y="763"/>
                  </a:lnTo>
                  <a:lnTo>
                    <a:pt x="4315" y="691"/>
                  </a:lnTo>
                  <a:lnTo>
                    <a:pt x="4100" y="926"/>
                  </a:lnTo>
                  <a:lnTo>
                    <a:pt x="4243" y="568"/>
                  </a:lnTo>
                  <a:lnTo>
                    <a:pt x="4191" y="424"/>
                  </a:lnTo>
                  <a:lnTo>
                    <a:pt x="321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4035575" y="3043150"/>
              <a:ext cx="208275" cy="178750"/>
            </a:xfrm>
            <a:custGeom>
              <a:rect b="b" l="l" r="r" t="t"/>
              <a:pathLst>
                <a:path extrusionOk="0" h="7150" w="8331">
                  <a:moveTo>
                    <a:pt x="4406" y="0"/>
                  </a:moveTo>
                  <a:lnTo>
                    <a:pt x="3950" y="750"/>
                  </a:lnTo>
                  <a:lnTo>
                    <a:pt x="3709" y="1297"/>
                  </a:lnTo>
                  <a:lnTo>
                    <a:pt x="3866" y="1460"/>
                  </a:lnTo>
                  <a:lnTo>
                    <a:pt x="3826" y="1584"/>
                  </a:lnTo>
                  <a:lnTo>
                    <a:pt x="2829" y="2588"/>
                  </a:lnTo>
                  <a:lnTo>
                    <a:pt x="2803" y="2998"/>
                  </a:lnTo>
                  <a:lnTo>
                    <a:pt x="1865" y="3089"/>
                  </a:lnTo>
                  <a:lnTo>
                    <a:pt x="1793" y="3832"/>
                  </a:lnTo>
                  <a:lnTo>
                    <a:pt x="2138" y="4171"/>
                  </a:lnTo>
                  <a:lnTo>
                    <a:pt x="1826" y="4699"/>
                  </a:lnTo>
                  <a:lnTo>
                    <a:pt x="1461" y="5045"/>
                  </a:lnTo>
                  <a:lnTo>
                    <a:pt x="1193" y="4993"/>
                  </a:lnTo>
                  <a:lnTo>
                    <a:pt x="880" y="5651"/>
                  </a:lnTo>
                  <a:lnTo>
                    <a:pt x="574" y="5814"/>
                  </a:lnTo>
                  <a:lnTo>
                    <a:pt x="1" y="6264"/>
                  </a:lnTo>
                  <a:lnTo>
                    <a:pt x="261" y="6420"/>
                  </a:lnTo>
                  <a:lnTo>
                    <a:pt x="287" y="6733"/>
                  </a:lnTo>
                  <a:lnTo>
                    <a:pt x="1337" y="6485"/>
                  </a:lnTo>
                  <a:lnTo>
                    <a:pt x="3136" y="6818"/>
                  </a:lnTo>
                  <a:lnTo>
                    <a:pt x="3533" y="7150"/>
                  </a:lnTo>
                  <a:lnTo>
                    <a:pt x="3533" y="7150"/>
                  </a:lnTo>
                  <a:lnTo>
                    <a:pt x="3285" y="6368"/>
                  </a:lnTo>
                  <a:lnTo>
                    <a:pt x="3527" y="5234"/>
                  </a:lnTo>
                  <a:lnTo>
                    <a:pt x="3944" y="5260"/>
                  </a:lnTo>
                  <a:lnTo>
                    <a:pt x="4217" y="4478"/>
                  </a:lnTo>
                  <a:lnTo>
                    <a:pt x="4719" y="4132"/>
                  </a:lnTo>
                  <a:lnTo>
                    <a:pt x="5397" y="4634"/>
                  </a:lnTo>
                  <a:lnTo>
                    <a:pt x="5827" y="4021"/>
                  </a:lnTo>
                  <a:lnTo>
                    <a:pt x="7750" y="2340"/>
                  </a:lnTo>
                  <a:lnTo>
                    <a:pt x="7665" y="1995"/>
                  </a:lnTo>
                  <a:lnTo>
                    <a:pt x="8154" y="1317"/>
                  </a:lnTo>
                  <a:lnTo>
                    <a:pt x="8330" y="528"/>
                  </a:lnTo>
                  <a:lnTo>
                    <a:pt x="7861" y="1428"/>
                  </a:lnTo>
                  <a:lnTo>
                    <a:pt x="7483" y="1838"/>
                  </a:lnTo>
                  <a:lnTo>
                    <a:pt x="7411" y="2151"/>
                  </a:lnTo>
                  <a:lnTo>
                    <a:pt x="7255" y="2249"/>
                  </a:lnTo>
                  <a:lnTo>
                    <a:pt x="6883" y="1982"/>
                  </a:lnTo>
                  <a:lnTo>
                    <a:pt x="6609" y="2373"/>
                  </a:lnTo>
                  <a:lnTo>
                    <a:pt x="6160" y="2522"/>
                  </a:lnTo>
                  <a:lnTo>
                    <a:pt x="5964" y="2477"/>
                  </a:lnTo>
                  <a:lnTo>
                    <a:pt x="5951" y="2171"/>
                  </a:lnTo>
                  <a:lnTo>
                    <a:pt x="5606" y="2164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520400" y="2098925"/>
              <a:ext cx="195400" cy="197500"/>
            </a:xfrm>
            <a:custGeom>
              <a:rect b="b" l="l" r="r" t="t"/>
              <a:pathLst>
                <a:path extrusionOk="0" h="7900" w="7816">
                  <a:moveTo>
                    <a:pt x="1969" y="0"/>
                  </a:moveTo>
                  <a:lnTo>
                    <a:pt x="1721" y="46"/>
                  </a:lnTo>
                  <a:lnTo>
                    <a:pt x="235" y="4908"/>
                  </a:lnTo>
                  <a:lnTo>
                    <a:pt x="1" y="5605"/>
                  </a:lnTo>
                  <a:lnTo>
                    <a:pt x="496" y="6133"/>
                  </a:lnTo>
                  <a:lnTo>
                    <a:pt x="933" y="6342"/>
                  </a:lnTo>
                  <a:lnTo>
                    <a:pt x="1043" y="6557"/>
                  </a:lnTo>
                  <a:lnTo>
                    <a:pt x="985" y="6687"/>
                  </a:lnTo>
                  <a:lnTo>
                    <a:pt x="2099" y="7156"/>
                  </a:lnTo>
                  <a:lnTo>
                    <a:pt x="2555" y="7658"/>
                  </a:lnTo>
                  <a:lnTo>
                    <a:pt x="2888" y="7899"/>
                  </a:lnTo>
                  <a:lnTo>
                    <a:pt x="3188" y="7724"/>
                  </a:lnTo>
                  <a:lnTo>
                    <a:pt x="4472" y="7880"/>
                  </a:lnTo>
                  <a:lnTo>
                    <a:pt x="4713" y="6603"/>
                  </a:lnTo>
                  <a:lnTo>
                    <a:pt x="4908" y="6668"/>
                  </a:lnTo>
                  <a:lnTo>
                    <a:pt x="5554" y="5371"/>
                  </a:lnTo>
                  <a:lnTo>
                    <a:pt x="5873" y="5384"/>
                  </a:lnTo>
                  <a:lnTo>
                    <a:pt x="5971" y="5143"/>
                  </a:lnTo>
                  <a:lnTo>
                    <a:pt x="6798" y="5058"/>
                  </a:lnTo>
                  <a:lnTo>
                    <a:pt x="7137" y="4869"/>
                  </a:lnTo>
                  <a:lnTo>
                    <a:pt x="7815" y="4954"/>
                  </a:lnTo>
                  <a:lnTo>
                    <a:pt x="7587" y="4543"/>
                  </a:lnTo>
                  <a:lnTo>
                    <a:pt x="7183" y="4400"/>
                  </a:lnTo>
                  <a:lnTo>
                    <a:pt x="6446" y="3787"/>
                  </a:lnTo>
                  <a:lnTo>
                    <a:pt x="6857" y="2373"/>
                  </a:lnTo>
                  <a:lnTo>
                    <a:pt x="7027" y="2073"/>
                  </a:lnTo>
                  <a:lnTo>
                    <a:pt x="7431" y="2086"/>
                  </a:lnTo>
                  <a:lnTo>
                    <a:pt x="7378" y="1910"/>
                  </a:lnTo>
                  <a:lnTo>
                    <a:pt x="7685" y="1832"/>
                  </a:lnTo>
                  <a:lnTo>
                    <a:pt x="7646" y="1623"/>
                  </a:lnTo>
                  <a:lnTo>
                    <a:pt x="7359" y="1675"/>
                  </a:lnTo>
                  <a:lnTo>
                    <a:pt x="5110" y="978"/>
                  </a:lnTo>
                  <a:lnTo>
                    <a:pt x="4706" y="1030"/>
                  </a:lnTo>
                  <a:lnTo>
                    <a:pt x="4367" y="789"/>
                  </a:lnTo>
                  <a:lnTo>
                    <a:pt x="2920" y="489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6509975" y="2809500"/>
              <a:ext cx="164600" cy="148625"/>
            </a:xfrm>
            <a:custGeom>
              <a:rect b="b" l="l" r="r" t="t"/>
              <a:pathLst>
                <a:path extrusionOk="0" h="5945" w="6584">
                  <a:moveTo>
                    <a:pt x="0" y="2268"/>
                  </a:moveTo>
                  <a:lnTo>
                    <a:pt x="0" y="2275"/>
                  </a:lnTo>
                  <a:lnTo>
                    <a:pt x="3" y="2274"/>
                  </a:lnTo>
                  <a:lnTo>
                    <a:pt x="3" y="2274"/>
                  </a:lnTo>
                  <a:lnTo>
                    <a:pt x="0" y="2268"/>
                  </a:lnTo>
                  <a:close/>
                  <a:moveTo>
                    <a:pt x="1923" y="0"/>
                  </a:moveTo>
                  <a:lnTo>
                    <a:pt x="607" y="2040"/>
                  </a:lnTo>
                  <a:lnTo>
                    <a:pt x="3" y="2274"/>
                  </a:lnTo>
                  <a:lnTo>
                    <a:pt x="3" y="2274"/>
                  </a:lnTo>
                  <a:lnTo>
                    <a:pt x="548" y="3428"/>
                  </a:lnTo>
                  <a:lnTo>
                    <a:pt x="2594" y="5944"/>
                  </a:lnTo>
                  <a:lnTo>
                    <a:pt x="5006" y="5403"/>
                  </a:lnTo>
                  <a:lnTo>
                    <a:pt x="6583" y="4777"/>
                  </a:lnTo>
                  <a:lnTo>
                    <a:pt x="6375" y="4425"/>
                  </a:lnTo>
                  <a:lnTo>
                    <a:pt x="5892" y="2405"/>
                  </a:lnTo>
                  <a:lnTo>
                    <a:pt x="6042" y="574"/>
                  </a:lnTo>
                  <a:lnTo>
                    <a:pt x="5736" y="645"/>
                  </a:lnTo>
                  <a:lnTo>
                    <a:pt x="5293" y="398"/>
                  </a:lnTo>
                  <a:lnTo>
                    <a:pt x="5293" y="300"/>
                  </a:lnTo>
                  <a:lnTo>
                    <a:pt x="4791" y="274"/>
                  </a:lnTo>
                  <a:lnTo>
                    <a:pt x="4621" y="580"/>
                  </a:lnTo>
                  <a:lnTo>
                    <a:pt x="3657" y="645"/>
                  </a:lnTo>
                  <a:lnTo>
                    <a:pt x="3142" y="313"/>
                  </a:lnTo>
                  <a:lnTo>
                    <a:pt x="2757" y="359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6657100" y="2751800"/>
              <a:ext cx="143750" cy="177150"/>
            </a:xfrm>
            <a:custGeom>
              <a:rect b="b" l="l" r="r" t="t"/>
              <a:pathLst>
                <a:path extrusionOk="0" h="7086" w="5750">
                  <a:moveTo>
                    <a:pt x="1767" y="1"/>
                  </a:moveTo>
                  <a:lnTo>
                    <a:pt x="913" y="249"/>
                  </a:lnTo>
                  <a:lnTo>
                    <a:pt x="711" y="157"/>
                  </a:lnTo>
                  <a:lnTo>
                    <a:pt x="157" y="2882"/>
                  </a:lnTo>
                  <a:lnTo>
                    <a:pt x="1" y="4720"/>
                  </a:lnTo>
                  <a:lnTo>
                    <a:pt x="490" y="6740"/>
                  </a:lnTo>
                  <a:lnTo>
                    <a:pt x="692" y="7085"/>
                  </a:lnTo>
                  <a:lnTo>
                    <a:pt x="1357" y="6812"/>
                  </a:lnTo>
                  <a:lnTo>
                    <a:pt x="4185" y="5202"/>
                  </a:lnTo>
                  <a:lnTo>
                    <a:pt x="5749" y="3351"/>
                  </a:lnTo>
                  <a:lnTo>
                    <a:pt x="3370" y="2829"/>
                  </a:lnTo>
                  <a:lnTo>
                    <a:pt x="1891" y="49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5485075" y="2679300"/>
              <a:ext cx="191825" cy="241500"/>
            </a:xfrm>
            <a:custGeom>
              <a:rect b="b" l="l" r="r" t="t"/>
              <a:pathLst>
                <a:path extrusionOk="0" h="9660" w="7673">
                  <a:moveTo>
                    <a:pt x="3136" y="1"/>
                  </a:moveTo>
                  <a:lnTo>
                    <a:pt x="672" y="1526"/>
                  </a:lnTo>
                  <a:lnTo>
                    <a:pt x="542" y="2295"/>
                  </a:lnTo>
                  <a:lnTo>
                    <a:pt x="1" y="2673"/>
                  </a:lnTo>
                  <a:lnTo>
                    <a:pt x="99" y="3761"/>
                  </a:lnTo>
                  <a:lnTo>
                    <a:pt x="509" y="4954"/>
                  </a:lnTo>
                  <a:lnTo>
                    <a:pt x="913" y="5293"/>
                  </a:lnTo>
                  <a:lnTo>
                    <a:pt x="1383" y="5397"/>
                  </a:lnTo>
                  <a:lnTo>
                    <a:pt x="1565" y="5762"/>
                  </a:lnTo>
                  <a:lnTo>
                    <a:pt x="907" y="6342"/>
                  </a:lnTo>
                  <a:lnTo>
                    <a:pt x="750" y="6890"/>
                  </a:lnTo>
                  <a:lnTo>
                    <a:pt x="288" y="7092"/>
                  </a:lnTo>
                  <a:lnTo>
                    <a:pt x="255" y="7385"/>
                  </a:lnTo>
                  <a:lnTo>
                    <a:pt x="555" y="7822"/>
                  </a:lnTo>
                  <a:lnTo>
                    <a:pt x="1076" y="8030"/>
                  </a:lnTo>
                  <a:lnTo>
                    <a:pt x="1063" y="8200"/>
                  </a:lnTo>
                  <a:lnTo>
                    <a:pt x="1461" y="8806"/>
                  </a:lnTo>
                  <a:lnTo>
                    <a:pt x="1409" y="9047"/>
                  </a:lnTo>
                  <a:lnTo>
                    <a:pt x="1578" y="9418"/>
                  </a:lnTo>
                  <a:lnTo>
                    <a:pt x="1937" y="9542"/>
                  </a:lnTo>
                  <a:lnTo>
                    <a:pt x="2367" y="9314"/>
                  </a:lnTo>
                  <a:lnTo>
                    <a:pt x="2504" y="9588"/>
                  </a:lnTo>
                  <a:lnTo>
                    <a:pt x="3129" y="9660"/>
                  </a:lnTo>
                  <a:lnTo>
                    <a:pt x="3690" y="9132"/>
                  </a:lnTo>
                  <a:lnTo>
                    <a:pt x="3775" y="9249"/>
                  </a:lnTo>
                  <a:lnTo>
                    <a:pt x="5880" y="7398"/>
                  </a:lnTo>
                  <a:lnTo>
                    <a:pt x="7490" y="5495"/>
                  </a:lnTo>
                  <a:lnTo>
                    <a:pt x="7535" y="4608"/>
                  </a:lnTo>
                  <a:lnTo>
                    <a:pt x="7353" y="4224"/>
                  </a:lnTo>
                  <a:lnTo>
                    <a:pt x="7477" y="3846"/>
                  </a:lnTo>
                  <a:lnTo>
                    <a:pt x="7379" y="3377"/>
                  </a:lnTo>
                  <a:lnTo>
                    <a:pt x="7594" y="3240"/>
                  </a:lnTo>
                  <a:lnTo>
                    <a:pt x="7672" y="3005"/>
                  </a:lnTo>
                  <a:lnTo>
                    <a:pt x="6903" y="1623"/>
                  </a:lnTo>
                  <a:lnTo>
                    <a:pt x="6395" y="1682"/>
                  </a:lnTo>
                  <a:lnTo>
                    <a:pt x="5971" y="1232"/>
                  </a:lnTo>
                  <a:lnTo>
                    <a:pt x="5678" y="1213"/>
                  </a:lnTo>
                  <a:lnTo>
                    <a:pt x="5443" y="991"/>
                  </a:lnTo>
                  <a:lnTo>
                    <a:pt x="5163" y="939"/>
                  </a:lnTo>
                  <a:lnTo>
                    <a:pt x="4746" y="489"/>
                  </a:lnTo>
                  <a:lnTo>
                    <a:pt x="4296" y="542"/>
                  </a:lnTo>
                  <a:lnTo>
                    <a:pt x="4016" y="313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6099700" y="2788300"/>
              <a:ext cx="307650" cy="306025"/>
            </a:xfrm>
            <a:custGeom>
              <a:rect b="b" l="l" r="r" t="t"/>
              <a:pathLst>
                <a:path extrusionOk="0" h="12241" w="12306">
                  <a:moveTo>
                    <a:pt x="7274" y="1"/>
                  </a:moveTo>
                  <a:lnTo>
                    <a:pt x="6883" y="444"/>
                  </a:lnTo>
                  <a:lnTo>
                    <a:pt x="6687" y="1063"/>
                  </a:lnTo>
                  <a:lnTo>
                    <a:pt x="5977" y="1239"/>
                  </a:lnTo>
                  <a:lnTo>
                    <a:pt x="5866" y="1011"/>
                  </a:lnTo>
                  <a:lnTo>
                    <a:pt x="5527" y="1070"/>
                  </a:lnTo>
                  <a:lnTo>
                    <a:pt x="5292" y="711"/>
                  </a:lnTo>
                  <a:lnTo>
                    <a:pt x="4869" y="946"/>
                  </a:lnTo>
                  <a:lnTo>
                    <a:pt x="4360" y="900"/>
                  </a:lnTo>
                  <a:lnTo>
                    <a:pt x="3826" y="1943"/>
                  </a:lnTo>
                  <a:lnTo>
                    <a:pt x="3239" y="1598"/>
                  </a:lnTo>
                  <a:lnTo>
                    <a:pt x="2829" y="2556"/>
                  </a:lnTo>
                  <a:lnTo>
                    <a:pt x="1721" y="5710"/>
                  </a:lnTo>
                  <a:lnTo>
                    <a:pt x="756" y="7822"/>
                  </a:lnTo>
                  <a:lnTo>
                    <a:pt x="0" y="10429"/>
                  </a:lnTo>
                  <a:lnTo>
                    <a:pt x="241" y="10676"/>
                  </a:lnTo>
                  <a:lnTo>
                    <a:pt x="241" y="10683"/>
                  </a:lnTo>
                  <a:lnTo>
                    <a:pt x="1649" y="11993"/>
                  </a:lnTo>
                  <a:lnTo>
                    <a:pt x="2477" y="12241"/>
                  </a:lnTo>
                  <a:lnTo>
                    <a:pt x="2764" y="12215"/>
                  </a:lnTo>
                  <a:lnTo>
                    <a:pt x="2692" y="11928"/>
                  </a:lnTo>
                  <a:lnTo>
                    <a:pt x="2822" y="11387"/>
                  </a:lnTo>
                  <a:lnTo>
                    <a:pt x="3598" y="10989"/>
                  </a:lnTo>
                  <a:lnTo>
                    <a:pt x="4660" y="10670"/>
                  </a:lnTo>
                  <a:lnTo>
                    <a:pt x="5019" y="10149"/>
                  </a:lnTo>
                  <a:lnTo>
                    <a:pt x="5416" y="10083"/>
                  </a:lnTo>
                  <a:lnTo>
                    <a:pt x="5723" y="9797"/>
                  </a:lnTo>
                  <a:lnTo>
                    <a:pt x="6531" y="9464"/>
                  </a:lnTo>
                  <a:lnTo>
                    <a:pt x="6746" y="9627"/>
                  </a:lnTo>
                  <a:lnTo>
                    <a:pt x="6713" y="10018"/>
                  </a:lnTo>
                  <a:lnTo>
                    <a:pt x="7078" y="9823"/>
                  </a:lnTo>
                  <a:lnTo>
                    <a:pt x="7691" y="9842"/>
                  </a:lnTo>
                  <a:lnTo>
                    <a:pt x="7841" y="9751"/>
                  </a:lnTo>
                  <a:lnTo>
                    <a:pt x="8049" y="9947"/>
                  </a:lnTo>
                  <a:lnTo>
                    <a:pt x="8356" y="9888"/>
                  </a:lnTo>
                  <a:lnTo>
                    <a:pt x="8695" y="9516"/>
                  </a:lnTo>
                  <a:lnTo>
                    <a:pt x="9157" y="9334"/>
                  </a:lnTo>
                  <a:lnTo>
                    <a:pt x="9809" y="8754"/>
                  </a:lnTo>
                  <a:lnTo>
                    <a:pt x="10689" y="7946"/>
                  </a:lnTo>
                  <a:lnTo>
                    <a:pt x="10761" y="7731"/>
                  </a:lnTo>
                  <a:lnTo>
                    <a:pt x="11302" y="7424"/>
                  </a:lnTo>
                  <a:lnTo>
                    <a:pt x="11380" y="7131"/>
                  </a:lnTo>
                  <a:lnTo>
                    <a:pt x="11758" y="6831"/>
                  </a:lnTo>
                  <a:lnTo>
                    <a:pt x="11712" y="6297"/>
                  </a:lnTo>
                  <a:lnTo>
                    <a:pt x="11536" y="6140"/>
                  </a:lnTo>
                  <a:lnTo>
                    <a:pt x="11764" y="5821"/>
                  </a:lnTo>
                  <a:lnTo>
                    <a:pt x="11791" y="5469"/>
                  </a:lnTo>
                  <a:lnTo>
                    <a:pt x="12305" y="4974"/>
                  </a:lnTo>
                  <a:lnTo>
                    <a:pt x="12175" y="2608"/>
                  </a:lnTo>
                  <a:lnTo>
                    <a:pt x="10461" y="190"/>
                  </a:lnTo>
                  <a:lnTo>
                    <a:pt x="9985" y="203"/>
                  </a:lnTo>
                  <a:lnTo>
                    <a:pt x="8649" y="1050"/>
                  </a:lnTo>
                  <a:lnTo>
                    <a:pt x="8506" y="952"/>
                  </a:lnTo>
                  <a:lnTo>
                    <a:pt x="8590" y="711"/>
                  </a:lnTo>
                  <a:lnTo>
                    <a:pt x="8082" y="366"/>
                  </a:lnTo>
                  <a:lnTo>
                    <a:pt x="7704" y="327"/>
                  </a:lnTo>
                  <a:lnTo>
                    <a:pt x="7593" y="118"/>
                  </a:lnTo>
                  <a:lnTo>
                    <a:pt x="727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5703100" y="3025050"/>
              <a:ext cx="134125" cy="195550"/>
            </a:xfrm>
            <a:custGeom>
              <a:rect b="b" l="l" r="r" t="t"/>
              <a:pathLst>
                <a:path extrusionOk="0" h="7822" w="5365">
                  <a:moveTo>
                    <a:pt x="3663" y="1"/>
                  </a:moveTo>
                  <a:lnTo>
                    <a:pt x="3135" y="835"/>
                  </a:lnTo>
                  <a:lnTo>
                    <a:pt x="2047" y="1428"/>
                  </a:lnTo>
                  <a:lnTo>
                    <a:pt x="1415" y="2060"/>
                  </a:lnTo>
                  <a:lnTo>
                    <a:pt x="1441" y="2732"/>
                  </a:lnTo>
                  <a:lnTo>
                    <a:pt x="1232" y="2895"/>
                  </a:lnTo>
                  <a:lnTo>
                    <a:pt x="1232" y="3442"/>
                  </a:lnTo>
                  <a:lnTo>
                    <a:pt x="854" y="3918"/>
                  </a:lnTo>
                  <a:lnTo>
                    <a:pt x="945" y="4250"/>
                  </a:lnTo>
                  <a:lnTo>
                    <a:pt x="1337" y="4785"/>
                  </a:lnTo>
                  <a:lnTo>
                    <a:pt x="1304" y="4817"/>
                  </a:lnTo>
                  <a:lnTo>
                    <a:pt x="796" y="6114"/>
                  </a:lnTo>
                  <a:lnTo>
                    <a:pt x="424" y="6492"/>
                  </a:lnTo>
                  <a:lnTo>
                    <a:pt x="170" y="6968"/>
                  </a:lnTo>
                  <a:lnTo>
                    <a:pt x="196" y="7398"/>
                  </a:lnTo>
                  <a:lnTo>
                    <a:pt x="0" y="7822"/>
                  </a:lnTo>
                  <a:lnTo>
                    <a:pt x="841" y="7750"/>
                  </a:lnTo>
                  <a:lnTo>
                    <a:pt x="1089" y="6870"/>
                  </a:lnTo>
                  <a:lnTo>
                    <a:pt x="1376" y="6759"/>
                  </a:lnTo>
                  <a:lnTo>
                    <a:pt x="1526" y="6851"/>
                  </a:lnTo>
                  <a:lnTo>
                    <a:pt x="1695" y="6707"/>
                  </a:lnTo>
                  <a:lnTo>
                    <a:pt x="1812" y="6779"/>
                  </a:lnTo>
                  <a:lnTo>
                    <a:pt x="2106" y="6610"/>
                  </a:lnTo>
                  <a:lnTo>
                    <a:pt x="2321" y="6616"/>
                  </a:lnTo>
                  <a:lnTo>
                    <a:pt x="2431" y="6805"/>
                  </a:lnTo>
                  <a:lnTo>
                    <a:pt x="2796" y="6929"/>
                  </a:lnTo>
                  <a:lnTo>
                    <a:pt x="3057" y="6701"/>
                  </a:lnTo>
                  <a:lnTo>
                    <a:pt x="3950" y="6557"/>
                  </a:lnTo>
                  <a:lnTo>
                    <a:pt x="4120" y="7196"/>
                  </a:lnTo>
                  <a:lnTo>
                    <a:pt x="4608" y="7444"/>
                  </a:lnTo>
                  <a:lnTo>
                    <a:pt x="4895" y="7359"/>
                  </a:lnTo>
                  <a:lnTo>
                    <a:pt x="4778" y="7235"/>
                  </a:lnTo>
                  <a:lnTo>
                    <a:pt x="4817" y="6916"/>
                  </a:lnTo>
                  <a:lnTo>
                    <a:pt x="5195" y="6329"/>
                  </a:lnTo>
                  <a:lnTo>
                    <a:pt x="5364" y="5801"/>
                  </a:lnTo>
                  <a:lnTo>
                    <a:pt x="5117" y="5573"/>
                  </a:lnTo>
                  <a:lnTo>
                    <a:pt x="5110" y="5313"/>
                  </a:lnTo>
                  <a:lnTo>
                    <a:pt x="4817" y="5143"/>
                  </a:lnTo>
                  <a:lnTo>
                    <a:pt x="5025" y="5013"/>
                  </a:lnTo>
                  <a:lnTo>
                    <a:pt x="5091" y="4641"/>
                  </a:lnTo>
                  <a:lnTo>
                    <a:pt x="4419" y="3885"/>
                  </a:lnTo>
                  <a:lnTo>
                    <a:pt x="4498" y="3129"/>
                  </a:lnTo>
                  <a:lnTo>
                    <a:pt x="4400" y="2895"/>
                  </a:lnTo>
                  <a:lnTo>
                    <a:pt x="4048" y="2425"/>
                  </a:lnTo>
                  <a:lnTo>
                    <a:pt x="4256" y="1558"/>
                  </a:lnTo>
                  <a:lnTo>
                    <a:pt x="4230" y="1102"/>
                  </a:lnTo>
                  <a:lnTo>
                    <a:pt x="4074" y="711"/>
                  </a:lnTo>
                  <a:lnTo>
                    <a:pt x="3813" y="503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6555925" y="2922075"/>
              <a:ext cx="207125" cy="119625"/>
            </a:xfrm>
            <a:custGeom>
              <a:rect b="b" l="l" r="r" t="t"/>
              <a:pathLst>
                <a:path extrusionOk="0" h="4785" w="8285">
                  <a:moveTo>
                    <a:pt x="5404" y="1"/>
                  </a:moveTo>
                  <a:lnTo>
                    <a:pt x="4739" y="274"/>
                  </a:lnTo>
                  <a:lnTo>
                    <a:pt x="3168" y="900"/>
                  </a:lnTo>
                  <a:lnTo>
                    <a:pt x="756" y="1441"/>
                  </a:lnTo>
                  <a:lnTo>
                    <a:pt x="0" y="2438"/>
                  </a:lnTo>
                  <a:lnTo>
                    <a:pt x="0" y="2438"/>
                  </a:lnTo>
                  <a:lnTo>
                    <a:pt x="574" y="2354"/>
                  </a:lnTo>
                  <a:lnTo>
                    <a:pt x="2060" y="3305"/>
                  </a:lnTo>
                  <a:lnTo>
                    <a:pt x="3207" y="3664"/>
                  </a:lnTo>
                  <a:lnTo>
                    <a:pt x="3566" y="3481"/>
                  </a:lnTo>
                  <a:lnTo>
                    <a:pt x="4074" y="3533"/>
                  </a:lnTo>
                  <a:lnTo>
                    <a:pt x="4550" y="3781"/>
                  </a:lnTo>
                  <a:lnTo>
                    <a:pt x="4654" y="4094"/>
                  </a:lnTo>
                  <a:lnTo>
                    <a:pt x="5593" y="4785"/>
                  </a:lnTo>
                  <a:lnTo>
                    <a:pt x="6616" y="4543"/>
                  </a:lnTo>
                  <a:lnTo>
                    <a:pt x="6740" y="4641"/>
                  </a:lnTo>
                  <a:lnTo>
                    <a:pt x="6844" y="4348"/>
                  </a:lnTo>
                  <a:lnTo>
                    <a:pt x="7131" y="4224"/>
                  </a:lnTo>
                  <a:lnTo>
                    <a:pt x="7626" y="4400"/>
                  </a:lnTo>
                  <a:lnTo>
                    <a:pt x="8284" y="3768"/>
                  </a:lnTo>
                  <a:lnTo>
                    <a:pt x="5501" y="1448"/>
                  </a:lnTo>
                  <a:lnTo>
                    <a:pt x="5404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7133375" y="3066600"/>
              <a:ext cx="61625" cy="49225"/>
            </a:xfrm>
            <a:custGeom>
              <a:rect b="b" l="l" r="r" t="t"/>
              <a:pathLst>
                <a:path extrusionOk="0" h="1969" w="2465">
                  <a:moveTo>
                    <a:pt x="1858" y="1"/>
                  </a:moveTo>
                  <a:lnTo>
                    <a:pt x="1259" y="418"/>
                  </a:lnTo>
                  <a:lnTo>
                    <a:pt x="1109" y="79"/>
                  </a:lnTo>
                  <a:lnTo>
                    <a:pt x="868" y="281"/>
                  </a:lnTo>
                  <a:lnTo>
                    <a:pt x="613" y="53"/>
                  </a:lnTo>
                  <a:lnTo>
                    <a:pt x="1" y="53"/>
                  </a:lnTo>
                  <a:lnTo>
                    <a:pt x="190" y="496"/>
                  </a:lnTo>
                  <a:lnTo>
                    <a:pt x="574" y="666"/>
                  </a:lnTo>
                  <a:lnTo>
                    <a:pt x="581" y="1070"/>
                  </a:lnTo>
                  <a:lnTo>
                    <a:pt x="1871" y="1917"/>
                  </a:lnTo>
                  <a:lnTo>
                    <a:pt x="2269" y="1969"/>
                  </a:lnTo>
                  <a:lnTo>
                    <a:pt x="2464" y="1734"/>
                  </a:lnTo>
                  <a:lnTo>
                    <a:pt x="2301" y="164"/>
                  </a:lnTo>
                  <a:lnTo>
                    <a:pt x="1858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6576625" y="3270925"/>
              <a:ext cx="102825" cy="113925"/>
            </a:xfrm>
            <a:custGeom>
              <a:rect b="b" l="l" r="r" t="t"/>
              <a:pathLst>
                <a:path extrusionOk="0" h="4557" w="4113">
                  <a:moveTo>
                    <a:pt x="3383" y="1"/>
                  </a:moveTo>
                  <a:lnTo>
                    <a:pt x="424" y="2210"/>
                  </a:lnTo>
                  <a:lnTo>
                    <a:pt x="359" y="3129"/>
                  </a:lnTo>
                  <a:lnTo>
                    <a:pt x="0" y="3396"/>
                  </a:lnTo>
                  <a:lnTo>
                    <a:pt x="111" y="4556"/>
                  </a:lnTo>
                  <a:lnTo>
                    <a:pt x="1760" y="4139"/>
                  </a:lnTo>
                  <a:lnTo>
                    <a:pt x="2118" y="4178"/>
                  </a:lnTo>
                  <a:lnTo>
                    <a:pt x="2392" y="4107"/>
                  </a:lnTo>
                  <a:lnTo>
                    <a:pt x="3422" y="3285"/>
                  </a:lnTo>
                  <a:lnTo>
                    <a:pt x="3806" y="3422"/>
                  </a:lnTo>
                  <a:lnTo>
                    <a:pt x="4035" y="3377"/>
                  </a:lnTo>
                  <a:lnTo>
                    <a:pt x="4113" y="3292"/>
                  </a:lnTo>
                  <a:lnTo>
                    <a:pt x="3846" y="2692"/>
                  </a:lnTo>
                  <a:lnTo>
                    <a:pt x="4008" y="2412"/>
                  </a:lnTo>
                  <a:lnTo>
                    <a:pt x="3800" y="2086"/>
                  </a:lnTo>
                  <a:lnTo>
                    <a:pt x="3454" y="1206"/>
                  </a:lnTo>
                  <a:lnTo>
                    <a:pt x="3611" y="789"/>
                  </a:lnTo>
                  <a:lnTo>
                    <a:pt x="338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5325075" y="2016475"/>
              <a:ext cx="222450" cy="281900"/>
            </a:xfrm>
            <a:custGeom>
              <a:rect b="b" l="l" r="r" t="t"/>
              <a:pathLst>
                <a:path extrusionOk="0" h="11276" w="8898">
                  <a:moveTo>
                    <a:pt x="8865" y="0"/>
                  </a:moveTo>
                  <a:lnTo>
                    <a:pt x="6916" y="13"/>
                  </a:lnTo>
                  <a:lnTo>
                    <a:pt x="6916" y="1323"/>
                  </a:lnTo>
                  <a:lnTo>
                    <a:pt x="5260" y="1330"/>
                  </a:lnTo>
                  <a:lnTo>
                    <a:pt x="5267" y="2080"/>
                  </a:lnTo>
                  <a:lnTo>
                    <a:pt x="4641" y="2080"/>
                  </a:lnTo>
                  <a:lnTo>
                    <a:pt x="4648" y="2712"/>
                  </a:lnTo>
                  <a:lnTo>
                    <a:pt x="3833" y="2770"/>
                  </a:lnTo>
                  <a:lnTo>
                    <a:pt x="3833" y="4061"/>
                  </a:lnTo>
                  <a:lnTo>
                    <a:pt x="1624" y="4067"/>
                  </a:lnTo>
                  <a:lnTo>
                    <a:pt x="1637" y="5084"/>
                  </a:lnTo>
                  <a:lnTo>
                    <a:pt x="1643" y="5377"/>
                  </a:lnTo>
                  <a:lnTo>
                    <a:pt x="1852" y="5377"/>
                  </a:lnTo>
                  <a:lnTo>
                    <a:pt x="1852" y="6010"/>
                  </a:lnTo>
                  <a:lnTo>
                    <a:pt x="1650" y="6010"/>
                  </a:lnTo>
                  <a:lnTo>
                    <a:pt x="1650" y="6616"/>
                  </a:lnTo>
                  <a:lnTo>
                    <a:pt x="1" y="6622"/>
                  </a:lnTo>
                  <a:lnTo>
                    <a:pt x="27" y="11276"/>
                  </a:lnTo>
                  <a:lnTo>
                    <a:pt x="1330" y="11256"/>
                  </a:lnTo>
                  <a:lnTo>
                    <a:pt x="3826" y="11276"/>
                  </a:lnTo>
                  <a:lnTo>
                    <a:pt x="8291" y="11269"/>
                  </a:lnTo>
                  <a:lnTo>
                    <a:pt x="8252" y="5462"/>
                  </a:lnTo>
                  <a:lnTo>
                    <a:pt x="8252" y="5325"/>
                  </a:lnTo>
                  <a:lnTo>
                    <a:pt x="6688" y="5338"/>
                  </a:lnTo>
                  <a:lnTo>
                    <a:pt x="6688" y="4289"/>
                  </a:lnTo>
                  <a:lnTo>
                    <a:pt x="7346" y="3311"/>
                  </a:lnTo>
                  <a:lnTo>
                    <a:pt x="8897" y="3311"/>
                  </a:lnTo>
                  <a:lnTo>
                    <a:pt x="8871" y="1121"/>
                  </a:lnTo>
                  <a:lnTo>
                    <a:pt x="8865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5027400" y="3342950"/>
              <a:ext cx="241650" cy="249650"/>
            </a:xfrm>
            <a:custGeom>
              <a:rect b="b" l="l" r="r" t="t"/>
              <a:pathLst>
                <a:path extrusionOk="0" h="9986" w="9666">
                  <a:moveTo>
                    <a:pt x="3728" y="0"/>
                  </a:moveTo>
                  <a:lnTo>
                    <a:pt x="3402" y="580"/>
                  </a:lnTo>
                  <a:lnTo>
                    <a:pt x="3187" y="2829"/>
                  </a:lnTo>
                  <a:lnTo>
                    <a:pt x="2470" y="3474"/>
                  </a:lnTo>
                  <a:lnTo>
                    <a:pt x="776" y="3539"/>
                  </a:lnTo>
                  <a:lnTo>
                    <a:pt x="567" y="3592"/>
                  </a:lnTo>
                  <a:lnTo>
                    <a:pt x="59" y="4152"/>
                  </a:lnTo>
                  <a:lnTo>
                    <a:pt x="156" y="4491"/>
                  </a:lnTo>
                  <a:lnTo>
                    <a:pt x="365" y="4660"/>
                  </a:lnTo>
                  <a:lnTo>
                    <a:pt x="170" y="5749"/>
                  </a:lnTo>
                  <a:lnTo>
                    <a:pt x="163" y="6153"/>
                  </a:lnTo>
                  <a:lnTo>
                    <a:pt x="319" y="6257"/>
                  </a:lnTo>
                  <a:lnTo>
                    <a:pt x="372" y="6616"/>
                  </a:lnTo>
                  <a:lnTo>
                    <a:pt x="274" y="7496"/>
                  </a:lnTo>
                  <a:lnTo>
                    <a:pt x="678" y="8154"/>
                  </a:lnTo>
                  <a:lnTo>
                    <a:pt x="352" y="8623"/>
                  </a:lnTo>
                  <a:lnTo>
                    <a:pt x="502" y="8897"/>
                  </a:lnTo>
                  <a:lnTo>
                    <a:pt x="7" y="9984"/>
                  </a:lnTo>
                  <a:lnTo>
                    <a:pt x="7" y="9984"/>
                  </a:lnTo>
                  <a:lnTo>
                    <a:pt x="2809" y="9516"/>
                  </a:lnTo>
                  <a:lnTo>
                    <a:pt x="3161" y="9614"/>
                  </a:lnTo>
                  <a:lnTo>
                    <a:pt x="5155" y="9666"/>
                  </a:lnTo>
                  <a:lnTo>
                    <a:pt x="6185" y="9216"/>
                  </a:lnTo>
                  <a:lnTo>
                    <a:pt x="6283" y="8388"/>
                  </a:lnTo>
                  <a:lnTo>
                    <a:pt x="6641" y="7874"/>
                  </a:lnTo>
                  <a:lnTo>
                    <a:pt x="8466" y="7678"/>
                  </a:lnTo>
                  <a:lnTo>
                    <a:pt x="9666" y="6681"/>
                  </a:lnTo>
                  <a:lnTo>
                    <a:pt x="9209" y="4843"/>
                  </a:lnTo>
                  <a:lnTo>
                    <a:pt x="8369" y="3950"/>
                  </a:lnTo>
                  <a:lnTo>
                    <a:pt x="8095" y="3305"/>
                  </a:lnTo>
                  <a:lnTo>
                    <a:pt x="8147" y="3168"/>
                  </a:lnTo>
                  <a:lnTo>
                    <a:pt x="6035" y="652"/>
                  </a:lnTo>
                  <a:lnTo>
                    <a:pt x="3728" y="0"/>
                  </a:lnTo>
                  <a:close/>
                  <a:moveTo>
                    <a:pt x="7" y="9984"/>
                  </a:moveTo>
                  <a:lnTo>
                    <a:pt x="0" y="9985"/>
                  </a:lnTo>
                  <a:lnTo>
                    <a:pt x="7" y="9985"/>
                  </a:lnTo>
                  <a:lnTo>
                    <a:pt x="7" y="9984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6676325" y="3124125"/>
              <a:ext cx="179425" cy="117325"/>
            </a:xfrm>
            <a:custGeom>
              <a:rect b="b" l="l" r="r" t="t"/>
              <a:pathLst>
                <a:path extrusionOk="0" h="4693" w="7177">
                  <a:moveTo>
                    <a:pt x="1826" y="0"/>
                  </a:moveTo>
                  <a:lnTo>
                    <a:pt x="1617" y="281"/>
                  </a:lnTo>
                  <a:lnTo>
                    <a:pt x="1454" y="196"/>
                  </a:lnTo>
                  <a:lnTo>
                    <a:pt x="666" y="796"/>
                  </a:lnTo>
                  <a:lnTo>
                    <a:pt x="229" y="906"/>
                  </a:lnTo>
                  <a:lnTo>
                    <a:pt x="1" y="1519"/>
                  </a:lnTo>
                  <a:lnTo>
                    <a:pt x="92" y="1780"/>
                  </a:lnTo>
                  <a:lnTo>
                    <a:pt x="177" y="2568"/>
                  </a:lnTo>
                  <a:lnTo>
                    <a:pt x="842" y="4693"/>
                  </a:lnTo>
                  <a:lnTo>
                    <a:pt x="894" y="4419"/>
                  </a:lnTo>
                  <a:lnTo>
                    <a:pt x="1246" y="4080"/>
                  </a:lnTo>
                  <a:lnTo>
                    <a:pt x="1617" y="3983"/>
                  </a:lnTo>
                  <a:lnTo>
                    <a:pt x="2060" y="4321"/>
                  </a:lnTo>
                  <a:lnTo>
                    <a:pt x="2373" y="3807"/>
                  </a:lnTo>
                  <a:lnTo>
                    <a:pt x="2641" y="3754"/>
                  </a:lnTo>
                  <a:lnTo>
                    <a:pt x="2914" y="3865"/>
                  </a:lnTo>
                  <a:lnTo>
                    <a:pt x="3318" y="3644"/>
                  </a:lnTo>
                  <a:lnTo>
                    <a:pt x="3735" y="3598"/>
                  </a:lnTo>
                  <a:lnTo>
                    <a:pt x="3983" y="3187"/>
                  </a:lnTo>
                  <a:lnTo>
                    <a:pt x="4205" y="3311"/>
                  </a:lnTo>
                  <a:lnTo>
                    <a:pt x="5104" y="3161"/>
                  </a:lnTo>
                  <a:lnTo>
                    <a:pt x="5665" y="3376"/>
                  </a:lnTo>
                  <a:lnTo>
                    <a:pt x="5919" y="3663"/>
                  </a:lnTo>
                  <a:lnTo>
                    <a:pt x="7157" y="2783"/>
                  </a:lnTo>
                  <a:lnTo>
                    <a:pt x="7177" y="1219"/>
                  </a:lnTo>
                  <a:lnTo>
                    <a:pt x="3579" y="300"/>
                  </a:lnTo>
                  <a:lnTo>
                    <a:pt x="2699" y="515"/>
                  </a:lnTo>
                  <a:lnTo>
                    <a:pt x="2263" y="398"/>
                  </a:lnTo>
                  <a:lnTo>
                    <a:pt x="1995" y="20"/>
                  </a:lnTo>
                  <a:lnTo>
                    <a:pt x="1826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4517225" y="3012675"/>
              <a:ext cx="99750" cy="126625"/>
            </a:xfrm>
            <a:custGeom>
              <a:rect b="b" l="l" r="r" t="t"/>
              <a:pathLst>
                <a:path extrusionOk="0" h="5065" w="3990">
                  <a:moveTo>
                    <a:pt x="2412" y="0"/>
                  </a:moveTo>
                  <a:lnTo>
                    <a:pt x="1402" y="763"/>
                  </a:lnTo>
                  <a:lnTo>
                    <a:pt x="137" y="1845"/>
                  </a:lnTo>
                  <a:lnTo>
                    <a:pt x="131" y="1845"/>
                  </a:lnTo>
                  <a:lnTo>
                    <a:pt x="209" y="3422"/>
                  </a:lnTo>
                  <a:lnTo>
                    <a:pt x="1" y="3546"/>
                  </a:lnTo>
                  <a:lnTo>
                    <a:pt x="46" y="3859"/>
                  </a:lnTo>
                  <a:lnTo>
                    <a:pt x="613" y="4348"/>
                  </a:lnTo>
                  <a:lnTo>
                    <a:pt x="913" y="4895"/>
                  </a:lnTo>
                  <a:lnTo>
                    <a:pt x="1447" y="4895"/>
                  </a:lnTo>
                  <a:lnTo>
                    <a:pt x="1669" y="5065"/>
                  </a:lnTo>
                  <a:lnTo>
                    <a:pt x="2008" y="4908"/>
                  </a:lnTo>
                  <a:lnTo>
                    <a:pt x="2438" y="4576"/>
                  </a:lnTo>
                  <a:lnTo>
                    <a:pt x="3038" y="3631"/>
                  </a:lnTo>
                  <a:lnTo>
                    <a:pt x="3644" y="3109"/>
                  </a:lnTo>
                  <a:lnTo>
                    <a:pt x="3885" y="2901"/>
                  </a:lnTo>
                  <a:lnTo>
                    <a:pt x="3787" y="2731"/>
                  </a:lnTo>
                  <a:lnTo>
                    <a:pt x="3546" y="2783"/>
                  </a:lnTo>
                  <a:lnTo>
                    <a:pt x="3748" y="2516"/>
                  </a:lnTo>
                  <a:lnTo>
                    <a:pt x="3989" y="1206"/>
                  </a:lnTo>
                  <a:lnTo>
                    <a:pt x="3898" y="965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4507125" y="2666750"/>
              <a:ext cx="160850" cy="143575"/>
            </a:xfrm>
            <a:custGeom>
              <a:rect b="b" l="l" r="r" t="t"/>
              <a:pathLst>
                <a:path extrusionOk="0" h="5743" w="6434">
                  <a:moveTo>
                    <a:pt x="6433" y="1"/>
                  </a:moveTo>
                  <a:lnTo>
                    <a:pt x="0" y="2112"/>
                  </a:lnTo>
                  <a:lnTo>
                    <a:pt x="1610" y="5743"/>
                  </a:lnTo>
                  <a:lnTo>
                    <a:pt x="1891" y="5215"/>
                  </a:lnTo>
                  <a:lnTo>
                    <a:pt x="2047" y="5104"/>
                  </a:lnTo>
                  <a:lnTo>
                    <a:pt x="2190" y="5163"/>
                  </a:lnTo>
                  <a:lnTo>
                    <a:pt x="2555" y="4791"/>
                  </a:lnTo>
                  <a:lnTo>
                    <a:pt x="2855" y="4941"/>
                  </a:lnTo>
                  <a:lnTo>
                    <a:pt x="3025" y="4361"/>
                  </a:lnTo>
                  <a:lnTo>
                    <a:pt x="5397" y="3188"/>
                  </a:lnTo>
                  <a:lnTo>
                    <a:pt x="5632" y="2145"/>
                  </a:lnTo>
                  <a:lnTo>
                    <a:pt x="643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344925" y="2953375"/>
              <a:ext cx="190175" cy="147300"/>
            </a:xfrm>
            <a:custGeom>
              <a:rect b="b" l="l" r="r" t="t"/>
              <a:pathLst>
                <a:path extrusionOk="0" h="5892" w="7607">
                  <a:moveTo>
                    <a:pt x="3885" y="0"/>
                  </a:moveTo>
                  <a:lnTo>
                    <a:pt x="0" y="2144"/>
                  </a:lnTo>
                  <a:lnTo>
                    <a:pt x="0" y="2151"/>
                  </a:lnTo>
                  <a:lnTo>
                    <a:pt x="85" y="2151"/>
                  </a:lnTo>
                  <a:lnTo>
                    <a:pt x="945" y="2855"/>
                  </a:lnTo>
                  <a:lnTo>
                    <a:pt x="1225" y="2777"/>
                  </a:lnTo>
                  <a:lnTo>
                    <a:pt x="1649" y="3311"/>
                  </a:lnTo>
                  <a:lnTo>
                    <a:pt x="1603" y="3526"/>
                  </a:lnTo>
                  <a:lnTo>
                    <a:pt x="1845" y="4152"/>
                  </a:lnTo>
                  <a:lnTo>
                    <a:pt x="1630" y="4836"/>
                  </a:lnTo>
                  <a:lnTo>
                    <a:pt x="1688" y="4973"/>
                  </a:lnTo>
                  <a:lnTo>
                    <a:pt x="2190" y="5084"/>
                  </a:lnTo>
                  <a:lnTo>
                    <a:pt x="2483" y="5005"/>
                  </a:lnTo>
                  <a:lnTo>
                    <a:pt x="2601" y="5208"/>
                  </a:lnTo>
                  <a:lnTo>
                    <a:pt x="2307" y="5455"/>
                  </a:lnTo>
                  <a:lnTo>
                    <a:pt x="2353" y="5892"/>
                  </a:lnTo>
                  <a:lnTo>
                    <a:pt x="2998" y="5833"/>
                  </a:lnTo>
                  <a:lnTo>
                    <a:pt x="3363" y="5670"/>
                  </a:lnTo>
                  <a:lnTo>
                    <a:pt x="3670" y="5755"/>
                  </a:lnTo>
                  <a:lnTo>
                    <a:pt x="3754" y="5625"/>
                  </a:lnTo>
                  <a:lnTo>
                    <a:pt x="4119" y="5566"/>
                  </a:lnTo>
                  <a:lnTo>
                    <a:pt x="7606" y="2294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4450100" y="2812900"/>
              <a:ext cx="154650" cy="144550"/>
            </a:xfrm>
            <a:custGeom>
              <a:rect b="b" l="l" r="r" t="t"/>
              <a:pathLst>
                <a:path extrusionOk="0" h="5782" w="6186">
                  <a:moveTo>
                    <a:pt x="4250" y="1"/>
                  </a:moveTo>
                  <a:lnTo>
                    <a:pt x="2216" y="1715"/>
                  </a:lnTo>
                  <a:lnTo>
                    <a:pt x="828" y="2321"/>
                  </a:lnTo>
                  <a:lnTo>
                    <a:pt x="254" y="3077"/>
                  </a:lnTo>
                  <a:lnTo>
                    <a:pt x="0" y="3247"/>
                  </a:lnTo>
                  <a:lnTo>
                    <a:pt x="0" y="3253"/>
                  </a:lnTo>
                  <a:lnTo>
                    <a:pt x="196" y="3377"/>
                  </a:lnTo>
                  <a:lnTo>
                    <a:pt x="131" y="3494"/>
                  </a:lnTo>
                  <a:lnTo>
                    <a:pt x="254" y="3735"/>
                  </a:lnTo>
                  <a:lnTo>
                    <a:pt x="1265" y="5782"/>
                  </a:lnTo>
                  <a:lnTo>
                    <a:pt x="1565" y="5762"/>
                  </a:lnTo>
                  <a:lnTo>
                    <a:pt x="1975" y="5521"/>
                  </a:lnTo>
                  <a:lnTo>
                    <a:pt x="2086" y="5124"/>
                  </a:lnTo>
                  <a:lnTo>
                    <a:pt x="2262" y="5150"/>
                  </a:lnTo>
                  <a:lnTo>
                    <a:pt x="2229" y="5456"/>
                  </a:lnTo>
                  <a:lnTo>
                    <a:pt x="2464" y="5397"/>
                  </a:lnTo>
                  <a:lnTo>
                    <a:pt x="2835" y="5534"/>
                  </a:lnTo>
                  <a:lnTo>
                    <a:pt x="2914" y="5326"/>
                  </a:lnTo>
                  <a:lnTo>
                    <a:pt x="3129" y="5365"/>
                  </a:lnTo>
                  <a:lnTo>
                    <a:pt x="3077" y="5150"/>
                  </a:lnTo>
                  <a:lnTo>
                    <a:pt x="3416" y="5065"/>
                  </a:lnTo>
                  <a:lnTo>
                    <a:pt x="3455" y="4902"/>
                  </a:lnTo>
                  <a:lnTo>
                    <a:pt x="2777" y="2882"/>
                  </a:lnTo>
                  <a:lnTo>
                    <a:pt x="3148" y="2901"/>
                  </a:lnTo>
                  <a:lnTo>
                    <a:pt x="3285" y="2738"/>
                  </a:lnTo>
                  <a:lnTo>
                    <a:pt x="3240" y="2491"/>
                  </a:lnTo>
                  <a:lnTo>
                    <a:pt x="4067" y="2145"/>
                  </a:lnTo>
                  <a:lnTo>
                    <a:pt x="4817" y="1265"/>
                  </a:lnTo>
                  <a:lnTo>
                    <a:pt x="4888" y="1024"/>
                  </a:lnTo>
                  <a:lnTo>
                    <a:pt x="5886" y="561"/>
                  </a:lnTo>
                  <a:lnTo>
                    <a:pt x="6185" y="242"/>
                  </a:lnTo>
                  <a:lnTo>
                    <a:pt x="425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674700" y="2475300"/>
              <a:ext cx="157600" cy="213475"/>
            </a:xfrm>
            <a:custGeom>
              <a:rect b="b" l="l" r="r" t="t"/>
              <a:pathLst>
                <a:path extrusionOk="0" h="8539" w="6304">
                  <a:moveTo>
                    <a:pt x="2543" y="1"/>
                  </a:moveTo>
                  <a:lnTo>
                    <a:pt x="2184" y="177"/>
                  </a:lnTo>
                  <a:lnTo>
                    <a:pt x="1539" y="170"/>
                  </a:lnTo>
                  <a:lnTo>
                    <a:pt x="1" y="320"/>
                  </a:lnTo>
                  <a:lnTo>
                    <a:pt x="346" y="3611"/>
                  </a:lnTo>
                  <a:lnTo>
                    <a:pt x="822" y="4543"/>
                  </a:lnTo>
                  <a:lnTo>
                    <a:pt x="933" y="5039"/>
                  </a:lnTo>
                  <a:lnTo>
                    <a:pt x="1317" y="8291"/>
                  </a:lnTo>
                  <a:lnTo>
                    <a:pt x="4009" y="8539"/>
                  </a:lnTo>
                  <a:lnTo>
                    <a:pt x="4244" y="7815"/>
                  </a:lnTo>
                  <a:lnTo>
                    <a:pt x="4348" y="7333"/>
                  </a:lnTo>
                  <a:lnTo>
                    <a:pt x="6303" y="6525"/>
                  </a:lnTo>
                  <a:lnTo>
                    <a:pt x="5658" y="5938"/>
                  </a:lnTo>
                  <a:lnTo>
                    <a:pt x="5352" y="3501"/>
                  </a:lnTo>
                  <a:lnTo>
                    <a:pt x="6036" y="170"/>
                  </a:lnTo>
                  <a:lnTo>
                    <a:pt x="5019" y="835"/>
                  </a:lnTo>
                  <a:lnTo>
                    <a:pt x="4804" y="913"/>
                  </a:lnTo>
                  <a:lnTo>
                    <a:pt x="4537" y="822"/>
                  </a:lnTo>
                  <a:lnTo>
                    <a:pt x="3996" y="281"/>
                  </a:lnTo>
                  <a:lnTo>
                    <a:pt x="3605" y="242"/>
                  </a:lnTo>
                  <a:lnTo>
                    <a:pt x="3286" y="418"/>
                  </a:lnTo>
                  <a:lnTo>
                    <a:pt x="3025" y="301"/>
                  </a:lnTo>
                  <a:lnTo>
                    <a:pt x="2816" y="14"/>
                  </a:lnTo>
                  <a:lnTo>
                    <a:pt x="254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447900" y="3010725"/>
              <a:ext cx="182025" cy="264475"/>
            </a:xfrm>
            <a:custGeom>
              <a:rect b="b" l="l" r="r" t="t"/>
              <a:pathLst>
                <a:path extrusionOk="0" h="10579" w="7281">
                  <a:moveTo>
                    <a:pt x="3487" y="0"/>
                  </a:moveTo>
                  <a:lnTo>
                    <a:pt x="0" y="3265"/>
                  </a:lnTo>
                  <a:lnTo>
                    <a:pt x="1727" y="10578"/>
                  </a:lnTo>
                  <a:lnTo>
                    <a:pt x="2477" y="10559"/>
                  </a:lnTo>
                  <a:lnTo>
                    <a:pt x="2777" y="10389"/>
                  </a:lnTo>
                  <a:lnTo>
                    <a:pt x="3324" y="9829"/>
                  </a:lnTo>
                  <a:lnTo>
                    <a:pt x="3279" y="9698"/>
                  </a:lnTo>
                  <a:lnTo>
                    <a:pt x="4139" y="8975"/>
                  </a:lnTo>
                  <a:lnTo>
                    <a:pt x="4432" y="8290"/>
                  </a:lnTo>
                  <a:lnTo>
                    <a:pt x="4530" y="7717"/>
                  </a:lnTo>
                  <a:lnTo>
                    <a:pt x="4308" y="7469"/>
                  </a:lnTo>
                  <a:lnTo>
                    <a:pt x="4849" y="7046"/>
                  </a:lnTo>
                  <a:lnTo>
                    <a:pt x="4804" y="6557"/>
                  </a:lnTo>
                  <a:lnTo>
                    <a:pt x="4908" y="6329"/>
                  </a:lnTo>
                  <a:lnTo>
                    <a:pt x="4634" y="5716"/>
                  </a:lnTo>
                  <a:lnTo>
                    <a:pt x="4882" y="5475"/>
                  </a:lnTo>
                  <a:lnTo>
                    <a:pt x="5299" y="5403"/>
                  </a:lnTo>
                  <a:lnTo>
                    <a:pt x="5508" y="5006"/>
                  </a:lnTo>
                  <a:lnTo>
                    <a:pt x="5403" y="4628"/>
                  </a:lnTo>
                  <a:lnTo>
                    <a:pt x="5449" y="4504"/>
                  </a:lnTo>
                  <a:lnTo>
                    <a:pt x="5710" y="4673"/>
                  </a:lnTo>
                  <a:lnTo>
                    <a:pt x="5879" y="4269"/>
                  </a:lnTo>
                  <a:lnTo>
                    <a:pt x="6094" y="4256"/>
                  </a:lnTo>
                  <a:lnTo>
                    <a:pt x="6440" y="3995"/>
                  </a:lnTo>
                  <a:lnTo>
                    <a:pt x="7280" y="3572"/>
                  </a:lnTo>
                  <a:lnTo>
                    <a:pt x="6766" y="2496"/>
                  </a:lnTo>
                  <a:lnTo>
                    <a:pt x="3865" y="1649"/>
                  </a:lnTo>
                  <a:lnTo>
                    <a:pt x="3487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4331150" y="3274200"/>
              <a:ext cx="164925" cy="146500"/>
            </a:xfrm>
            <a:custGeom>
              <a:rect b="b" l="l" r="r" t="t"/>
              <a:pathLst>
                <a:path extrusionOk="0" h="5860" w="6597">
                  <a:moveTo>
                    <a:pt x="2334" y="0"/>
                  </a:moveTo>
                  <a:lnTo>
                    <a:pt x="1799" y="697"/>
                  </a:lnTo>
                  <a:lnTo>
                    <a:pt x="515" y="873"/>
                  </a:lnTo>
                  <a:lnTo>
                    <a:pt x="0" y="2073"/>
                  </a:lnTo>
                  <a:lnTo>
                    <a:pt x="59" y="2640"/>
                  </a:lnTo>
                  <a:lnTo>
                    <a:pt x="861" y="4445"/>
                  </a:lnTo>
                  <a:lnTo>
                    <a:pt x="926" y="4458"/>
                  </a:lnTo>
                  <a:lnTo>
                    <a:pt x="1891" y="4627"/>
                  </a:lnTo>
                  <a:lnTo>
                    <a:pt x="2190" y="4992"/>
                  </a:lnTo>
                  <a:lnTo>
                    <a:pt x="2366" y="5025"/>
                  </a:lnTo>
                  <a:lnTo>
                    <a:pt x="3318" y="5025"/>
                  </a:lnTo>
                  <a:lnTo>
                    <a:pt x="3800" y="4745"/>
                  </a:lnTo>
                  <a:lnTo>
                    <a:pt x="4250" y="5729"/>
                  </a:lnTo>
                  <a:lnTo>
                    <a:pt x="4810" y="5859"/>
                  </a:lnTo>
                  <a:lnTo>
                    <a:pt x="4973" y="5846"/>
                  </a:lnTo>
                  <a:lnTo>
                    <a:pt x="5612" y="5403"/>
                  </a:lnTo>
                  <a:lnTo>
                    <a:pt x="5703" y="4823"/>
                  </a:lnTo>
                  <a:lnTo>
                    <a:pt x="6153" y="4543"/>
                  </a:lnTo>
                  <a:lnTo>
                    <a:pt x="6596" y="3735"/>
                  </a:lnTo>
                  <a:lnTo>
                    <a:pt x="6368" y="3728"/>
                  </a:lnTo>
                  <a:lnTo>
                    <a:pt x="5905" y="3448"/>
                  </a:lnTo>
                  <a:lnTo>
                    <a:pt x="5651" y="2965"/>
                  </a:lnTo>
                  <a:lnTo>
                    <a:pt x="5619" y="2542"/>
                  </a:lnTo>
                  <a:lnTo>
                    <a:pt x="5840" y="1955"/>
                  </a:lnTo>
                  <a:lnTo>
                    <a:pt x="5338" y="1792"/>
                  </a:lnTo>
                  <a:lnTo>
                    <a:pt x="5188" y="1317"/>
                  </a:lnTo>
                  <a:lnTo>
                    <a:pt x="5306" y="613"/>
                  </a:lnTo>
                  <a:lnTo>
                    <a:pt x="4765" y="385"/>
                  </a:lnTo>
                  <a:lnTo>
                    <a:pt x="4608" y="202"/>
                  </a:lnTo>
                  <a:lnTo>
                    <a:pt x="3194" y="919"/>
                  </a:lnTo>
                  <a:lnTo>
                    <a:pt x="2334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5661375" y="3026850"/>
              <a:ext cx="120125" cy="118475"/>
            </a:xfrm>
            <a:custGeom>
              <a:rect b="b" l="l" r="r" t="t"/>
              <a:pathLst>
                <a:path extrusionOk="0" h="4739" w="4805">
                  <a:moveTo>
                    <a:pt x="4335" y="0"/>
                  </a:moveTo>
                  <a:lnTo>
                    <a:pt x="3892" y="281"/>
                  </a:lnTo>
                  <a:lnTo>
                    <a:pt x="3670" y="176"/>
                  </a:lnTo>
                  <a:lnTo>
                    <a:pt x="3273" y="522"/>
                  </a:lnTo>
                  <a:lnTo>
                    <a:pt x="2738" y="398"/>
                  </a:lnTo>
                  <a:lnTo>
                    <a:pt x="2386" y="157"/>
                  </a:lnTo>
                  <a:lnTo>
                    <a:pt x="2139" y="463"/>
                  </a:lnTo>
                  <a:lnTo>
                    <a:pt x="1682" y="756"/>
                  </a:lnTo>
                  <a:lnTo>
                    <a:pt x="1937" y="711"/>
                  </a:lnTo>
                  <a:lnTo>
                    <a:pt x="1950" y="1102"/>
                  </a:lnTo>
                  <a:lnTo>
                    <a:pt x="2165" y="1662"/>
                  </a:lnTo>
                  <a:lnTo>
                    <a:pt x="2028" y="2145"/>
                  </a:lnTo>
                  <a:lnTo>
                    <a:pt x="1454" y="2660"/>
                  </a:lnTo>
                  <a:lnTo>
                    <a:pt x="1142" y="2640"/>
                  </a:lnTo>
                  <a:lnTo>
                    <a:pt x="829" y="3279"/>
                  </a:lnTo>
                  <a:lnTo>
                    <a:pt x="418" y="3448"/>
                  </a:lnTo>
                  <a:lnTo>
                    <a:pt x="1" y="3787"/>
                  </a:lnTo>
                  <a:lnTo>
                    <a:pt x="1402" y="4250"/>
                  </a:lnTo>
                  <a:lnTo>
                    <a:pt x="1728" y="4478"/>
                  </a:lnTo>
                  <a:lnTo>
                    <a:pt x="2973" y="4739"/>
                  </a:lnTo>
                  <a:lnTo>
                    <a:pt x="3006" y="4713"/>
                  </a:lnTo>
                  <a:lnTo>
                    <a:pt x="2614" y="4172"/>
                  </a:lnTo>
                  <a:lnTo>
                    <a:pt x="2523" y="3846"/>
                  </a:lnTo>
                  <a:lnTo>
                    <a:pt x="2901" y="3370"/>
                  </a:lnTo>
                  <a:lnTo>
                    <a:pt x="2901" y="2823"/>
                  </a:lnTo>
                  <a:lnTo>
                    <a:pt x="3110" y="2660"/>
                  </a:lnTo>
                  <a:lnTo>
                    <a:pt x="3084" y="1982"/>
                  </a:lnTo>
                  <a:lnTo>
                    <a:pt x="3716" y="1356"/>
                  </a:lnTo>
                  <a:lnTo>
                    <a:pt x="4804" y="756"/>
                  </a:lnTo>
                  <a:lnTo>
                    <a:pt x="4654" y="339"/>
                  </a:lnTo>
                  <a:lnTo>
                    <a:pt x="4335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7140375" y="3107025"/>
              <a:ext cx="108550" cy="109825"/>
            </a:xfrm>
            <a:custGeom>
              <a:rect b="b" l="l" r="r" t="t"/>
              <a:pathLst>
                <a:path extrusionOk="0" h="4393" w="4342">
                  <a:moveTo>
                    <a:pt x="2289" y="0"/>
                  </a:moveTo>
                  <a:lnTo>
                    <a:pt x="2184" y="117"/>
                  </a:lnTo>
                  <a:lnTo>
                    <a:pt x="1989" y="352"/>
                  </a:lnTo>
                  <a:lnTo>
                    <a:pt x="1591" y="300"/>
                  </a:lnTo>
                  <a:lnTo>
                    <a:pt x="170" y="1440"/>
                  </a:lnTo>
                  <a:lnTo>
                    <a:pt x="170" y="1434"/>
                  </a:lnTo>
                  <a:lnTo>
                    <a:pt x="66" y="2027"/>
                  </a:lnTo>
                  <a:lnTo>
                    <a:pt x="1" y="3252"/>
                  </a:lnTo>
                  <a:lnTo>
                    <a:pt x="229" y="3500"/>
                  </a:lnTo>
                  <a:lnTo>
                    <a:pt x="229" y="4197"/>
                  </a:lnTo>
                  <a:lnTo>
                    <a:pt x="340" y="4393"/>
                  </a:lnTo>
                  <a:lnTo>
                    <a:pt x="848" y="3937"/>
                  </a:lnTo>
                  <a:lnTo>
                    <a:pt x="1370" y="3767"/>
                  </a:lnTo>
                  <a:lnTo>
                    <a:pt x="1839" y="3344"/>
                  </a:lnTo>
                  <a:lnTo>
                    <a:pt x="2823" y="3181"/>
                  </a:lnTo>
                  <a:lnTo>
                    <a:pt x="3371" y="3669"/>
                  </a:lnTo>
                  <a:lnTo>
                    <a:pt x="4003" y="3839"/>
                  </a:lnTo>
                  <a:lnTo>
                    <a:pt x="4342" y="3924"/>
                  </a:lnTo>
                  <a:lnTo>
                    <a:pt x="4257" y="2092"/>
                  </a:lnTo>
                  <a:lnTo>
                    <a:pt x="4074" y="1786"/>
                  </a:lnTo>
                  <a:lnTo>
                    <a:pt x="3403" y="1773"/>
                  </a:lnTo>
                  <a:lnTo>
                    <a:pt x="3169" y="1545"/>
                  </a:lnTo>
                  <a:lnTo>
                    <a:pt x="2986" y="1571"/>
                  </a:lnTo>
                  <a:lnTo>
                    <a:pt x="2771" y="1206"/>
                  </a:lnTo>
                  <a:lnTo>
                    <a:pt x="2575" y="39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5178275" y="3313125"/>
              <a:ext cx="117825" cy="151075"/>
            </a:xfrm>
            <a:custGeom>
              <a:rect b="b" l="l" r="r" t="t"/>
              <a:pathLst>
                <a:path extrusionOk="0" h="6043" w="4713">
                  <a:moveTo>
                    <a:pt x="2086" y="1"/>
                  </a:moveTo>
                  <a:lnTo>
                    <a:pt x="0" y="1845"/>
                  </a:lnTo>
                  <a:lnTo>
                    <a:pt x="2112" y="4361"/>
                  </a:lnTo>
                  <a:lnTo>
                    <a:pt x="2060" y="4498"/>
                  </a:lnTo>
                  <a:lnTo>
                    <a:pt x="2334" y="5150"/>
                  </a:lnTo>
                  <a:lnTo>
                    <a:pt x="3181" y="6042"/>
                  </a:lnTo>
                  <a:lnTo>
                    <a:pt x="3683" y="5671"/>
                  </a:lnTo>
                  <a:lnTo>
                    <a:pt x="3891" y="4667"/>
                  </a:lnTo>
                  <a:lnTo>
                    <a:pt x="3807" y="4504"/>
                  </a:lnTo>
                  <a:lnTo>
                    <a:pt x="4321" y="3983"/>
                  </a:lnTo>
                  <a:lnTo>
                    <a:pt x="4087" y="3494"/>
                  </a:lnTo>
                  <a:lnTo>
                    <a:pt x="4198" y="2725"/>
                  </a:lnTo>
                  <a:lnTo>
                    <a:pt x="4074" y="2399"/>
                  </a:lnTo>
                  <a:lnTo>
                    <a:pt x="4315" y="2165"/>
                  </a:lnTo>
                  <a:lnTo>
                    <a:pt x="4458" y="1780"/>
                  </a:lnTo>
                  <a:lnTo>
                    <a:pt x="4465" y="1552"/>
                  </a:lnTo>
                  <a:lnTo>
                    <a:pt x="4713" y="1272"/>
                  </a:lnTo>
                  <a:lnTo>
                    <a:pt x="3552" y="952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520250" y="2132150"/>
              <a:ext cx="411425" cy="322325"/>
            </a:xfrm>
            <a:custGeom>
              <a:rect b="b" l="l" r="r" t="t"/>
              <a:pathLst>
                <a:path extrusionOk="0" h="12893" w="16457">
                  <a:moveTo>
                    <a:pt x="8030" y="1"/>
                  </a:moveTo>
                  <a:lnTo>
                    <a:pt x="7965" y="235"/>
                  </a:lnTo>
                  <a:lnTo>
                    <a:pt x="7652" y="294"/>
                  </a:lnTo>
                  <a:lnTo>
                    <a:pt x="7691" y="503"/>
                  </a:lnTo>
                  <a:lnTo>
                    <a:pt x="7384" y="581"/>
                  </a:lnTo>
                  <a:lnTo>
                    <a:pt x="7437" y="750"/>
                  </a:lnTo>
                  <a:lnTo>
                    <a:pt x="7033" y="744"/>
                  </a:lnTo>
                  <a:lnTo>
                    <a:pt x="6863" y="1037"/>
                  </a:lnTo>
                  <a:lnTo>
                    <a:pt x="6452" y="2458"/>
                  </a:lnTo>
                  <a:lnTo>
                    <a:pt x="7189" y="3071"/>
                  </a:lnTo>
                  <a:lnTo>
                    <a:pt x="7593" y="3207"/>
                  </a:lnTo>
                  <a:lnTo>
                    <a:pt x="7821" y="3625"/>
                  </a:lnTo>
                  <a:lnTo>
                    <a:pt x="7143" y="3540"/>
                  </a:lnTo>
                  <a:lnTo>
                    <a:pt x="6804" y="3729"/>
                  </a:lnTo>
                  <a:lnTo>
                    <a:pt x="5977" y="3807"/>
                  </a:lnTo>
                  <a:lnTo>
                    <a:pt x="5879" y="4055"/>
                  </a:lnTo>
                  <a:lnTo>
                    <a:pt x="5560" y="4035"/>
                  </a:lnTo>
                  <a:lnTo>
                    <a:pt x="4914" y="5339"/>
                  </a:lnTo>
                  <a:lnTo>
                    <a:pt x="4719" y="5267"/>
                  </a:lnTo>
                  <a:lnTo>
                    <a:pt x="4478" y="6551"/>
                  </a:lnTo>
                  <a:lnTo>
                    <a:pt x="3194" y="6388"/>
                  </a:lnTo>
                  <a:lnTo>
                    <a:pt x="2894" y="6570"/>
                  </a:lnTo>
                  <a:lnTo>
                    <a:pt x="2561" y="6323"/>
                  </a:lnTo>
                  <a:lnTo>
                    <a:pt x="2105" y="5821"/>
                  </a:lnTo>
                  <a:lnTo>
                    <a:pt x="991" y="5358"/>
                  </a:lnTo>
                  <a:lnTo>
                    <a:pt x="1049" y="5228"/>
                  </a:lnTo>
                  <a:lnTo>
                    <a:pt x="939" y="5006"/>
                  </a:lnTo>
                  <a:lnTo>
                    <a:pt x="502" y="4804"/>
                  </a:lnTo>
                  <a:lnTo>
                    <a:pt x="7" y="4276"/>
                  </a:lnTo>
                  <a:lnTo>
                    <a:pt x="0" y="4276"/>
                  </a:lnTo>
                  <a:lnTo>
                    <a:pt x="235" y="7092"/>
                  </a:lnTo>
                  <a:lnTo>
                    <a:pt x="873" y="12892"/>
                  </a:lnTo>
                  <a:lnTo>
                    <a:pt x="1467" y="12762"/>
                  </a:lnTo>
                  <a:lnTo>
                    <a:pt x="1682" y="12462"/>
                  </a:lnTo>
                  <a:lnTo>
                    <a:pt x="2268" y="12104"/>
                  </a:lnTo>
                  <a:lnTo>
                    <a:pt x="2438" y="12104"/>
                  </a:lnTo>
                  <a:lnTo>
                    <a:pt x="2685" y="12410"/>
                  </a:lnTo>
                  <a:lnTo>
                    <a:pt x="4269" y="10194"/>
                  </a:lnTo>
                  <a:lnTo>
                    <a:pt x="7358" y="8024"/>
                  </a:lnTo>
                  <a:lnTo>
                    <a:pt x="9157" y="7235"/>
                  </a:lnTo>
                  <a:lnTo>
                    <a:pt x="9346" y="6883"/>
                  </a:lnTo>
                  <a:lnTo>
                    <a:pt x="11021" y="8285"/>
                  </a:lnTo>
                  <a:lnTo>
                    <a:pt x="11960" y="8141"/>
                  </a:lnTo>
                  <a:lnTo>
                    <a:pt x="12247" y="8239"/>
                  </a:lnTo>
                  <a:lnTo>
                    <a:pt x="12599" y="8037"/>
                  </a:lnTo>
                  <a:lnTo>
                    <a:pt x="12898" y="8070"/>
                  </a:lnTo>
                  <a:lnTo>
                    <a:pt x="13159" y="7874"/>
                  </a:lnTo>
                  <a:lnTo>
                    <a:pt x="13804" y="7744"/>
                  </a:lnTo>
                  <a:lnTo>
                    <a:pt x="13889" y="7600"/>
                  </a:lnTo>
                  <a:lnTo>
                    <a:pt x="14274" y="7476"/>
                  </a:lnTo>
                  <a:lnTo>
                    <a:pt x="14541" y="7920"/>
                  </a:lnTo>
                  <a:lnTo>
                    <a:pt x="14906" y="7920"/>
                  </a:lnTo>
                  <a:lnTo>
                    <a:pt x="15232" y="8070"/>
                  </a:lnTo>
                  <a:lnTo>
                    <a:pt x="16457" y="5704"/>
                  </a:lnTo>
                  <a:lnTo>
                    <a:pt x="16301" y="5300"/>
                  </a:lnTo>
                  <a:lnTo>
                    <a:pt x="15245" y="4009"/>
                  </a:lnTo>
                  <a:lnTo>
                    <a:pt x="13707" y="3097"/>
                  </a:lnTo>
                  <a:lnTo>
                    <a:pt x="13524" y="2686"/>
                  </a:lnTo>
                  <a:lnTo>
                    <a:pt x="12670" y="1689"/>
                  </a:lnTo>
                  <a:lnTo>
                    <a:pt x="11914" y="1572"/>
                  </a:lnTo>
                  <a:lnTo>
                    <a:pt x="11119" y="1174"/>
                  </a:lnTo>
                  <a:lnTo>
                    <a:pt x="9685" y="829"/>
                  </a:lnTo>
                  <a:lnTo>
                    <a:pt x="8030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5230900" y="2782600"/>
              <a:ext cx="204025" cy="180400"/>
            </a:xfrm>
            <a:custGeom>
              <a:rect b="b" l="l" r="r" t="t"/>
              <a:pathLst>
                <a:path extrusionOk="0" h="7216" w="8161">
                  <a:moveTo>
                    <a:pt x="2373" y="1"/>
                  </a:moveTo>
                  <a:lnTo>
                    <a:pt x="1" y="3103"/>
                  </a:lnTo>
                  <a:lnTo>
                    <a:pt x="3559" y="7216"/>
                  </a:lnTo>
                  <a:lnTo>
                    <a:pt x="3833" y="6192"/>
                  </a:lnTo>
                  <a:lnTo>
                    <a:pt x="4081" y="6108"/>
                  </a:lnTo>
                  <a:lnTo>
                    <a:pt x="4250" y="5684"/>
                  </a:lnTo>
                  <a:lnTo>
                    <a:pt x="4687" y="5273"/>
                  </a:lnTo>
                  <a:lnTo>
                    <a:pt x="4778" y="4850"/>
                  </a:lnTo>
                  <a:lnTo>
                    <a:pt x="5013" y="4791"/>
                  </a:lnTo>
                  <a:lnTo>
                    <a:pt x="7013" y="5879"/>
                  </a:lnTo>
                  <a:lnTo>
                    <a:pt x="8161" y="2464"/>
                  </a:lnTo>
                  <a:lnTo>
                    <a:pt x="5775" y="1773"/>
                  </a:lnTo>
                  <a:lnTo>
                    <a:pt x="4706" y="1806"/>
                  </a:lnTo>
                  <a:lnTo>
                    <a:pt x="4048" y="1558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4620200" y="2862925"/>
              <a:ext cx="181375" cy="163775"/>
            </a:xfrm>
            <a:custGeom>
              <a:rect b="b" l="l" r="r" t="t"/>
              <a:pathLst>
                <a:path extrusionOk="0" h="6551" w="7255">
                  <a:moveTo>
                    <a:pt x="7255" y="1"/>
                  </a:moveTo>
                  <a:lnTo>
                    <a:pt x="5886" y="398"/>
                  </a:lnTo>
                  <a:lnTo>
                    <a:pt x="4569" y="640"/>
                  </a:lnTo>
                  <a:lnTo>
                    <a:pt x="1369" y="1070"/>
                  </a:lnTo>
                  <a:lnTo>
                    <a:pt x="463" y="1761"/>
                  </a:lnTo>
                  <a:lnTo>
                    <a:pt x="1" y="3383"/>
                  </a:lnTo>
                  <a:lnTo>
                    <a:pt x="261" y="3501"/>
                  </a:lnTo>
                  <a:lnTo>
                    <a:pt x="1350" y="3527"/>
                  </a:lnTo>
                  <a:lnTo>
                    <a:pt x="2627" y="4355"/>
                  </a:lnTo>
                  <a:lnTo>
                    <a:pt x="3194" y="5306"/>
                  </a:lnTo>
                  <a:lnTo>
                    <a:pt x="4380" y="6179"/>
                  </a:lnTo>
                  <a:lnTo>
                    <a:pt x="5254" y="6551"/>
                  </a:lnTo>
                  <a:lnTo>
                    <a:pt x="5475" y="6297"/>
                  </a:lnTo>
                  <a:lnTo>
                    <a:pt x="5456" y="6147"/>
                  </a:lnTo>
                  <a:lnTo>
                    <a:pt x="5573" y="6134"/>
                  </a:lnTo>
                  <a:lnTo>
                    <a:pt x="5677" y="5710"/>
                  </a:lnTo>
                  <a:lnTo>
                    <a:pt x="5436" y="4746"/>
                  </a:lnTo>
                  <a:lnTo>
                    <a:pt x="5704" y="3944"/>
                  </a:lnTo>
                  <a:lnTo>
                    <a:pt x="5599" y="3761"/>
                  </a:lnTo>
                  <a:lnTo>
                    <a:pt x="5866" y="3449"/>
                  </a:lnTo>
                  <a:lnTo>
                    <a:pt x="5866" y="3299"/>
                  </a:lnTo>
                  <a:lnTo>
                    <a:pt x="5834" y="3188"/>
                  </a:lnTo>
                  <a:lnTo>
                    <a:pt x="6095" y="2960"/>
                  </a:lnTo>
                  <a:lnTo>
                    <a:pt x="5873" y="2080"/>
                  </a:lnTo>
                  <a:lnTo>
                    <a:pt x="5971" y="1963"/>
                  </a:lnTo>
                  <a:lnTo>
                    <a:pt x="5801" y="1774"/>
                  </a:lnTo>
                  <a:lnTo>
                    <a:pt x="7255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5043350" y="2466500"/>
              <a:ext cx="336675" cy="250625"/>
            </a:xfrm>
            <a:custGeom>
              <a:rect b="b" l="l" r="r" t="t"/>
              <a:pathLst>
                <a:path extrusionOk="0" h="10025" w="13467">
                  <a:moveTo>
                    <a:pt x="6258" y="1"/>
                  </a:moveTo>
                  <a:lnTo>
                    <a:pt x="3077" y="7"/>
                  </a:lnTo>
                  <a:lnTo>
                    <a:pt x="913" y="3983"/>
                  </a:lnTo>
                  <a:lnTo>
                    <a:pt x="1" y="10025"/>
                  </a:lnTo>
                  <a:lnTo>
                    <a:pt x="1" y="10025"/>
                  </a:lnTo>
                  <a:lnTo>
                    <a:pt x="913" y="9679"/>
                  </a:lnTo>
                  <a:lnTo>
                    <a:pt x="1167" y="9777"/>
                  </a:lnTo>
                  <a:lnTo>
                    <a:pt x="1897" y="9555"/>
                  </a:lnTo>
                  <a:lnTo>
                    <a:pt x="2680" y="9184"/>
                  </a:lnTo>
                  <a:lnTo>
                    <a:pt x="3175" y="9177"/>
                  </a:lnTo>
                  <a:lnTo>
                    <a:pt x="3592" y="8930"/>
                  </a:lnTo>
                  <a:lnTo>
                    <a:pt x="4889" y="8812"/>
                  </a:lnTo>
                  <a:lnTo>
                    <a:pt x="5593" y="8480"/>
                  </a:lnTo>
                  <a:lnTo>
                    <a:pt x="6694" y="8617"/>
                  </a:lnTo>
                  <a:lnTo>
                    <a:pt x="6877" y="8754"/>
                  </a:lnTo>
                  <a:lnTo>
                    <a:pt x="7111" y="8571"/>
                  </a:lnTo>
                  <a:lnTo>
                    <a:pt x="7705" y="8786"/>
                  </a:lnTo>
                  <a:lnTo>
                    <a:pt x="8128" y="8428"/>
                  </a:lnTo>
                  <a:lnTo>
                    <a:pt x="8949" y="8760"/>
                  </a:lnTo>
                  <a:lnTo>
                    <a:pt x="9569" y="9041"/>
                  </a:lnTo>
                  <a:lnTo>
                    <a:pt x="9855" y="8780"/>
                  </a:lnTo>
                  <a:lnTo>
                    <a:pt x="10220" y="8728"/>
                  </a:lnTo>
                  <a:lnTo>
                    <a:pt x="10540" y="8988"/>
                  </a:lnTo>
                  <a:lnTo>
                    <a:pt x="10794" y="8591"/>
                  </a:lnTo>
                  <a:lnTo>
                    <a:pt x="11015" y="8604"/>
                  </a:lnTo>
                  <a:lnTo>
                    <a:pt x="12469" y="7001"/>
                  </a:lnTo>
                  <a:lnTo>
                    <a:pt x="13088" y="6759"/>
                  </a:lnTo>
                  <a:lnTo>
                    <a:pt x="13153" y="6525"/>
                  </a:lnTo>
                  <a:lnTo>
                    <a:pt x="13466" y="6440"/>
                  </a:lnTo>
                  <a:lnTo>
                    <a:pt x="10781" y="594"/>
                  </a:lnTo>
                  <a:lnTo>
                    <a:pt x="6258" y="1"/>
                  </a:lnTo>
                  <a:close/>
                </a:path>
              </a:pathLst>
            </a:custGeom>
            <a:solidFill>
              <a:srgbClr val="E51157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6909500" y="3208200"/>
              <a:ext cx="90300" cy="108550"/>
            </a:xfrm>
            <a:custGeom>
              <a:rect b="b" l="l" r="r" t="t"/>
              <a:pathLst>
                <a:path extrusionOk="0" h="4342" w="3612">
                  <a:moveTo>
                    <a:pt x="1252" y="0"/>
                  </a:moveTo>
                  <a:lnTo>
                    <a:pt x="750" y="1219"/>
                  </a:lnTo>
                  <a:lnTo>
                    <a:pt x="313" y="1904"/>
                  </a:lnTo>
                  <a:lnTo>
                    <a:pt x="1" y="3363"/>
                  </a:lnTo>
                  <a:lnTo>
                    <a:pt x="835" y="3689"/>
                  </a:lnTo>
                  <a:lnTo>
                    <a:pt x="1317" y="4243"/>
                  </a:lnTo>
                  <a:lnTo>
                    <a:pt x="1988" y="4341"/>
                  </a:lnTo>
                  <a:lnTo>
                    <a:pt x="2432" y="4237"/>
                  </a:lnTo>
                  <a:lnTo>
                    <a:pt x="2621" y="3898"/>
                  </a:lnTo>
                  <a:lnTo>
                    <a:pt x="3096" y="3937"/>
                  </a:lnTo>
                  <a:lnTo>
                    <a:pt x="3611" y="4152"/>
                  </a:lnTo>
                  <a:lnTo>
                    <a:pt x="2432" y="3148"/>
                  </a:lnTo>
                  <a:lnTo>
                    <a:pt x="2438" y="2725"/>
                  </a:lnTo>
                  <a:lnTo>
                    <a:pt x="2275" y="2523"/>
                  </a:lnTo>
                  <a:lnTo>
                    <a:pt x="2301" y="1649"/>
                  </a:lnTo>
                  <a:lnTo>
                    <a:pt x="2425" y="958"/>
                  </a:lnTo>
                  <a:lnTo>
                    <a:pt x="1754" y="678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4032975" y="3205275"/>
              <a:ext cx="113425" cy="64225"/>
            </a:xfrm>
            <a:custGeom>
              <a:rect b="b" l="l" r="r" t="t"/>
              <a:pathLst>
                <a:path extrusionOk="0" h="2569" w="4537">
                  <a:moveTo>
                    <a:pt x="1441" y="0"/>
                  </a:moveTo>
                  <a:lnTo>
                    <a:pt x="391" y="248"/>
                  </a:lnTo>
                  <a:lnTo>
                    <a:pt x="385" y="248"/>
                  </a:lnTo>
                  <a:lnTo>
                    <a:pt x="404" y="502"/>
                  </a:lnTo>
                  <a:lnTo>
                    <a:pt x="561" y="600"/>
                  </a:lnTo>
                  <a:lnTo>
                    <a:pt x="7" y="1095"/>
                  </a:lnTo>
                  <a:lnTo>
                    <a:pt x="0" y="1636"/>
                  </a:lnTo>
                  <a:lnTo>
                    <a:pt x="163" y="2236"/>
                  </a:lnTo>
                  <a:lnTo>
                    <a:pt x="626" y="2418"/>
                  </a:lnTo>
                  <a:lnTo>
                    <a:pt x="659" y="2542"/>
                  </a:lnTo>
                  <a:lnTo>
                    <a:pt x="1323" y="2470"/>
                  </a:lnTo>
                  <a:lnTo>
                    <a:pt x="1147" y="2353"/>
                  </a:lnTo>
                  <a:lnTo>
                    <a:pt x="1323" y="2131"/>
                  </a:lnTo>
                  <a:lnTo>
                    <a:pt x="1721" y="2053"/>
                  </a:lnTo>
                  <a:lnTo>
                    <a:pt x="2321" y="2183"/>
                  </a:lnTo>
                  <a:lnTo>
                    <a:pt x="2764" y="2568"/>
                  </a:lnTo>
                  <a:lnTo>
                    <a:pt x="3168" y="2138"/>
                  </a:lnTo>
                  <a:lnTo>
                    <a:pt x="3846" y="1734"/>
                  </a:lnTo>
                  <a:lnTo>
                    <a:pt x="4497" y="1590"/>
                  </a:lnTo>
                  <a:lnTo>
                    <a:pt x="4537" y="1421"/>
                  </a:lnTo>
                  <a:lnTo>
                    <a:pt x="3637" y="665"/>
                  </a:lnTo>
                  <a:lnTo>
                    <a:pt x="3240" y="33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786000" y="2932025"/>
              <a:ext cx="163450" cy="95325"/>
            </a:xfrm>
            <a:custGeom>
              <a:rect b="b" l="l" r="r" t="t"/>
              <a:pathLst>
                <a:path extrusionOk="0" h="3813" w="6538">
                  <a:moveTo>
                    <a:pt x="6238" y="0"/>
                  </a:moveTo>
                  <a:lnTo>
                    <a:pt x="0" y="2496"/>
                  </a:lnTo>
                  <a:lnTo>
                    <a:pt x="313" y="3220"/>
                  </a:lnTo>
                  <a:lnTo>
                    <a:pt x="339" y="3683"/>
                  </a:lnTo>
                  <a:lnTo>
                    <a:pt x="496" y="3813"/>
                  </a:lnTo>
                  <a:lnTo>
                    <a:pt x="685" y="3774"/>
                  </a:lnTo>
                  <a:lnTo>
                    <a:pt x="1662" y="3481"/>
                  </a:lnTo>
                  <a:lnTo>
                    <a:pt x="1929" y="3181"/>
                  </a:lnTo>
                  <a:lnTo>
                    <a:pt x="2477" y="3116"/>
                  </a:lnTo>
                  <a:lnTo>
                    <a:pt x="3657" y="2229"/>
                  </a:lnTo>
                  <a:lnTo>
                    <a:pt x="4093" y="2353"/>
                  </a:lnTo>
                  <a:lnTo>
                    <a:pt x="4302" y="2131"/>
                  </a:lnTo>
                  <a:lnTo>
                    <a:pt x="4849" y="2431"/>
                  </a:lnTo>
                  <a:lnTo>
                    <a:pt x="5586" y="2360"/>
                  </a:lnTo>
                  <a:lnTo>
                    <a:pt x="5736" y="2607"/>
                  </a:lnTo>
                  <a:lnTo>
                    <a:pt x="6016" y="2692"/>
                  </a:lnTo>
                  <a:lnTo>
                    <a:pt x="6492" y="2614"/>
                  </a:lnTo>
                  <a:lnTo>
                    <a:pt x="6537" y="2496"/>
                  </a:lnTo>
                  <a:lnTo>
                    <a:pt x="6394" y="2425"/>
                  </a:lnTo>
                  <a:lnTo>
                    <a:pt x="6251" y="1949"/>
                  </a:lnTo>
                  <a:lnTo>
                    <a:pt x="6368" y="1864"/>
                  </a:lnTo>
                  <a:lnTo>
                    <a:pt x="5925" y="1258"/>
                  </a:lnTo>
                  <a:lnTo>
                    <a:pt x="5918" y="1121"/>
                  </a:lnTo>
                  <a:lnTo>
                    <a:pt x="6211" y="939"/>
                  </a:lnTo>
                  <a:lnTo>
                    <a:pt x="6355" y="659"/>
                  </a:lnTo>
                  <a:lnTo>
                    <a:pt x="6309" y="39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4567900" y="2904000"/>
              <a:ext cx="63900" cy="66650"/>
            </a:xfrm>
            <a:custGeom>
              <a:rect b="b" l="l" r="r" t="t"/>
              <a:pathLst>
                <a:path extrusionOk="0" h="2666" w="2556">
                  <a:moveTo>
                    <a:pt x="763" y="0"/>
                  </a:moveTo>
                  <a:lnTo>
                    <a:pt x="626" y="176"/>
                  </a:lnTo>
                  <a:lnTo>
                    <a:pt x="352" y="209"/>
                  </a:lnTo>
                  <a:lnTo>
                    <a:pt x="320" y="437"/>
                  </a:lnTo>
                  <a:lnTo>
                    <a:pt x="665" y="932"/>
                  </a:lnTo>
                  <a:lnTo>
                    <a:pt x="463" y="1102"/>
                  </a:lnTo>
                  <a:lnTo>
                    <a:pt x="522" y="1375"/>
                  </a:lnTo>
                  <a:lnTo>
                    <a:pt x="131" y="1812"/>
                  </a:lnTo>
                  <a:lnTo>
                    <a:pt x="1" y="2164"/>
                  </a:lnTo>
                  <a:lnTo>
                    <a:pt x="594" y="2216"/>
                  </a:lnTo>
                  <a:lnTo>
                    <a:pt x="939" y="1916"/>
                  </a:lnTo>
                  <a:lnTo>
                    <a:pt x="1350" y="2666"/>
                  </a:lnTo>
                  <a:lnTo>
                    <a:pt x="1649" y="2327"/>
                  </a:lnTo>
                  <a:lnTo>
                    <a:pt x="1767" y="1949"/>
                  </a:lnTo>
                  <a:lnTo>
                    <a:pt x="2054" y="2216"/>
                  </a:lnTo>
                  <a:lnTo>
                    <a:pt x="2093" y="1740"/>
                  </a:lnTo>
                  <a:lnTo>
                    <a:pt x="2555" y="118"/>
                  </a:lnTo>
                  <a:lnTo>
                    <a:pt x="1708" y="13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7172800" y="3186525"/>
              <a:ext cx="67650" cy="67800"/>
            </a:xfrm>
            <a:custGeom>
              <a:rect b="b" l="l" r="r" t="t"/>
              <a:pathLst>
                <a:path extrusionOk="0" h="2712" w="2706">
                  <a:moveTo>
                    <a:pt x="1533" y="1"/>
                  </a:moveTo>
                  <a:lnTo>
                    <a:pt x="542" y="164"/>
                  </a:lnTo>
                  <a:lnTo>
                    <a:pt x="73" y="587"/>
                  </a:lnTo>
                  <a:lnTo>
                    <a:pt x="79" y="587"/>
                  </a:lnTo>
                  <a:lnTo>
                    <a:pt x="1" y="1428"/>
                  </a:lnTo>
                  <a:lnTo>
                    <a:pt x="53" y="2490"/>
                  </a:lnTo>
                  <a:lnTo>
                    <a:pt x="1246" y="2712"/>
                  </a:lnTo>
                  <a:lnTo>
                    <a:pt x="2295" y="2236"/>
                  </a:lnTo>
                  <a:lnTo>
                    <a:pt x="1780" y="1845"/>
                  </a:lnTo>
                  <a:lnTo>
                    <a:pt x="2152" y="1878"/>
                  </a:lnTo>
                  <a:lnTo>
                    <a:pt x="2008" y="1174"/>
                  </a:lnTo>
                  <a:lnTo>
                    <a:pt x="2608" y="1122"/>
                  </a:lnTo>
                  <a:lnTo>
                    <a:pt x="2608" y="763"/>
                  </a:lnTo>
                  <a:lnTo>
                    <a:pt x="2706" y="665"/>
                  </a:lnTo>
                  <a:lnTo>
                    <a:pt x="2074" y="489"/>
                  </a:lnTo>
                  <a:lnTo>
                    <a:pt x="1533" y="1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6940775" y="3109950"/>
              <a:ext cx="50375" cy="122225"/>
            </a:xfrm>
            <a:custGeom>
              <a:rect b="b" l="l" r="r" t="t"/>
              <a:pathLst>
                <a:path extrusionOk="0" h="4889" w="2015">
                  <a:moveTo>
                    <a:pt x="809" y="0"/>
                  </a:moveTo>
                  <a:lnTo>
                    <a:pt x="894" y="1571"/>
                  </a:lnTo>
                  <a:lnTo>
                    <a:pt x="646" y="2327"/>
                  </a:lnTo>
                  <a:lnTo>
                    <a:pt x="588" y="2477"/>
                  </a:lnTo>
                  <a:lnTo>
                    <a:pt x="1" y="3930"/>
                  </a:lnTo>
                  <a:lnTo>
                    <a:pt x="503" y="4608"/>
                  </a:lnTo>
                  <a:lnTo>
                    <a:pt x="1174" y="4888"/>
                  </a:lnTo>
                  <a:lnTo>
                    <a:pt x="2015" y="326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E51157">
                <a:alpha val="247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3" name="Google Shape;503;p46"/>
          <p:cNvSpPr/>
          <p:nvPr/>
        </p:nvSpPr>
        <p:spPr>
          <a:xfrm>
            <a:off x="5511075" y="2765875"/>
            <a:ext cx="126000" cy="126000"/>
          </a:xfrm>
          <a:prstGeom prst="ellipse">
            <a:avLst/>
          </a:prstGeom>
          <a:solidFill>
            <a:srgbClr val="1C396E"/>
          </a:solidFill>
          <a:ln cap="flat" cmpd="sng" w="9525">
            <a:solidFill>
              <a:srgbClr val="003A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4" name="Google Shape;504;p46"/>
          <p:cNvCxnSpPr>
            <a:endCxn id="503" idx="1"/>
          </p:cNvCxnSpPr>
          <p:nvPr/>
        </p:nvCxnSpPr>
        <p:spPr>
          <a:xfrm>
            <a:off x="5492327" y="2709328"/>
            <a:ext cx="37200" cy="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46"/>
          <p:cNvSpPr/>
          <p:nvPr/>
        </p:nvSpPr>
        <p:spPr>
          <a:xfrm>
            <a:off x="5348650" y="1954025"/>
            <a:ext cx="126000" cy="126000"/>
          </a:xfrm>
          <a:prstGeom prst="ellipse">
            <a:avLst/>
          </a:prstGeom>
          <a:solidFill>
            <a:srgbClr val="1C396E"/>
          </a:solidFill>
          <a:ln cap="flat" cmpd="sng" w="9525">
            <a:solidFill>
              <a:srgbClr val="003A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7762451" y="3101974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46"/>
          <p:cNvSpPr/>
          <p:nvPr/>
        </p:nvSpPr>
        <p:spPr>
          <a:xfrm>
            <a:off x="8041169" y="3175204"/>
            <a:ext cx="126000" cy="1260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46"/>
          <p:cNvSpPr/>
          <p:nvPr/>
        </p:nvSpPr>
        <p:spPr>
          <a:xfrm>
            <a:off x="6288150" y="2891150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8358176" y="2892624"/>
            <a:ext cx="104700" cy="1047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5629501" y="2110625"/>
            <a:ext cx="126000" cy="126000"/>
          </a:xfrm>
          <a:prstGeom prst="ellipse">
            <a:avLst/>
          </a:prstGeom>
          <a:solidFill>
            <a:srgbClr val="1C396E"/>
          </a:solidFill>
          <a:ln cap="flat" cmpd="sng" w="9525">
            <a:solidFill>
              <a:srgbClr val="003A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46"/>
          <p:cNvSpPr/>
          <p:nvPr/>
        </p:nvSpPr>
        <p:spPr>
          <a:xfrm>
            <a:off x="7050149" y="2412594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9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46"/>
          <p:cNvSpPr/>
          <p:nvPr/>
        </p:nvSpPr>
        <p:spPr>
          <a:xfrm>
            <a:off x="7202550" y="3041077"/>
            <a:ext cx="126000" cy="1260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6856825" y="2748825"/>
            <a:ext cx="126000" cy="126000"/>
          </a:xfrm>
          <a:prstGeom prst="ellipse">
            <a:avLst/>
          </a:prstGeom>
          <a:solidFill>
            <a:srgbClr val="DEEA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6483238" y="2605771"/>
            <a:ext cx="126000" cy="1260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5962732" y="1529000"/>
            <a:ext cx="126000" cy="126000"/>
          </a:xfrm>
          <a:prstGeom prst="ellipse">
            <a:avLst/>
          </a:prstGeom>
          <a:solidFill>
            <a:srgbClr val="F49A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8.</a:t>
            </a:r>
            <a:endParaRPr sz="700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6" name="Google Shape;516;p46"/>
          <p:cNvCxnSpPr>
            <a:endCxn id="503" idx="1"/>
          </p:cNvCxnSpPr>
          <p:nvPr/>
        </p:nvCxnSpPr>
        <p:spPr>
          <a:xfrm>
            <a:off x="5398427" y="2708728"/>
            <a:ext cx="131100" cy="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46"/>
          <p:cNvSpPr/>
          <p:nvPr/>
        </p:nvSpPr>
        <p:spPr>
          <a:xfrm>
            <a:off x="8291172" y="2779950"/>
            <a:ext cx="104700" cy="1047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46"/>
          <p:cNvSpPr/>
          <p:nvPr/>
        </p:nvSpPr>
        <p:spPr>
          <a:xfrm>
            <a:off x="7919385" y="2230007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46"/>
          <p:cNvSpPr/>
          <p:nvPr/>
        </p:nvSpPr>
        <p:spPr>
          <a:xfrm>
            <a:off x="7211950" y="1719726"/>
            <a:ext cx="126000" cy="1260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46"/>
          <p:cNvSpPr/>
          <p:nvPr/>
        </p:nvSpPr>
        <p:spPr>
          <a:xfrm>
            <a:off x="6516750" y="3117017"/>
            <a:ext cx="126000" cy="1260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7505174" y="1872126"/>
            <a:ext cx="126000" cy="1260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46"/>
          <p:cNvSpPr/>
          <p:nvPr/>
        </p:nvSpPr>
        <p:spPr>
          <a:xfrm>
            <a:off x="6247767" y="2540842"/>
            <a:ext cx="126000" cy="1260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46"/>
          <p:cNvSpPr/>
          <p:nvPr/>
        </p:nvSpPr>
        <p:spPr>
          <a:xfrm>
            <a:off x="7224079" y="2126505"/>
            <a:ext cx="126000" cy="126000"/>
          </a:xfrm>
          <a:prstGeom prst="ellipse">
            <a:avLst/>
          </a:prstGeom>
          <a:solidFill>
            <a:srgbClr val="ADC6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6.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46"/>
          <p:cNvSpPr/>
          <p:nvPr/>
        </p:nvSpPr>
        <p:spPr>
          <a:xfrm>
            <a:off x="8038574" y="2351301"/>
            <a:ext cx="126000" cy="1260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4783200" y="3091626"/>
            <a:ext cx="126000" cy="126000"/>
          </a:xfrm>
          <a:prstGeom prst="ellipse">
            <a:avLst/>
          </a:prstGeom>
          <a:solidFill>
            <a:srgbClr val="ADC6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6.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6" name="Google Shape;526;p46"/>
          <p:cNvCxnSpPr>
            <a:endCxn id="525" idx="0"/>
          </p:cNvCxnSpPr>
          <p:nvPr/>
        </p:nvCxnSpPr>
        <p:spPr>
          <a:xfrm flipH="1">
            <a:off x="4846200" y="2974626"/>
            <a:ext cx="255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46"/>
          <p:cNvSpPr/>
          <p:nvPr/>
        </p:nvSpPr>
        <p:spPr>
          <a:xfrm>
            <a:off x="5814650" y="1344425"/>
            <a:ext cx="126000" cy="1260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46"/>
          <p:cNvSpPr/>
          <p:nvPr/>
        </p:nvSpPr>
        <p:spPr>
          <a:xfrm>
            <a:off x="5965898" y="1377100"/>
            <a:ext cx="126000" cy="126000"/>
          </a:xfrm>
          <a:prstGeom prst="ellipse">
            <a:avLst/>
          </a:prstGeom>
          <a:solidFill>
            <a:srgbClr val="D6A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7.</a:t>
            </a:r>
            <a:endParaRPr sz="700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46"/>
          <p:cNvSpPr/>
          <p:nvPr/>
        </p:nvSpPr>
        <p:spPr>
          <a:xfrm>
            <a:off x="5792325" y="1503100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46"/>
          <p:cNvSpPr/>
          <p:nvPr/>
        </p:nvSpPr>
        <p:spPr>
          <a:xfrm>
            <a:off x="6004491" y="1681401"/>
            <a:ext cx="126000" cy="126000"/>
          </a:xfrm>
          <a:prstGeom prst="ellipse">
            <a:avLst/>
          </a:prstGeom>
          <a:solidFill>
            <a:srgbClr val="EE65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9.</a:t>
            </a:r>
            <a:endParaRPr sz="700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46"/>
          <p:cNvSpPr/>
          <p:nvPr/>
        </p:nvSpPr>
        <p:spPr>
          <a:xfrm>
            <a:off x="8596726" y="2056743"/>
            <a:ext cx="126000" cy="1260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46"/>
          <p:cNvSpPr/>
          <p:nvPr/>
        </p:nvSpPr>
        <p:spPr>
          <a:xfrm>
            <a:off x="8596726" y="2191498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46"/>
          <p:cNvSpPr/>
          <p:nvPr/>
        </p:nvSpPr>
        <p:spPr>
          <a:xfrm>
            <a:off x="8596726" y="2336209"/>
            <a:ext cx="126000" cy="1260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46"/>
          <p:cNvSpPr/>
          <p:nvPr/>
        </p:nvSpPr>
        <p:spPr>
          <a:xfrm>
            <a:off x="8596726" y="2481781"/>
            <a:ext cx="126000" cy="126000"/>
          </a:xfrm>
          <a:prstGeom prst="ellipse">
            <a:avLst/>
          </a:prstGeom>
          <a:solidFill>
            <a:srgbClr val="EA40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5" name="Google Shape;535;p46"/>
          <p:cNvCxnSpPr/>
          <p:nvPr/>
        </p:nvCxnSpPr>
        <p:spPr>
          <a:xfrm>
            <a:off x="8563125" y="2050167"/>
            <a:ext cx="0" cy="58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6"/>
          <p:cNvCxnSpPr/>
          <p:nvPr/>
        </p:nvCxnSpPr>
        <p:spPr>
          <a:xfrm>
            <a:off x="8335750" y="2350750"/>
            <a:ext cx="2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6"/>
          <p:cNvSpPr/>
          <p:nvPr/>
        </p:nvSpPr>
        <p:spPr>
          <a:xfrm>
            <a:off x="6380772" y="3219671"/>
            <a:ext cx="104700" cy="1047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46"/>
          <p:cNvSpPr/>
          <p:nvPr/>
        </p:nvSpPr>
        <p:spPr>
          <a:xfrm>
            <a:off x="6717247" y="3269676"/>
            <a:ext cx="104700" cy="1047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endParaRPr sz="6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46"/>
          <p:cNvSpPr/>
          <p:nvPr/>
        </p:nvSpPr>
        <p:spPr>
          <a:xfrm>
            <a:off x="7369923" y="2652942"/>
            <a:ext cx="126000" cy="1260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46"/>
          <p:cNvSpPr/>
          <p:nvPr/>
        </p:nvSpPr>
        <p:spPr>
          <a:xfrm>
            <a:off x="7440153" y="2785821"/>
            <a:ext cx="126000" cy="126000"/>
          </a:xfrm>
          <a:prstGeom prst="ellipse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46"/>
          <p:cNvSpPr/>
          <p:nvPr/>
        </p:nvSpPr>
        <p:spPr>
          <a:xfrm>
            <a:off x="7419908" y="1491125"/>
            <a:ext cx="104700" cy="1047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46"/>
          <p:cNvSpPr/>
          <p:nvPr/>
        </p:nvSpPr>
        <p:spPr>
          <a:xfrm>
            <a:off x="4825710" y="2384765"/>
            <a:ext cx="126000" cy="1260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3" name="Google Shape;543;p46"/>
          <p:cNvCxnSpPr>
            <a:stCxn id="542" idx="5"/>
          </p:cNvCxnSpPr>
          <p:nvPr/>
        </p:nvCxnSpPr>
        <p:spPr>
          <a:xfrm>
            <a:off x="4933258" y="2492312"/>
            <a:ext cx="86400" cy="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46"/>
          <p:cNvSpPr/>
          <p:nvPr/>
        </p:nvSpPr>
        <p:spPr>
          <a:xfrm>
            <a:off x="8215924" y="2482899"/>
            <a:ext cx="126000" cy="126000"/>
          </a:xfrm>
          <a:prstGeom prst="ellipse">
            <a:avLst/>
          </a:prstGeom>
          <a:solidFill>
            <a:srgbClr val="1C3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46"/>
          <p:cNvSpPr/>
          <p:nvPr/>
        </p:nvSpPr>
        <p:spPr>
          <a:xfrm>
            <a:off x="6675191" y="2645175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46"/>
          <p:cNvSpPr/>
          <p:nvPr/>
        </p:nvSpPr>
        <p:spPr>
          <a:xfrm>
            <a:off x="6249525" y="1566527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46"/>
          <p:cNvSpPr/>
          <p:nvPr/>
        </p:nvSpPr>
        <p:spPr>
          <a:xfrm>
            <a:off x="7489748" y="2542852"/>
            <a:ext cx="126000" cy="126000"/>
          </a:xfrm>
          <a:prstGeom prst="ellipse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11.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46"/>
          <p:cNvSpPr/>
          <p:nvPr/>
        </p:nvSpPr>
        <p:spPr>
          <a:xfrm>
            <a:off x="5944725" y="1126604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46"/>
          <p:cNvSpPr/>
          <p:nvPr/>
        </p:nvSpPr>
        <p:spPr>
          <a:xfrm>
            <a:off x="6020925" y="1983556"/>
            <a:ext cx="126000" cy="126000"/>
          </a:xfrm>
          <a:prstGeom prst="ellipse">
            <a:avLst/>
          </a:prstGeom>
          <a:solidFill>
            <a:srgbClr val="67B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 sz="700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0" name="Google Shape;550;p46"/>
          <p:cNvCxnSpPr>
            <a:endCxn id="507" idx="0"/>
          </p:cNvCxnSpPr>
          <p:nvPr/>
        </p:nvCxnSpPr>
        <p:spPr>
          <a:xfrm flipH="1">
            <a:off x="8104169" y="2753404"/>
            <a:ext cx="43200" cy="4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6"/>
          <p:cNvCxnSpPr>
            <a:endCxn id="512" idx="0"/>
          </p:cNvCxnSpPr>
          <p:nvPr/>
        </p:nvCxnSpPr>
        <p:spPr>
          <a:xfrm>
            <a:off x="7249350" y="2907577"/>
            <a:ext cx="16200" cy="13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6"/>
          <p:cNvCxnSpPr>
            <a:endCxn id="506" idx="0"/>
          </p:cNvCxnSpPr>
          <p:nvPr/>
        </p:nvCxnSpPr>
        <p:spPr>
          <a:xfrm flipH="1">
            <a:off x="7825451" y="2517574"/>
            <a:ext cx="81300" cy="58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7"/>
          <p:cNvSpPr txBox="1"/>
          <p:nvPr>
            <p:ph type="title"/>
          </p:nvPr>
        </p:nvSpPr>
        <p:spPr>
          <a:xfrm>
            <a:off x="4145250" y="979200"/>
            <a:ext cx="4511700" cy="3185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E51157"/>
                </a:highlight>
              </a:rPr>
              <a:t>1. [Escreva o nome da entidade formadora]</a:t>
            </a:r>
            <a:endParaRPr>
              <a:highlight>
                <a:srgbClr val="E51157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8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[Escreva o nome da entidade formadora]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8"/>
          <p:cNvSpPr txBox="1"/>
          <p:nvPr/>
        </p:nvSpPr>
        <p:spPr>
          <a:xfrm>
            <a:off x="723773" y="682975"/>
            <a:ext cx="4372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Inaugurada em X de mês de 20XX.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48"/>
          <p:cNvSpPr txBox="1"/>
          <p:nvPr/>
        </p:nvSpPr>
        <p:spPr>
          <a:xfrm>
            <a:off x="5324096" y="1070275"/>
            <a:ext cx="3459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 20XX, </a:t>
            </a:r>
            <a:r>
              <a:rPr b="1" lang="pt-BR" sz="1500">
                <a:solidFill>
                  <a:srgbClr val="E52F11"/>
                </a:solidFill>
                <a:latin typeface="Montserrat"/>
                <a:ea typeface="Montserrat"/>
                <a:cs typeface="Montserrat"/>
                <a:sym typeface="Montserrat"/>
              </a:rPr>
              <a:t>X.XXX estudantes estão matriculados</a:t>
            </a:r>
            <a:r>
              <a:rPr lang="pt-BR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nos diversos cursos técnicos disponíveis, sendo eles: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pt-BR" sz="1500">
                <a:solidFill>
                  <a:srgbClr val="434343"/>
                </a:solidFill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Curso x</a:t>
            </a:r>
            <a:endParaRPr sz="1500">
              <a:solidFill>
                <a:srgbClr val="434343"/>
              </a:solidFill>
              <a:highlight>
                <a:srgbClr val="F4CCCC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pt-BR" sz="1500">
                <a:solidFill>
                  <a:srgbClr val="434343"/>
                </a:solidFill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Curso x</a:t>
            </a:r>
            <a:endParaRPr sz="1500">
              <a:solidFill>
                <a:srgbClr val="434343"/>
              </a:solidFill>
              <a:highlight>
                <a:srgbClr val="F4CCCC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pt-BR" sz="1500">
                <a:solidFill>
                  <a:srgbClr val="434343"/>
                </a:solidFill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Curso x</a:t>
            </a:r>
            <a:endParaRPr sz="1500">
              <a:solidFill>
                <a:srgbClr val="434343"/>
              </a:solidFill>
              <a:highlight>
                <a:srgbClr val="F4CCC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48"/>
          <p:cNvSpPr txBox="1"/>
          <p:nvPr/>
        </p:nvSpPr>
        <p:spPr>
          <a:xfrm>
            <a:off x="1000676" y="2054875"/>
            <a:ext cx="38190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pt-BR" sz="1700">
                <a:solidFill>
                  <a:srgbClr val="434343"/>
                </a:solidFill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[INSERIR UMA FOTO DA ESCOLA]</a:t>
            </a:r>
            <a:endParaRPr b="1" sz="1700">
              <a:solidFill>
                <a:srgbClr val="434343"/>
              </a:solidFill>
              <a:highlight>
                <a:srgbClr val="F4CCC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9"/>
          <p:cNvSpPr txBox="1"/>
          <p:nvPr>
            <p:ph type="title"/>
          </p:nvPr>
        </p:nvSpPr>
        <p:spPr>
          <a:xfrm>
            <a:off x="4145250" y="979200"/>
            <a:ext cx="4511700" cy="3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>
                <a:highlight>
                  <a:srgbClr val="E51157"/>
                </a:highlight>
              </a:rPr>
              <a:t>2. [Escreva o nome da entidade formadora]</a:t>
            </a:r>
            <a:endParaRPr>
              <a:highlight>
                <a:srgbClr val="E51157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0"/>
          <p:cNvSpPr/>
          <p:nvPr/>
        </p:nvSpPr>
        <p:spPr>
          <a:xfrm>
            <a:off x="5026500" y="1298100"/>
            <a:ext cx="4117500" cy="2547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0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[Escreva o nome da entidade formadora]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 txBox="1"/>
          <p:nvPr/>
        </p:nvSpPr>
        <p:spPr>
          <a:xfrm>
            <a:off x="1302064" y="1191925"/>
            <a:ext cx="363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6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Inaugurada em X de mês de 20XX.</a:t>
            </a:r>
            <a:endParaRPr b="0" i="0" sz="16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50"/>
          <p:cNvSpPr txBox="1"/>
          <p:nvPr/>
        </p:nvSpPr>
        <p:spPr>
          <a:xfrm>
            <a:off x="5294950" y="1384775"/>
            <a:ext cx="36357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 20XX, </a:t>
            </a:r>
            <a:r>
              <a:rPr b="1" i="0" lang="pt-BR" sz="1500" u="none" cap="none" strike="noStrike">
                <a:solidFill>
                  <a:srgbClr val="E52F11"/>
                </a:solidFill>
                <a:latin typeface="Montserrat"/>
                <a:ea typeface="Montserrat"/>
                <a:cs typeface="Montserrat"/>
                <a:sym typeface="Montserrat"/>
              </a:rPr>
              <a:t>X.XXX estudantes estão matriculados</a:t>
            </a:r>
            <a:r>
              <a:rPr b="0" i="0" lang="pt-BR" sz="15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nos seguintes cursos técnicos disponíveis:</a:t>
            </a:r>
            <a:endParaRPr b="0" i="0" sz="15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609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b="0" i="0" lang="pt-BR" sz="15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Curso x</a:t>
            </a:r>
            <a:endParaRPr b="0" i="0" sz="15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609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b="0" i="0" lang="pt-BR" sz="15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Curso x</a:t>
            </a:r>
            <a:endParaRPr b="0" i="0" sz="15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609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b="0" i="0" lang="pt-BR" sz="15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Curso x</a:t>
            </a:r>
            <a:endParaRPr b="0" i="0" sz="15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50"/>
          <p:cNvSpPr/>
          <p:nvPr/>
        </p:nvSpPr>
        <p:spPr>
          <a:xfrm>
            <a:off x="354450" y="1104238"/>
            <a:ext cx="858900" cy="8100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50"/>
          <p:cNvSpPr txBox="1"/>
          <p:nvPr/>
        </p:nvSpPr>
        <p:spPr>
          <a:xfrm>
            <a:off x="1302075" y="2294175"/>
            <a:ext cx="25164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700" u="none" cap="none" strike="noStrike">
                <a:solidFill>
                  <a:srgbClr val="E52F11"/>
                </a:solidFill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[INSERIR UMA FOTO DA ESCOLA AQUI]</a:t>
            </a:r>
            <a:endParaRPr b="1" i="0" sz="1700" u="none" cap="none" strike="noStrike">
              <a:solidFill>
                <a:srgbClr val="E52F11"/>
              </a:solidFill>
              <a:highlight>
                <a:srgbClr val="F4CCC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81" name="Google Shape;581;p50"/>
          <p:cNvGrpSpPr/>
          <p:nvPr/>
        </p:nvGrpSpPr>
        <p:grpSpPr>
          <a:xfrm>
            <a:off x="493419" y="1269420"/>
            <a:ext cx="580959" cy="479643"/>
            <a:chOff x="1126774" y="5763522"/>
            <a:chExt cx="774716" cy="639524"/>
          </a:xfrm>
        </p:grpSpPr>
        <p:sp>
          <p:nvSpPr>
            <p:cNvPr id="582" name="Google Shape;582;p50"/>
            <p:cNvSpPr/>
            <p:nvPr/>
          </p:nvSpPr>
          <p:spPr>
            <a:xfrm>
              <a:off x="1126774" y="5763522"/>
              <a:ext cx="774716" cy="639524"/>
            </a:xfrm>
            <a:custGeom>
              <a:rect b="b" l="l" r="r" t="t"/>
              <a:pathLst>
                <a:path extrusionOk="0" h="6669" w="8079">
                  <a:moveTo>
                    <a:pt x="2714" y="1415"/>
                  </a:moveTo>
                  <a:lnTo>
                    <a:pt x="1871" y="2356"/>
                  </a:lnTo>
                  <a:lnTo>
                    <a:pt x="684" y="2356"/>
                  </a:lnTo>
                  <a:lnTo>
                    <a:pt x="1625" y="1415"/>
                  </a:lnTo>
                  <a:close/>
                  <a:moveTo>
                    <a:pt x="6460" y="1415"/>
                  </a:moveTo>
                  <a:lnTo>
                    <a:pt x="7402" y="2356"/>
                  </a:lnTo>
                  <a:lnTo>
                    <a:pt x="6214" y="2356"/>
                  </a:lnTo>
                  <a:lnTo>
                    <a:pt x="5372" y="1415"/>
                  </a:lnTo>
                  <a:close/>
                  <a:moveTo>
                    <a:pt x="4467" y="4885"/>
                  </a:moveTo>
                  <a:lnTo>
                    <a:pt x="4467" y="6410"/>
                  </a:lnTo>
                  <a:lnTo>
                    <a:pt x="3569" y="6410"/>
                  </a:lnTo>
                  <a:lnTo>
                    <a:pt x="3569" y="4885"/>
                  </a:lnTo>
                  <a:close/>
                  <a:moveTo>
                    <a:pt x="4043" y="320"/>
                  </a:moveTo>
                  <a:lnTo>
                    <a:pt x="6061" y="2565"/>
                  </a:lnTo>
                  <a:cubicBezTo>
                    <a:pt x="6085" y="2596"/>
                    <a:pt x="6116" y="2609"/>
                    <a:pt x="6153" y="2609"/>
                  </a:cubicBezTo>
                  <a:lnTo>
                    <a:pt x="7106" y="2609"/>
                  </a:lnTo>
                  <a:lnTo>
                    <a:pt x="7106" y="6410"/>
                  </a:lnTo>
                  <a:lnTo>
                    <a:pt x="4726" y="6410"/>
                  </a:lnTo>
                  <a:lnTo>
                    <a:pt x="4726" y="4756"/>
                  </a:lnTo>
                  <a:cubicBezTo>
                    <a:pt x="4726" y="4682"/>
                    <a:pt x="4670" y="4626"/>
                    <a:pt x="4596" y="4626"/>
                  </a:cubicBezTo>
                  <a:lnTo>
                    <a:pt x="3440" y="4626"/>
                  </a:lnTo>
                  <a:cubicBezTo>
                    <a:pt x="3372" y="4626"/>
                    <a:pt x="3311" y="4682"/>
                    <a:pt x="3311" y="4756"/>
                  </a:cubicBezTo>
                  <a:lnTo>
                    <a:pt x="3311" y="6410"/>
                  </a:lnTo>
                  <a:lnTo>
                    <a:pt x="973" y="6410"/>
                  </a:lnTo>
                  <a:lnTo>
                    <a:pt x="973" y="2609"/>
                  </a:lnTo>
                  <a:lnTo>
                    <a:pt x="1926" y="2609"/>
                  </a:lnTo>
                  <a:cubicBezTo>
                    <a:pt x="1963" y="2609"/>
                    <a:pt x="2000" y="2596"/>
                    <a:pt x="2025" y="2565"/>
                  </a:cubicBezTo>
                  <a:lnTo>
                    <a:pt x="4043" y="320"/>
                  </a:lnTo>
                  <a:close/>
                  <a:moveTo>
                    <a:pt x="4043" y="0"/>
                  </a:moveTo>
                  <a:cubicBezTo>
                    <a:pt x="4006" y="0"/>
                    <a:pt x="3969" y="19"/>
                    <a:pt x="3944" y="43"/>
                  </a:cubicBezTo>
                  <a:lnTo>
                    <a:pt x="2941" y="1157"/>
                  </a:lnTo>
                  <a:lnTo>
                    <a:pt x="1570" y="1157"/>
                  </a:lnTo>
                  <a:cubicBezTo>
                    <a:pt x="1533" y="1157"/>
                    <a:pt x="1502" y="1175"/>
                    <a:pt x="1477" y="1200"/>
                  </a:cubicBezTo>
                  <a:lnTo>
                    <a:pt x="284" y="2393"/>
                  </a:lnTo>
                  <a:cubicBezTo>
                    <a:pt x="247" y="2430"/>
                    <a:pt x="235" y="2485"/>
                    <a:pt x="259" y="2529"/>
                  </a:cubicBezTo>
                  <a:cubicBezTo>
                    <a:pt x="278" y="2578"/>
                    <a:pt x="321" y="2609"/>
                    <a:pt x="376" y="2609"/>
                  </a:cubicBezTo>
                  <a:lnTo>
                    <a:pt x="721" y="2609"/>
                  </a:lnTo>
                  <a:lnTo>
                    <a:pt x="721" y="6410"/>
                  </a:lnTo>
                  <a:lnTo>
                    <a:pt x="130" y="6410"/>
                  </a:lnTo>
                  <a:cubicBezTo>
                    <a:pt x="62" y="6410"/>
                    <a:pt x="1" y="6472"/>
                    <a:pt x="1" y="6540"/>
                  </a:cubicBezTo>
                  <a:cubicBezTo>
                    <a:pt x="1" y="6613"/>
                    <a:pt x="62" y="6669"/>
                    <a:pt x="130" y="6669"/>
                  </a:cubicBezTo>
                  <a:lnTo>
                    <a:pt x="7949" y="6669"/>
                  </a:lnTo>
                  <a:cubicBezTo>
                    <a:pt x="8023" y="6669"/>
                    <a:pt x="8078" y="6613"/>
                    <a:pt x="8078" y="6540"/>
                  </a:cubicBezTo>
                  <a:cubicBezTo>
                    <a:pt x="8078" y="6472"/>
                    <a:pt x="8023" y="6410"/>
                    <a:pt x="7949" y="6410"/>
                  </a:cubicBezTo>
                  <a:lnTo>
                    <a:pt x="7365" y="6410"/>
                  </a:lnTo>
                  <a:lnTo>
                    <a:pt x="7365" y="2609"/>
                  </a:lnTo>
                  <a:lnTo>
                    <a:pt x="7709" y="2609"/>
                  </a:lnTo>
                  <a:cubicBezTo>
                    <a:pt x="7758" y="2609"/>
                    <a:pt x="7808" y="2578"/>
                    <a:pt x="7826" y="2529"/>
                  </a:cubicBezTo>
                  <a:cubicBezTo>
                    <a:pt x="7845" y="2485"/>
                    <a:pt x="7838" y="2430"/>
                    <a:pt x="7802" y="2393"/>
                  </a:cubicBezTo>
                  <a:lnTo>
                    <a:pt x="6608" y="1200"/>
                  </a:lnTo>
                  <a:cubicBezTo>
                    <a:pt x="6583" y="1175"/>
                    <a:pt x="6547" y="1157"/>
                    <a:pt x="6516" y="1157"/>
                  </a:cubicBezTo>
                  <a:lnTo>
                    <a:pt x="5138" y="1157"/>
                  </a:lnTo>
                  <a:lnTo>
                    <a:pt x="4135" y="43"/>
                  </a:lnTo>
                  <a:cubicBezTo>
                    <a:pt x="4110" y="19"/>
                    <a:pt x="4080" y="0"/>
                    <a:pt x="4043" y="0"/>
                  </a:cubicBezTo>
                  <a:close/>
                </a:path>
              </a:pathLst>
            </a:custGeom>
            <a:solidFill>
              <a:srgbClr val="01397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0"/>
            <p:cNvSpPr/>
            <p:nvPr/>
          </p:nvSpPr>
          <p:spPr>
            <a:xfrm>
              <a:off x="1261882" y="6070858"/>
              <a:ext cx="135208" cy="92730"/>
            </a:xfrm>
            <a:custGeom>
              <a:rect b="b" l="l" r="r" t="t"/>
              <a:pathLst>
                <a:path extrusionOk="0" h="967" w="1410">
                  <a:moveTo>
                    <a:pt x="1157" y="259"/>
                  </a:moveTo>
                  <a:lnTo>
                    <a:pt x="1157" y="708"/>
                  </a:lnTo>
                  <a:lnTo>
                    <a:pt x="253" y="708"/>
                  </a:lnTo>
                  <a:lnTo>
                    <a:pt x="253" y="259"/>
                  </a:lnTo>
                  <a:close/>
                  <a:moveTo>
                    <a:pt x="130" y="0"/>
                  </a:moveTo>
                  <a:cubicBezTo>
                    <a:pt x="56" y="0"/>
                    <a:pt x="1" y="62"/>
                    <a:pt x="1" y="129"/>
                  </a:cubicBezTo>
                  <a:lnTo>
                    <a:pt x="1" y="837"/>
                  </a:lnTo>
                  <a:cubicBezTo>
                    <a:pt x="1" y="911"/>
                    <a:pt x="56" y="966"/>
                    <a:pt x="130" y="966"/>
                  </a:cubicBezTo>
                  <a:lnTo>
                    <a:pt x="1280" y="966"/>
                  </a:lnTo>
                  <a:cubicBezTo>
                    <a:pt x="1354" y="966"/>
                    <a:pt x="1409" y="911"/>
                    <a:pt x="1409" y="837"/>
                  </a:cubicBezTo>
                  <a:lnTo>
                    <a:pt x="1409" y="129"/>
                  </a:lnTo>
                  <a:cubicBezTo>
                    <a:pt x="1409" y="62"/>
                    <a:pt x="1354" y="0"/>
                    <a:pt x="1280" y="0"/>
                  </a:cubicBezTo>
                  <a:close/>
                </a:path>
              </a:pathLst>
            </a:custGeom>
            <a:solidFill>
              <a:srgbClr val="01397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0"/>
            <p:cNvSpPr/>
            <p:nvPr/>
          </p:nvSpPr>
          <p:spPr>
            <a:xfrm>
              <a:off x="1261882" y="6207121"/>
              <a:ext cx="135208" cy="92730"/>
            </a:xfrm>
            <a:custGeom>
              <a:rect b="b" l="l" r="r" t="t"/>
              <a:pathLst>
                <a:path extrusionOk="0" h="967" w="1410">
                  <a:moveTo>
                    <a:pt x="1157" y="259"/>
                  </a:moveTo>
                  <a:lnTo>
                    <a:pt x="1157" y="708"/>
                  </a:lnTo>
                  <a:lnTo>
                    <a:pt x="253" y="708"/>
                  </a:lnTo>
                  <a:lnTo>
                    <a:pt x="253" y="259"/>
                  </a:lnTo>
                  <a:close/>
                  <a:moveTo>
                    <a:pt x="130" y="0"/>
                  </a:moveTo>
                  <a:cubicBezTo>
                    <a:pt x="56" y="0"/>
                    <a:pt x="1" y="56"/>
                    <a:pt x="1" y="130"/>
                  </a:cubicBezTo>
                  <a:lnTo>
                    <a:pt x="1" y="837"/>
                  </a:lnTo>
                  <a:cubicBezTo>
                    <a:pt x="1" y="905"/>
                    <a:pt x="56" y="966"/>
                    <a:pt x="130" y="966"/>
                  </a:cubicBezTo>
                  <a:lnTo>
                    <a:pt x="1280" y="966"/>
                  </a:lnTo>
                  <a:cubicBezTo>
                    <a:pt x="1354" y="966"/>
                    <a:pt x="1409" y="905"/>
                    <a:pt x="1409" y="837"/>
                  </a:cubicBezTo>
                  <a:lnTo>
                    <a:pt x="1409" y="130"/>
                  </a:lnTo>
                  <a:cubicBezTo>
                    <a:pt x="1409" y="56"/>
                    <a:pt x="1354" y="0"/>
                    <a:pt x="1280" y="0"/>
                  </a:cubicBezTo>
                  <a:close/>
                </a:path>
              </a:pathLst>
            </a:custGeom>
            <a:solidFill>
              <a:srgbClr val="01397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0"/>
            <p:cNvSpPr/>
            <p:nvPr/>
          </p:nvSpPr>
          <p:spPr>
            <a:xfrm>
              <a:off x="1631152" y="6070858"/>
              <a:ext cx="135784" cy="92730"/>
            </a:xfrm>
            <a:custGeom>
              <a:rect b="b" l="l" r="r" t="t"/>
              <a:pathLst>
                <a:path extrusionOk="0" h="967" w="1416">
                  <a:moveTo>
                    <a:pt x="1157" y="259"/>
                  </a:moveTo>
                  <a:lnTo>
                    <a:pt x="1157" y="708"/>
                  </a:lnTo>
                  <a:lnTo>
                    <a:pt x="259" y="708"/>
                  </a:lnTo>
                  <a:lnTo>
                    <a:pt x="259" y="259"/>
                  </a:lnTo>
                  <a:close/>
                  <a:moveTo>
                    <a:pt x="130" y="0"/>
                  </a:moveTo>
                  <a:cubicBezTo>
                    <a:pt x="62" y="0"/>
                    <a:pt x="1" y="62"/>
                    <a:pt x="1" y="129"/>
                  </a:cubicBezTo>
                  <a:lnTo>
                    <a:pt x="1" y="837"/>
                  </a:lnTo>
                  <a:cubicBezTo>
                    <a:pt x="1" y="911"/>
                    <a:pt x="62" y="966"/>
                    <a:pt x="130" y="966"/>
                  </a:cubicBezTo>
                  <a:lnTo>
                    <a:pt x="1287" y="966"/>
                  </a:lnTo>
                  <a:cubicBezTo>
                    <a:pt x="1354" y="966"/>
                    <a:pt x="1416" y="911"/>
                    <a:pt x="1416" y="837"/>
                  </a:cubicBezTo>
                  <a:lnTo>
                    <a:pt x="1416" y="129"/>
                  </a:lnTo>
                  <a:cubicBezTo>
                    <a:pt x="1416" y="62"/>
                    <a:pt x="1354" y="0"/>
                    <a:pt x="1287" y="0"/>
                  </a:cubicBezTo>
                  <a:close/>
                </a:path>
              </a:pathLst>
            </a:custGeom>
            <a:solidFill>
              <a:srgbClr val="01397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50"/>
            <p:cNvSpPr/>
            <p:nvPr/>
          </p:nvSpPr>
          <p:spPr>
            <a:xfrm>
              <a:off x="1631152" y="6207121"/>
              <a:ext cx="135784" cy="92730"/>
            </a:xfrm>
            <a:custGeom>
              <a:rect b="b" l="l" r="r" t="t"/>
              <a:pathLst>
                <a:path extrusionOk="0" h="967" w="1416">
                  <a:moveTo>
                    <a:pt x="1157" y="259"/>
                  </a:moveTo>
                  <a:lnTo>
                    <a:pt x="1157" y="708"/>
                  </a:lnTo>
                  <a:lnTo>
                    <a:pt x="259" y="708"/>
                  </a:lnTo>
                  <a:lnTo>
                    <a:pt x="259" y="259"/>
                  </a:lnTo>
                  <a:close/>
                  <a:moveTo>
                    <a:pt x="130" y="0"/>
                  </a:moveTo>
                  <a:cubicBezTo>
                    <a:pt x="62" y="0"/>
                    <a:pt x="1" y="56"/>
                    <a:pt x="1" y="130"/>
                  </a:cubicBezTo>
                  <a:lnTo>
                    <a:pt x="1" y="837"/>
                  </a:lnTo>
                  <a:cubicBezTo>
                    <a:pt x="1" y="905"/>
                    <a:pt x="62" y="966"/>
                    <a:pt x="130" y="966"/>
                  </a:cubicBezTo>
                  <a:lnTo>
                    <a:pt x="1287" y="966"/>
                  </a:lnTo>
                  <a:cubicBezTo>
                    <a:pt x="1354" y="966"/>
                    <a:pt x="1416" y="905"/>
                    <a:pt x="1416" y="837"/>
                  </a:cubicBezTo>
                  <a:lnTo>
                    <a:pt x="1416" y="130"/>
                  </a:lnTo>
                  <a:cubicBezTo>
                    <a:pt x="1416" y="56"/>
                    <a:pt x="1354" y="0"/>
                    <a:pt x="1287" y="0"/>
                  </a:cubicBezTo>
                  <a:close/>
                </a:path>
              </a:pathLst>
            </a:custGeom>
            <a:solidFill>
              <a:srgbClr val="01397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0"/>
            <p:cNvSpPr/>
            <p:nvPr/>
          </p:nvSpPr>
          <p:spPr>
            <a:xfrm>
              <a:off x="1451839" y="5941019"/>
              <a:ext cx="121016" cy="121019"/>
            </a:xfrm>
            <a:custGeom>
              <a:rect b="b" l="l" r="r" t="t"/>
              <a:pathLst>
                <a:path extrusionOk="0" h="1262" w="1262">
                  <a:moveTo>
                    <a:pt x="628" y="253"/>
                  </a:moveTo>
                  <a:cubicBezTo>
                    <a:pt x="837" y="253"/>
                    <a:pt x="1003" y="425"/>
                    <a:pt x="1003" y="628"/>
                  </a:cubicBezTo>
                  <a:cubicBezTo>
                    <a:pt x="1003" y="838"/>
                    <a:pt x="837" y="1004"/>
                    <a:pt x="628" y="1004"/>
                  </a:cubicBezTo>
                  <a:cubicBezTo>
                    <a:pt x="425" y="1004"/>
                    <a:pt x="253" y="838"/>
                    <a:pt x="253" y="628"/>
                  </a:cubicBezTo>
                  <a:cubicBezTo>
                    <a:pt x="253" y="425"/>
                    <a:pt x="425" y="253"/>
                    <a:pt x="628" y="253"/>
                  </a:cubicBezTo>
                  <a:close/>
                  <a:moveTo>
                    <a:pt x="628" y="1"/>
                  </a:moveTo>
                  <a:cubicBezTo>
                    <a:pt x="284" y="1"/>
                    <a:pt x="1" y="284"/>
                    <a:pt x="1" y="628"/>
                  </a:cubicBezTo>
                  <a:cubicBezTo>
                    <a:pt x="1" y="979"/>
                    <a:pt x="284" y="1262"/>
                    <a:pt x="628" y="1262"/>
                  </a:cubicBezTo>
                  <a:cubicBezTo>
                    <a:pt x="979" y="1262"/>
                    <a:pt x="1262" y="979"/>
                    <a:pt x="1262" y="628"/>
                  </a:cubicBezTo>
                  <a:cubicBezTo>
                    <a:pt x="1262" y="284"/>
                    <a:pt x="979" y="1"/>
                    <a:pt x="628" y="1"/>
                  </a:cubicBezTo>
                  <a:close/>
                </a:path>
              </a:pathLst>
            </a:custGeom>
            <a:solidFill>
              <a:srgbClr val="01397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1"/>
          <p:cNvSpPr txBox="1"/>
          <p:nvPr>
            <p:ph type="title"/>
          </p:nvPr>
        </p:nvSpPr>
        <p:spPr>
          <a:xfrm>
            <a:off x="723775" y="182100"/>
            <a:ext cx="80601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Cursos técnicos ativos na </a:t>
            </a:r>
            <a:r>
              <a:rPr lang="pt-BR">
                <a:highlight>
                  <a:srgbClr val="FAE9EB"/>
                </a:highlight>
              </a:rPr>
              <a:t>[Inserir nome da escola]</a:t>
            </a:r>
            <a:r>
              <a:rPr lang="pt-BR"/>
              <a:t> para inserção dos jovens na aprendizagem profissional</a:t>
            </a:r>
            <a:endParaRPr/>
          </a:p>
        </p:txBody>
      </p:sp>
      <p:sp>
        <p:nvSpPr>
          <p:cNvPr id="593" name="Google Shape;593;p51"/>
          <p:cNvSpPr txBox="1"/>
          <p:nvPr/>
        </p:nvSpPr>
        <p:spPr>
          <a:xfrm>
            <a:off x="723775" y="694475"/>
            <a:ext cx="7527600" cy="3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  <a:t>Curso técnico em </a:t>
            </a:r>
            <a:r>
              <a:rPr b="1" i="0" lang="pt-BR" sz="1600" u="none" cap="none" strike="noStrike">
                <a:solidFill>
                  <a:srgbClr val="E51157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XXX</a:t>
            </a:r>
            <a:endParaRPr b="1" i="0" sz="1400" u="none" cap="none" strike="noStrike">
              <a:solidFill>
                <a:srgbClr val="E51157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i="1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 em </a:t>
            </a:r>
            <a:r>
              <a:rPr b="1" i="1" lang="pt-BR" sz="1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Montserrat"/>
                <a:ea typeface="Montserrat"/>
                <a:cs typeface="Montserrat"/>
                <a:sym typeface="Montserrat"/>
              </a:rPr>
              <a:t>XXX</a:t>
            </a:r>
            <a:r>
              <a:rPr b="1" i="1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i="1" sz="14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sng" cap="none" strike="noStrike">
                <a:solidFill>
                  <a:srgbClr val="434343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0" i="1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estudantes matriculados(as) na </a:t>
            </a:r>
            <a:r>
              <a:rPr b="0" i="1" lang="pt-BR" sz="1400" u="sng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Xª série</a:t>
            </a:r>
            <a:r>
              <a:rPr b="0" i="1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 202X</a:t>
            </a:r>
            <a:endParaRPr b="1" i="1" sz="16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Atividades práticas que o aprendiz poderá desenvolver:</a:t>
            </a:r>
            <a:endParaRPr b="1" i="0" sz="15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0" i="0" lang="pt-BR" sz="1600" u="none" cap="none" strike="noStrike">
                <a:solidFill>
                  <a:srgbClr val="434343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xxxxxxx</a:t>
            </a:r>
            <a:endParaRPr b="0" i="0" sz="1600" u="none" cap="none" strike="noStrike">
              <a:solidFill>
                <a:srgbClr val="434343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0" i="0" lang="pt-BR" sz="1600" u="none" cap="none" strike="noStrike">
                <a:solidFill>
                  <a:srgbClr val="434343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xxxxxxx</a:t>
            </a:r>
            <a:endParaRPr b="0" i="0" sz="1600" u="none" cap="none" strike="noStrike">
              <a:solidFill>
                <a:srgbClr val="434343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0" i="0" lang="pt-BR" sz="1600" u="none" cap="none" strike="noStrike">
                <a:solidFill>
                  <a:srgbClr val="434343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xxxxxxx</a:t>
            </a:r>
            <a:endParaRPr b="0" i="0" sz="1600" u="none" cap="none" strike="noStrike">
              <a:solidFill>
                <a:srgbClr val="434343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0" i="0" lang="pt-BR" sz="1600" u="none" cap="none" strike="noStrike">
                <a:solidFill>
                  <a:srgbClr val="434343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xxxxxxx</a:t>
            </a:r>
            <a:endParaRPr b="0" i="0" sz="1600" u="none" cap="none" strike="noStrike">
              <a:solidFill>
                <a:srgbClr val="434343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0" i="0" lang="pt-BR" sz="1600" u="none" cap="none" strike="noStrike">
                <a:solidFill>
                  <a:srgbClr val="434343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xxxxxxx</a:t>
            </a:r>
            <a:endParaRPr b="0" i="0" sz="1400" u="none" cap="none" strike="noStrike">
              <a:solidFill>
                <a:srgbClr val="434343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51"/>
          <p:cNvSpPr txBox="1"/>
          <p:nvPr/>
        </p:nvSpPr>
        <p:spPr>
          <a:xfrm>
            <a:off x="129175" y="4572625"/>
            <a:ext cx="88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34343"/>
                </a:solidFill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*[Deve ser preenchido um slide por curso técnico com aprendizagem profissional ativo na escola]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2"/>
          <p:cNvSpPr txBox="1"/>
          <p:nvPr>
            <p:ph type="title"/>
          </p:nvPr>
        </p:nvSpPr>
        <p:spPr>
          <a:xfrm>
            <a:off x="4145250" y="979200"/>
            <a:ext cx="4511700" cy="3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>
                <a:highlight>
                  <a:srgbClr val="E51157"/>
                </a:highlight>
              </a:rPr>
              <a:t>3. Como funciona o Programa de Aprendizagem Profissional?</a:t>
            </a:r>
            <a:endParaRPr>
              <a:highlight>
                <a:srgbClr val="E51157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>
              <a:highlight>
                <a:srgbClr val="E51157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3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Sobre a aprendizagem profissional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05" name="Google Shape;605;p53"/>
          <p:cNvSpPr/>
          <p:nvPr/>
        </p:nvSpPr>
        <p:spPr>
          <a:xfrm>
            <a:off x="175288" y="2433967"/>
            <a:ext cx="654000" cy="654000"/>
          </a:xfrm>
          <a:prstGeom prst="ellipse">
            <a:avLst/>
          </a:prstGeom>
          <a:solidFill>
            <a:srgbClr val="BED5F9"/>
          </a:solidFill>
          <a:ln>
            <a:noFill/>
          </a:ln>
        </p:spPr>
        <p:txBody>
          <a:bodyPr anchorCtr="0" anchor="ctr" bIns="60700" lIns="60700" spcFirstLastPara="1" rIns="60700" wrap="square" tIns="6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3"/>
          <p:cNvSpPr txBox="1"/>
          <p:nvPr/>
        </p:nvSpPr>
        <p:spPr>
          <a:xfrm>
            <a:off x="937038" y="2836593"/>
            <a:ext cx="561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Contrato especial com </a:t>
            </a: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vínculo empregatício e com prazo determinado, 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máximo</a:t>
            </a: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2 (dois) anos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conforme a Lei 10.097/2000.</a:t>
            </a:r>
            <a:endParaRPr b="0" i="0" sz="12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53"/>
          <p:cNvSpPr txBox="1"/>
          <p:nvPr/>
        </p:nvSpPr>
        <p:spPr>
          <a:xfrm>
            <a:off x="936814" y="2438905"/>
            <a:ext cx="249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194383"/>
                </a:solidFill>
                <a:highlight>
                  <a:srgbClr val="BED5F9"/>
                </a:highlight>
                <a:latin typeface="Montserrat"/>
                <a:ea typeface="Montserrat"/>
                <a:cs typeface="Montserrat"/>
                <a:sym typeface="Montserrat"/>
              </a:rPr>
              <a:t>Contrato especial</a:t>
            </a:r>
            <a:endParaRPr b="1" i="0" sz="1600" u="none" cap="none" strike="noStrike">
              <a:solidFill>
                <a:srgbClr val="194383"/>
              </a:solidFill>
              <a:highlight>
                <a:srgbClr val="BED5F9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53"/>
          <p:cNvSpPr/>
          <p:nvPr/>
        </p:nvSpPr>
        <p:spPr>
          <a:xfrm>
            <a:off x="175063" y="825656"/>
            <a:ext cx="654000" cy="654000"/>
          </a:xfrm>
          <a:prstGeom prst="ellipse">
            <a:avLst/>
          </a:prstGeom>
          <a:solidFill>
            <a:srgbClr val="FAE9EB"/>
          </a:solidFill>
          <a:ln>
            <a:noFill/>
          </a:ln>
        </p:spPr>
        <p:txBody>
          <a:bodyPr anchorCtr="0" anchor="ctr" bIns="60700" lIns="60700" spcFirstLastPara="1" rIns="60700" wrap="square" tIns="6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3"/>
          <p:cNvSpPr txBox="1"/>
          <p:nvPr/>
        </p:nvSpPr>
        <p:spPr>
          <a:xfrm>
            <a:off x="912413" y="1241100"/>
            <a:ext cx="67578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Formação de jovens, de 14 a 24 anos*,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por meio de </a:t>
            </a: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atividades teóricas e práticas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sob a </a:t>
            </a: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orientação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 responsabilidade de </a:t>
            </a: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entidades formadora habilitadas (escolas),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conforme a Lei 11.180/2005</a:t>
            </a:r>
            <a:endParaRPr b="0" i="0" sz="12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highlight>
                  <a:srgbClr val="E51157"/>
                </a:highlight>
                <a:latin typeface="Montserrat"/>
                <a:ea typeface="Montserrat"/>
                <a:cs typeface="Montserrat"/>
                <a:sym typeface="Montserrat"/>
              </a:rPr>
              <a:t>*Não se aplica a aprendizes com deficiência, pois não há limite de idade.</a:t>
            </a:r>
            <a:endParaRPr b="0" i="0" sz="1100" u="none" cap="none" strike="noStrike">
              <a:solidFill>
                <a:schemeClr val="lt1"/>
              </a:solidFill>
              <a:highlight>
                <a:srgbClr val="E51157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53"/>
          <p:cNvSpPr txBox="1"/>
          <p:nvPr/>
        </p:nvSpPr>
        <p:spPr>
          <a:xfrm>
            <a:off x="856963" y="809988"/>
            <a:ext cx="35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E51157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Formar jovens para o mercado</a:t>
            </a:r>
            <a:endParaRPr b="1" i="0" sz="1600" u="none" cap="none" strike="noStrike">
              <a:solidFill>
                <a:srgbClr val="E51157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53"/>
          <p:cNvSpPr/>
          <p:nvPr/>
        </p:nvSpPr>
        <p:spPr>
          <a:xfrm>
            <a:off x="147163" y="3838698"/>
            <a:ext cx="709800" cy="709800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65875" lIns="65875" spcFirstLastPara="1" rIns="65875" wrap="square" tIns="65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3"/>
          <p:cNvSpPr txBox="1"/>
          <p:nvPr/>
        </p:nvSpPr>
        <p:spPr>
          <a:xfrm>
            <a:off x="964988" y="4241500"/>
            <a:ext cx="813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É uma política pública, portanto, estabelecimentos 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qualquer natureza</a:t>
            </a:r>
            <a:r>
              <a:rPr b="1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são obrigados a contratar aprendizes equivalentes a cinco por cento, no mínimo, e quinze por cento</a:t>
            </a:r>
            <a:r>
              <a:rPr b="0" i="0" lang="pt-BR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no máximo, dos trabalhadores cujas funções demandem formação profissional, conforme art. 429 da Lei 10.097/2000.</a:t>
            </a:r>
            <a:endParaRPr b="0" i="0" sz="12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53"/>
          <p:cNvSpPr txBox="1"/>
          <p:nvPr/>
        </p:nvSpPr>
        <p:spPr>
          <a:xfrm>
            <a:off x="936814" y="3871538"/>
            <a:ext cx="249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E6660D"/>
                </a:solidFill>
                <a:highlight>
                  <a:srgbClr val="FFF2CC"/>
                </a:highlight>
                <a:latin typeface="Montserrat"/>
                <a:ea typeface="Montserrat"/>
                <a:cs typeface="Montserrat"/>
                <a:sym typeface="Montserrat"/>
              </a:rPr>
              <a:t>Obrigação legal</a:t>
            </a:r>
            <a:endParaRPr b="1" i="0" sz="1600" u="none" cap="none" strike="noStrike">
              <a:solidFill>
                <a:srgbClr val="E6660D"/>
              </a:solidFill>
              <a:highlight>
                <a:srgbClr val="FFF2C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14" name="Google Shape;614;p53"/>
          <p:cNvGrpSpPr/>
          <p:nvPr/>
        </p:nvGrpSpPr>
        <p:grpSpPr>
          <a:xfrm>
            <a:off x="196522" y="3941598"/>
            <a:ext cx="611139" cy="504350"/>
            <a:chOff x="7534463" y="3509925"/>
            <a:chExt cx="333300" cy="275075"/>
          </a:xfrm>
        </p:grpSpPr>
        <p:sp>
          <p:nvSpPr>
            <p:cNvPr id="615" name="Google Shape;615;p53"/>
            <p:cNvSpPr/>
            <p:nvPr/>
          </p:nvSpPr>
          <p:spPr>
            <a:xfrm>
              <a:off x="7670288" y="3609250"/>
              <a:ext cx="9925" cy="13700"/>
            </a:xfrm>
            <a:custGeom>
              <a:rect b="b" l="l" r="r" t="t"/>
              <a:pathLst>
                <a:path extrusionOk="0" h="548" w="397">
                  <a:moveTo>
                    <a:pt x="197" y="1"/>
                  </a:moveTo>
                  <a:cubicBezTo>
                    <a:pt x="90" y="1"/>
                    <a:pt x="0" y="88"/>
                    <a:pt x="0" y="198"/>
                  </a:cubicBezTo>
                  <a:lnTo>
                    <a:pt x="0" y="351"/>
                  </a:lnTo>
                  <a:cubicBezTo>
                    <a:pt x="0" y="461"/>
                    <a:pt x="90" y="548"/>
                    <a:pt x="197" y="548"/>
                  </a:cubicBezTo>
                  <a:cubicBezTo>
                    <a:pt x="307" y="548"/>
                    <a:pt x="397" y="461"/>
                    <a:pt x="397" y="351"/>
                  </a:cubicBezTo>
                  <a:lnTo>
                    <a:pt x="397" y="198"/>
                  </a:lnTo>
                  <a:cubicBezTo>
                    <a:pt x="397" y="88"/>
                    <a:pt x="307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3"/>
            <p:cNvSpPr/>
            <p:nvPr/>
          </p:nvSpPr>
          <p:spPr>
            <a:xfrm>
              <a:off x="7690438" y="3609250"/>
              <a:ext cx="9850" cy="13700"/>
            </a:xfrm>
            <a:custGeom>
              <a:rect b="b" l="l" r="r" t="t"/>
              <a:pathLst>
                <a:path extrusionOk="0" h="548" w="394">
                  <a:moveTo>
                    <a:pt x="197" y="1"/>
                  </a:moveTo>
                  <a:cubicBezTo>
                    <a:pt x="87" y="1"/>
                    <a:pt x="1" y="88"/>
                    <a:pt x="1" y="198"/>
                  </a:cubicBezTo>
                  <a:lnTo>
                    <a:pt x="1" y="351"/>
                  </a:lnTo>
                  <a:cubicBezTo>
                    <a:pt x="1" y="461"/>
                    <a:pt x="87" y="548"/>
                    <a:pt x="197" y="548"/>
                  </a:cubicBezTo>
                  <a:cubicBezTo>
                    <a:pt x="304" y="548"/>
                    <a:pt x="394" y="461"/>
                    <a:pt x="394" y="351"/>
                  </a:cubicBezTo>
                  <a:lnTo>
                    <a:pt x="394" y="198"/>
                  </a:lnTo>
                  <a:cubicBezTo>
                    <a:pt x="394" y="88"/>
                    <a:pt x="30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3"/>
            <p:cNvSpPr/>
            <p:nvPr/>
          </p:nvSpPr>
          <p:spPr>
            <a:xfrm>
              <a:off x="7612213" y="36351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0"/>
                  </a:moveTo>
                  <a:cubicBezTo>
                    <a:pt x="87" y="0"/>
                    <a:pt x="0" y="90"/>
                    <a:pt x="0" y="197"/>
                  </a:cubicBezTo>
                  <a:lnTo>
                    <a:pt x="0" y="354"/>
                  </a:lnTo>
                  <a:cubicBezTo>
                    <a:pt x="0" y="460"/>
                    <a:pt x="87" y="550"/>
                    <a:pt x="197" y="550"/>
                  </a:cubicBezTo>
                  <a:cubicBezTo>
                    <a:pt x="304" y="550"/>
                    <a:pt x="393" y="460"/>
                    <a:pt x="393" y="354"/>
                  </a:cubicBezTo>
                  <a:lnTo>
                    <a:pt x="393" y="197"/>
                  </a:lnTo>
                  <a:cubicBezTo>
                    <a:pt x="393" y="90"/>
                    <a:pt x="304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3"/>
            <p:cNvSpPr/>
            <p:nvPr/>
          </p:nvSpPr>
          <p:spPr>
            <a:xfrm>
              <a:off x="7631363" y="36351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0"/>
                  </a:moveTo>
                  <a:cubicBezTo>
                    <a:pt x="171" y="0"/>
                    <a:pt x="147" y="7"/>
                    <a:pt x="124" y="17"/>
                  </a:cubicBezTo>
                  <a:cubicBezTo>
                    <a:pt x="51" y="44"/>
                    <a:pt x="1" y="114"/>
                    <a:pt x="1" y="197"/>
                  </a:cubicBezTo>
                  <a:lnTo>
                    <a:pt x="1" y="354"/>
                  </a:lnTo>
                  <a:cubicBezTo>
                    <a:pt x="1" y="437"/>
                    <a:pt x="51" y="507"/>
                    <a:pt x="124" y="534"/>
                  </a:cubicBezTo>
                  <a:cubicBezTo>
                    <a:pt x="147" y="544"/>
                    <a:pt x="171" y="550"/>
                    <a:pt x="197" y="550"/>
                  </a:cubicBezTo>
                  <a:cubicBezTo>
                    <a:pt x="304" y="550"/>
                    <a:pt x="394" y="460"/>
                    <a:pt x="394" y="354"/>
                  </a:cubicBezTo>
                  <a:lnTo>
                    <a:pt x="394" y="197"/>
                  </a:lnTo>
                  <a:cubicBezTo>
                    <a:pt x="394" y="90"/>
                    <a:pt x="304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3"/>
            <p:cNvSpPr/>
            <p:nvPr/>
          </p:nvSpPr>
          <p:spPr>
            <a:xfrm>
              <a:off x="7612213" y="36610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87" y="1"/>
                    <a:pt x="0" y="91"/>
                    <a:pt x="0" y="201"/>
                  </a:cubicBezTo>
                  <a:lnTo>
                    <a:pt x="0" y="354"/>
                  </a:lnTo>
                  <a:cubicBezTo>
                    <a:pt x="0" y="464"/>
                    <a:pt x="87" y="551"/>
                    <a:pt x="197" y="551"/>
                  </a:cubicBezTo>
                  <a:cubicBezTo>
                    <a:pt x="304" y="551"/>
                    <a:pt x="393" y="464"/>
                    <a:pt x="393" y="354"/>
                  </a:cubicBezTo>
                  <a:lnTo>
                    <a:pt x="393" y="201"/>
                  </a:lnTo>
                  <a:cubicBezTo>
                    <a:pt x="393" y="91"/>
                    <a:pt x="30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3"/>
            <p:cNvSpPr/>
            <p:nvPr/>
          </p:nvSpPr>
          <p:spPr>
            <a:xfrm>
              <a:off x="7631363" y="36610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171" y="1"/>
                    <a:pt x="147" y="7"/>
                    <a:pt x="124" y="17"/>
                  </a:cubicBezTo>
                  <a:cubicBezTo>
                    <a:pt x="51" y="44"/>
                    <a:pt x="1" y="117"/>
                    <a:pt x="1" y="201"/>
                  </a:cubicBezTo>
                  <a:lnTo>
                    <a:pt x="1" y="354"/>
                  </a:lnTo>
                  <a:cubicBezTo>
                    <a:pt x="1" y="437"/>
                    <a:pt x="51" y="507"/>
                    <a:pt x="124" y="537"/>
                  </a:cubicBezTo>
                  <a:cubicBezTo>
                    <a:pt x="147" y="544"/>
                    <a:pt x="171" y="551"/>
                    <a:pt x="197" y="551"/>
                  </a:cubicBezTo>
                  <a:cubicBezTo>
                    <a:pt x="304" y="551"/>
                    <a:pt x="394" y="464"/>
                    <a:pt x="394" y="354"/>
                  </a:cubicBezTo>
                  <a:lnTo>
                    <a:pt x="394" y="201"/>
                  </a:lnTo>
                  <a:cubicBezTo>
                    <a:pt x="394" y="91"/>
                    <a:pt x="30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3"/>
            <p:cNvSpPr/>
            <p:nvPr/>
          </p:nvSpPr>
          <p:spPr>
            <a:xfrm>
              <a:off x="7612213" y="3687075"/>
              <a:ext cx="9850" cy="13700"/>
            </a:xfrm>
            <a:custGeom>
              <a:rect b="b" l="l" r="r" t="t"/>
              <a:pathLst>
                <a:path extrusionOk="0" h="548" w="394">
                  <a:moveTo>
                    <a:pt x="197" y="1"/>
                  </a:moveTo>
                  <a:cubicBezTo>
                    <a:pt x="87" y="1"/>
                    <a:pt x="0" y="87"/>
                    <a:pt x="0" y="197"/>
                  </a:cubicBezTo>
                  <a:lnTo>
                    <a:pt x="0" y="350"/>
                  </a:lnTo>
                  <a:cubicBezTo>
                    <a:pt x="0" y="460"/>
                    <a:pt x="87" y="547"/>
                    <a:pt x="197" y="547"/>
                  </a:cubicBezTo>
                  <a:cubicBezTo>
                    <a:pt x="304" y="547"/>
                    <a:pt x="393" y="460"/>
                    <a:pt x="393" y="350"/>
                  </a:cubicBezTo>
                  <a:lnTo>
                    <a:pt x="393" y="197"/>
                  </a:lnTo>
                  <a:cubicBezTo>
                    <a:pt x="393" y="87"/>
                    <a:pt x="30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3"/>
            <p:cNvSpPr/>
            <p:nvPr/>
          </p:nvSpPr>
          <p:spPr>
            <a:xfrm>
              <a:off x="7631363" y="3687075"/>
              <a:ext cx="9850" cy="13700"/>
            </a:xfrm>
            <a:custGeom>
              <a:rect b="b" l="l" r="r" t="t"/>
              <a:pathLst>
                <a:path extrusionOk="0" h="548" w="394">
                  <a:moveTo>
                    <a:pt x="197" y="1"/>
                  </a:moveTo>
                  <a:cubicBezTo>
                    <a:pt x="171" y="1"/>
                    <a:pt x="147" y="4"/>
                    <a:pt x="124" y="14"/>
                  </a:cubicBezTo>
                  <a:cubicBezTo>
                    <a:pt x="51" y="44"/>
                    <a:pt x="1" y="114"/>
                    <a:pt x="1" y="197"/>
                  </a:cubicBezTo>
                  <a:lnTo>
                    <a:pt x="1" y="350"/>
                  </a:lnTo>
                  <a:cubicBezTo>
                    <a:pt x="1" y="434"/>
                    <a:pt x="51" y="504"/>
                    <a:pt x="124" y="534"/>
                  </a:cubicBezTo>
                  <a:cubicBezTo>
                    <a:pt x="147" y="544"/>
                    <a:pt x="171" y="547"/>
                    <a:pt x="197" y="547"/>
                  </a:cubicBezTo>
                  <a:cubicBezTo>
                    <a:pt x="304" y="547"/>
                    <a:pt x="394" y="460"/>
                    <a:pt x="394" y="350"/>
                  </a:cubicBezTo>
                  <a:lnTo>
                    <a:pt x="394" y="197"/>
                  </a:lnTo>
                  <a:cubicBezTo>
                    <a:pt x="394" y="87"/>
                    <a:pt x="30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3"/>
            <p:cNvSpPr/>
            <p:nvPr/>
          </p:nvSpPr>
          <p:spPr>
            <a:xfrm>
              <a:off x="7612213" y="37129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87" y="1"/>
                    <a:pt x="0" y="88"/>
                    <a:pt x="0" y="198"/>
                  </a:cubicBezTo>
                  <a:lnTo>
                    <a:pt x="0" y="351"/>
                  </a:lnTo>
                  <a:cubicBezTo>
                    <a:pt x="0" y="461"/>
                    <a:pt x="87" y="551"/>
                    <a:pt x="197" y="551"/>
                  </a:cubicBezTo>
                  <a:cubicBezTo>
                    <a:pt x="304" y="551"/>
                    <a:pt x="393" y="461"/>
                    <a:pt x="393" y="351"/>
                  </a:cubicBezTo>
                  <a:lnTo>
                    <a:pt x="393" y="198"/>
                  </a:lnTo>
                  <a:cubicBezTo>
                    <a:pt x="393" y="88"/>
                    <a:pt x="30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3"/>
            <p:cNvSpPr/>
            <p:nvPr/>
          </p:nvSpPr>
          <p:spPr>
            <a:xfrm>
              <a:off x="7631363" y="37129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171" y="1"/>
                    <a:pt x="147" y="8"/>
                    <a:pt x="124" y="14"/>
                  </a:cubicBezTo>
                  <a:cubicBezTo>
                    <a:pt x="51" y="44"/>
                    <a:pt x="1" y="114"/>
                    <a:pt x="1" y="198"/>
                  </a:cubicBezTo>
                  <a:lnTo>
                    <a:pt x="1" y="351"/>
                  </a:lnTo>
                  <a:cubicBezTo>
                    <a:pt x="1" y="434"/>
                    <a:pt x="51" y="508"/>
                    <a:pt x="124" y="534"/>
                  </a:cubicBezTo>
                  <a:cubicBezTo>
                    <a:pt x="147" y="544"/>
                    <a:pt x="171" y="551"/>
                    <a:pt x="197" y="551"/>
                  </a:cubicBezTo>
                  <a:cubicBezTo>
                    <a:pt x="304" y="551"/>
                    <a:pt x="394" y="461"/>
                    <a:pt x="394" y="351"/>
                  </a:cubicBezTo>
                  <a:lnTo>
                    <a:pt x="394" y="198"/>
                  </a:lnTo>
                  <a:cubicBezTo>
                    <a:pt x="394" y="88"/>
                    <a:pt x="30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3"/>
            <p:cNvSpPr/>
            <p:nvPr/>
          </p:nvSpPr>
          <p:spPr>
            <a:xfrm>
              <a:off x="7612213" y="3738900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0"/>
                  </a:moveTo>
                  <a:cubicBezTo>
                    <a:pt x="87" y="0"/>
                    <a:pt x="0" y="90"/>
                    <a:pt x="0" y="197"/>
                  </a:cubicBezTo>
                  <a:lnTo>
                    <a:pt x="0" y="354"/>
                  </a:lnTo>
                  <a:cubicBezTo>
                    <a:pt x="0" y="460"/>
                    <a:pt x="87" y="550"/>
                    <a:pt x="197" y="550"/>
                  </a:cubicBezTo>
                  <a:cubicBezTo>
                    <a:pt x="304" y="550"/>
                    <a:pt x="393" y="460"/>
                    <a:pt x="393" y="354"/>
                  </a:cubicBezTo>
                  <a:lnTo>
                    <a:pt x="393" y="197"/>
                  </a:lnTo>
                  <a:cubicBezTo>
                    <a:pt x="393" y="90"/>
                    <a:pt x="304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3"/>
            <p:cNvSpPr/>
            <p:nvPr/>
          </p:nvSpPr>
          <p:spPr>
            <a:xfrm>
              <a:off x="7631363" y="3738900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0"/>
                  </a:moveTo>
                  <a:cubicBezTo>
                    <a:pt x="171" y="0"/>
                    <a:pt x="147" y="7"/>
                    <a:pt x="124" y="17"/>
                  </a:cubicBezTo>
                  <a:cubicBezTo>
                    <a:pt x="51" y="44"/>
                    <a:pt x="1" y="114"/>
                    <a:pt x="1" y="197"/>
                  </a:cubicBezTo>
                  <a:lnTo>
                    <a:pt x="1" y="354"/>
                  </a:lnTo>
                  <a:cubicBezTo>
                    <a:pt x="1" y="437"/>
                    <a:pt x="51" y="507"/>
                    <a:pt x="124" y="534"/>
                  </a:cubicBezTo>
                  <a:cubicBezTo>
                    <a:pt x="147" y="544"/>
                    <a:pt x="171" y="550"/>
                    <a:pt x="197" y="550"/>
                  </a:cubicBezTo>
                  <a:cubicBezTo>
                    <a:pt x="304" y="550"/>
                    <a:pt x="394" y="460"/>
                    <a:pt x="394" y="354"/>
                  </a:cubicBezTo>
                  <a:lnTo>
                    <a:pt x="394" y="197"/>
                  </a:lnTo>
                  <a:cubicBezTo>
                    <a:pt x="394" y="90"/>
                    <a:pt x="304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3"/>
            <p:cNvSpPr/>
            <p:nvPr/>
          </p:nvSpPr>
          <p:spPr>
            <a:xfrm>
              <a:off x="7679763" y="3661075"/>
              <a:ext cx="9875" cy="13775"/>
            </a:xfrm>
            <a:custGeom>
              <a:rect b="b" l="l" r="r" t="t"/>
              <a:pathLst>
                <a:path extrusionOk="0" h="551" w="395">
                  <a:moveTo>
                    <a:pt x="198" y="1"/>
                  </a:moveTo>
                  <a:cubicBezTo>
                    <a:pt x="88" y="1"/>
                    <a:pt x="1" y="91"/>
                    <a:pt x="1" y="201"/>
                  </a:cubicBezTo>
                  <a:lnTo>
                    <a:pt x="1" y="354"/>
                  </a:lnTo>
                  <a:cubicBezTo>
                    <a:pt x="1" y="464"/>
                    <a:pt x="88" y="551"/>
                    <a:pt x="198" y="551"/>
                  </a:cubicBezTo>
                  <a:cubicBezTo>
                    <a:pt x="308" y="551"/>
                    <a:pt x="394" y="464"/>
                    <a:pt x="394" y="354"/>
                  </a:cubicBezTo>
                  <a:lnTo>
                    <a:pt x="394" y="201"/>
                  </a:lnTo>
                  <a:cubicBezTo>
                    <a:pt x="394" y="91"/>
                    <a:pt x="308" y="1"/>
                    <a:pt x="198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3"/>
            <p:cNvSpPr/>
            <p:nvPr/>
          </p:nvSpPr>
          <p:spPr>
            <a:xfrm>
              <a:off x="7698938" y="36610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87" y="1"/>
                    <a:pt x="0" y="91"/>
                    <a:pt x="0" y="201"/>
                  </a:cubicBezTo>
                  <a:lnTo>
                    <a:pt x="0" y="354"/>
                  </a:lnTo>
                  <a:cubicBezTo>
                    <a:pt x="0" y="464"/>
                    <a:pt x="87" y="551"/>
                    <a:pt x="197" y="551"/>
                  </a:cubicBezTo>
                  <a:cubicBezTo>
                    <a:pt x="307" y="551"/>
                    <a:pt x="394" y="464"/>
                    <a:pt x="394" y="354"/>
                  </a:cubicBezTo>
                  <a:lnTo>
                    <a:pt x="394" y="201"/>
                  </a:lnTo>
                  <a:cubicBezTo>
                    <a:pt x="394" y="91"/>
                    <a:pt x="307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3"/>
            <p:cNvSpPr/>
            <p:nvPr/>
          </p:nvSpPr>
          <p:spPr>
            <a:xfrm>
              <a:off x="7719013" y="36610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91" y="1"/>
                    <a:pt x="1" y="91"/>
                    <a:pt x="1" y="201"/>
                  </a:cubicBezTo>
                  <a:lnTo>
                    <a:pt x="1" y="354"/>
                  </a:lnTo>
                  <a:cubicBezTo>
                    <a:pt x="1" y="464"/>
                    <a:pt x="91" y="551"/>
                    <a:pt x="197" y="551"/>
                  </a:cubicBezTo>
                  <a:cubicBezTo>
                    <a:pt x="307" y="551"/>
                    <a:pt x="394" y="464"/>
                    <a:pt x="394" y="354"/>
                  </a:cubicBezTo>
                  <a:lnTo>
                    <a:pt x="394" y="201"/>
                  </a:lnTo>
                  <a:cubicBezTo>
                    <a:pt x="394" y="91"/>
                    <a:pt x="307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3"/>
            <p:cNvSpPr/>
            <p:nvPr/>
          </p:nvSpPr>
          <p:spPr>
            <a:xfrm>
              <a:off x="7738188" y="3661175"/>
              <a:ext cx="9850" cy="13675"/>
            </a:xfrm>
            <a:custGeom>
              <a:rect b="b" l="l" r="r" t="t"/>
              <a:pathLst>
                <a:path extrusionOk="0" h="547" w="394">
                  <a:moveTo>
                    <a:pt x="197" y="0"/>
                  </a:moveTo>
                  <a:cubicBezTo>
                    <a:pt x="167" y="0"/>
                    <a:pt x="140" y="7"/>
                    <a:pt x="113" y="17"/>
                  </a:cubicBezTo>
                  <a:cubicBezTo>
                    <a:pt x="47" y="50"/>
                    <a:pt x="0" y="117"/>
                    <a:pt x="0" y="197"/>
                  </a:cubicBezTo>
                  <a:lnTo>
                    <a:pt x="0" y="350"/>
                  </a:lnTo>
                  <a:cubicBezTo>
                    <a:pt x="0" y="430"/>
                    <a:pt x="47" y="497"/>
                    <a:pt x="113" y="527"/>
                  </a:cubicBezTo>
                  <a:cubicBezTo>
                    <a:pt x="140" y="540"/>
                    <a:pt x="167" y="547"/>
                    <a:pt x="197" y="547"/>
                  </a:cubicBezTo>
                  <a:cubicBezTo>
                    <a:pt x="240" y="547"/>
                    <a:pt x="280" y="533"/>
                    <a:pt x="310" y="510"/>
                  </a:cubicBezTo>
                  <a:cubicBezTo>
                    <a:pt x="363" y="473"/>
                    <a:pt x="393" y="417"/>
                    <a:pt x="393" y="350"/>
                  </a:cubicBezTo>
                  <a:lnTo>
                    <a:pt x="393" y="197"/>
                  </a:lnTo>
                  <a:cubicBezTo>
                    <a:pt x="393" y="130"/>
                    <a:pt x="363" y="70"/>
                    <a:pt x="310" y="33"/>
                  </a:cubicBezTo>
                  <a:cubicBezTo>
                    <a:pt x="280" y="13"/>
                    <a:pt x="240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3"/>
            <p:cNvSpPr/>
            <p:nvPr/>
          </p:nvSpPr>
          <p:spPr>
            <a:xfrm>
              <a:off x="7651113" y="3581275"/>
              <a:ext cx="9850" cy="13675"/>
            </a:xfrm>
            <a:custGeom>
              <a:rect b="b" l="l" r="r" t="t"/>
              <a:pathLst>
                <a:path extrusionOk="0" h="547" w="394">
                  <a:moveTo>
                    <a:pt x="197" y="0"/>
                  </a:moveTo>
                  <a:cubicBezTo>
                    <a:pt x="91" y="0"/>
                    <a:pt x="1" y="87"/>
                    <a:pt x="1" y="197"/>
                  </a:cubicBezTo>
                  <a:lnTo>
                    <a:pt x="1" y="350"/>
                  </a:lnTo>
                  <a:cubicBezTo>
                    <a:pt x="1" y="460"/>
                    <a:pt x="91" y="547"/>
                    <a:pt x="197" y="547"/>
                  </a:cubicBezTo>
                  <a:cubicBezTo>
                    <a:pt x="307" y="547"/>
                    <a:pt x="394" y="460"/>
                    <a:pt x="394" y="350"/>
                  </a:cubicBezTo>
                  <a:lnTo>
                    <a:pt x="394" y="197"/>
                  </a:lnTo>
                  <a:cubicBezTo>
                    <a:pt x="394" y="87"/>
                    <a:pt x="307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3"/>
            <p:cNvSpPr/>
            <p:nvPr/>
          </p:nvSpPr>
          <p:spPr>
            <a:xfrm>
              <a:off x="7670288" y="3581275"/>
              <a:ext cx="9925" cy="13675"/>
            </a:xfrm>
            <a:custGeom>
              <a:rect b="b" l="l" r="r" t="t"/>
              <a:pathLst>
                <a:path extrusionOk="0" h="547" w="397">
                  <a:moveTo>
                    <a:pt x="197" y="0"/>
                  </a:moveTo>
                  <a:cubicBezTo>
                    <a:pt x="90" y="0"/>
                    <a:pt x="0" y="87"/>
                    <a:pt x="0" y="197"/>
                  </a:cubicBezTo>
                  <a:lnTo>
                    <a:pt x="0" y="350"/>
                  </a:lnTo>
                  <a:cubicBezTo>
                    <a:pt x="0" y="460"/>
                    <a:pt x="90" y="547"/>
                    <a:pt x="197" y="547"/>
                  </a:cubicBezTo>
                  <a:cubicBezTo>
                    <a:pt x="307" y="547"/>
                    <a:pt x="397" y="460"/>
                    <a:pt x="397" y="350"/>
                  </a:cubicBezTo>
                  <a:lnTo>
                    <a:pt x="397" y="197"/>
                  </a:lnTo>
                  <a:cubicBezTo>
                    <a:pt x="397" y="87"/>
                    <a:pt x="307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3"/>
            <p:cNvSpPr/>
            <p:nvPr/>
          </p:nvSpPr>
          <p:spPr>
            <a:xfrm>
              <a:off x="7690438" y="3581275"/>
              <a:ext cx="9850" cy="13675"/>
            </a:xfrm>
            <a:custGeom>
              <a:rect b="b" l="l" r="r" t="t"/>
              <a:pathLst>
                <a:path extrusionOk="0" h="547" w="394">
                  <a:moveTo>
                    <a:pt x="197" y="0"/>
                  </a:moveTo>
                  <a:cubicBezTo>
                    <a:pt x="87" y="0"/>
                    <a:pt x="1" y="87"/>
                    <a:pt x="1" y="197"/>
                  </a:cubicBezTo>
                  <a:lnTo>
                    <a:pt x="1" y="350"/>
                  </a:lnTo>
                  <a:cubicBezTo>
                    <a:pt x="1" y="460"/>
                    <a:pt x="87" y="547"/>
                    <a:pt x="197" y="547"/>
                  </a:cubicBezTo>
                  <a:cubicBezTo>
                    <a:pt x="304" y="547"/>
                    <a:pt x="394" y="460"/>
                    <a:pt x="394" y="350"/>
                  </a:cubicBezTo>
                  <a:lnTo>
                    <a:pt x="394" y="197"/>
                  </a:lnTo>
                  <a:cubicBezTo>
                    <a:pt x="394" y="87"/>
                    <a:pt x="304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3"/>
            <p:cNvSpPr/>
            <p:nvPr/>
          </p:nvSpPr>
          <p:spPr>
            <a:xfrm>
              <a:off x="7679763" y="3687075"/>
              <a:ext cx="9875" cy="13700"/>
            </a:xfrm>
            <a:custGeom>
              <a:rect b="b" l="l" r="r" t="t"/>
              <a:pathLst>
                <a:path extrusionOk="0" h="548" w="395">
                  <a:moveTo>
                    <a:pt x="198" y="1"/>
                  </a:moveTo>
                  <a:cubicBezTo>
                    <a:pt x="88" y="1"/>
                    <a:pt x="1" y="87"/>
                    <a:pt x="1" y="197"/>
                  </a:cubicBezTo>
                  <a:lnTo>
                    <a:pt x="1" y="350"/>
                  </a:lnTo>
                  <a:cubicBezTo>
                    <a:pt x="1" y="417"/>
                    <a:pt x="34" y="477"/>
                    <a:pt x="84" y="514"/>
                  </a:cubicBezTo>
                  <a:cubicBezTo>
                    <a:pt x="118" y="534"/>
                    <a:pt x="154" y="547"/>
                    <a:pt x="198" y="547"/>
                  </a:cubicBezTo>
                  <a:cubicBezTo>
                    <a:pt x="238" y="547"/>
                    <a:pt x="278" y="534"/>
                    <a:pt x="311" y="514"/>
                  </a:cubicBezTo>
                  <a:cubicBezTo>
                    <a:pt x="361" y="477"/>
                    <a:pt x="394" y="417"/>
                    <a:pt x="394" y="350"/>
                  </a:cubicBezTo>
                  <a:lnTo>
                    <a:pt x="394" y="197"/>
                  </a:lnTo>
                  <a:cubicBezTo>
                    <a:pt x="394" y="87"/>
                    <a:pt x="308" y="1"/>
                    <a:pt x="198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3"/>
            <p:cNvSpPr/>
            <p:nvPr/>
          </p:nvSpPr>
          <p:spPr>
            <a:xfrm>
              <a:off x="7698938" y="3687075"/>
              <a:ext cx="9850" cy="13700"/>
            </a:xfrm>
            <a:custGeom>
              <a:rect b="b" l="l" r="r" t="t"/>
              <a:pathLst>
                <a:path extrusionOk="0" h="548" w="394">
                  <a:moveTo>
                    <a:pt x="197" y="1"/>
                  </a:moveTo>
                  <a:cubicBezTo>
                    <a:pt x="87" y="1"/>
                    <a:pt x="0" y="87"/>
                    <a:pt x="0" y="197"/>
                  </a:cubicBezTo>
                  <a:lnTo>
                    <a:pt x="0" y="350"/>
                  </a:lnTo>
                  <a:cubicBezTo>
                    <a:pt x="0" y="417"/>
                    <a:pt x="34" y="477"/>
                    <a:pt x="84" y="514"/>
                  </a:cubicBezTo>
                  <a:cubicBezTo>
                    <a:pt x="117" y="534"/>
                    <a:pt x="157" y="547"/>
                    <a:pt x="197" y="547"/>
                  </a:cubicBezTo>
                  <a:cubicBezTo>
                    <a:pt x="237" y="547"/>
                    <a:pt x="277" y="534"/>
                    <a:pt x="307" y="514"/>
                  </a:cubicBezTo>
                  <a:cubicBezTo>
                    <a:pt x="360" y="477"/>
                    <a:pt x="394" y="420"/>
                    <a:pt x="394" y="350"/>
                  </a:cubicBezTo>
                  <a:lnTo>
                    <a:pt x="394" y="197"/>
                  </a:lnTo>
                  <a:cubicBezTo>
                    <a:pt x="394" y="87"/>
                    <a:pt x="307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3"/>
            <p:cNvSpPr/>
            <p:nvPr/>
          </p:nvSpPr>
          <p:spPr>
            <a:xfrm>
              <a:off x="7719013" y="3687075"/>
              <a:ext cx="9850" cy="13700"/>
            </a:xfrm>
            <a:custGeom>
              <a:rect b="b" l="l" r="r" t="t"/>
              <a:pathLst>
                <a:path extrusionOk="0" h="548" w="394">
                  <a:moveTo>
                    <a:pt x="197" y="1"/>
                  </a:moveTo>
                  <a:cubicBezTo>
                    <a:pt x="91" y="1"/>
                    <a:pt x="1" y="87"/>
                    <a:pt x="1" y="197"/>
                  </a:cubicBezTo>
                  <a:lnTo>
                    <a:pt x="1" y="350"/>
                  </a:lnTo>
                  <a:cubicBezTo>
                    <a:pt x="1" y="460"/>
                    <a:pt x="91" y="547"/>
                    <a:pt x="197" y="547"/>
                  </a:cubicBezTo>
                  <a:cubicBezTo>
                    <a:pt x="307" y="547"/>
                    <a:pt x="394" y="460"/>
                    <a:pt x="394" y="350"/>
                  </a:cubicBezTo>
                  <a:lnTo>
                    <a:pt x="394" y="197"/>
                  </a:lnTo>
                  <a:cubicBezTo>
                    <a:pt x="394" y="87"/>
                    <a:pt x="307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3"/>
            <p:cNvSpPr/>
            <p:nvPr/>
          </p:nvSpPr>
          <p:spPr>
            <a:xfrm>
              <a:off x="7738188" y="3687075"/>
              <a:ext cx="9850" cy="13700"/>
            </a:xfrm>
            <a:custGeom>
              <a:rect b="b" l="l" r="r" t="t"/>
              <a:pathLst>
                <a:path extrusionOk="0" h="548" w="394">
                  <a:moveTo>
                    <a:pt x="197" y="1"/>
                  </a:moveTo>
                  <a:cubicBezTo>
                    <a:pt x="167" y="1"/>
                    <a:pt x="140" y="7"/>
                    <a:pt x="113" y="21"/>
                  </a:cubicBezTo>
                  <a:cubicBezTo>
                    <a:pt x="47" y="51"/>
                    <a:pt x="0" y="117"/>
                    <a:pt x="0" y="197"/>
                  </a:cubicBezTo>
                  <a:lnTo>
                    <a:pt x="0" y="350"/>
                  </a:lnTo>
                  <a:cubicBezTo>
                    <a:pt x="0" y="430"/>
                    <a:pt x="47" y="497"/>
                    <a:pt x="113" y="527"/>
                  </a:cubicBezTo>
                  <a:cubicBezTo>
                    <a:pt x="140" y="540"/>
                    <a:pt x="167" y="547"/>
                    <a:pt x="197" y="547"/>
                  </a:cubicBezTo>
                  <a:cubicBezTo>
                    <a:pt x="240" y="547"/>
                    <a:pt x="280" y="534"/>
                    <a:pt x="310" y="510"/>
                  </a:cubicBezTo>
                  <a:cubicBezTo>
                    <a:pt x="363" y="477"/>
                    <a:pt x="393" y="417"/>
                    <a:pt x="393" y="350"/>
                  </a:cubicBezTo>
                  <a:lnTo>
                    <a:pt x="393" y="197"/>
                  </a:lnTo>
                  <a:cubicBezTo>
                    <a:pt x="393" y="131"/>
                    <a:pt x="363" y="71"/>
                    <a:pt x="310" y="37"/>
                  </a:cubicBezTo>
                  <a:cubicBezTo>
                    <a:pt x="280" y="14"/>
                    <a:pt x="240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3"/>
            <p:cNvSpPr/>
            <p:nvPr/>
          </p:nvSpPr>
          <p:spPr>
            <a:xfrm>
              <a:off x="7679763" y="3712975"/>
              <a:ext cx="9875" cy="13775"/>
            </a:xfrm>
            <a:custGeom>
              <a:rect b="b" l="l" r="r" t="t"/>
              <a:pathLst>
                <a:path extrusionOk="0" h="551" w="395">
                  <a:moveTo>
                    <a:pt x="198" y="1"/>
                  </a:moveTo>
                  <a:cubicBezTo>
                    <a:pt x="88" y="1"/>
                    <a:pt x="1" y="88"/>
                    <a:pt x="1" y="198"/>
                  </a:cubicBezTo>
                  <a:lnTo>
                    <a:pt x="1" y="351"/>
                  </a:lnTo>
                  <a:cubicBezTo>
                    <a:pt x="1" y="461"/>
                    <a:pt x="88" y="551"/>
                    <a:pt x="198" y="551"/>
                  </a:cubicBezTo>
                  <a:cubicBezTo>
                    <a:pt x="308" y="551"/>
                    <a:pt x="394" y="461"/>
                    <a:pt x="394" y="351"/>
                  </a:cubicBezTo>
                  <a:lnTo>
                    <a:pt x="394" y="198"/>
                  </a:lnTo>
                  <a:cubicBezTo>
                    <a:pt x="394" y="88"/>
                    <a:pt x="308" y="1"/>
                    <a:pt x="198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3"/>
            <p:cNvSpPr/>
            <p:nvPr/>
          </p:nvSpPr>
          <p:spPr>
            <a:xfrm>
              <a:off x="7698938" y="37129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160" y="1"/>
                    <a:pt x="130" y="11"/>
                    <a:pt x="100" y="28"/>
                  </a:cubicBezTo>
                  <a:cubicBezTo>
                    <a:pt x="40" y="61"/>
                    <a:pt x="0" y="124"/>
                    <a:pt x="0" y="198"/>
                  </a:cubicBezTo>
                  <a:lnTo>
                    <a:pt x="0" y="351"/>
                  </a:lnTo>
                  <a:cubicBezTo>
                    <a:pt x="0" y="424"/>
                    <a:pt x="40" y="488"/>
                    <a:pt x="100" y="524"/>
                  </a:cubicBezTo>
                  <a:cubicBezTo>
                    <a:pt x="130" y="538"/>
                    <a:pt x="160" y="551"/>
                    <a:pt x="197" y="551"/>
                  </a:cubicBezTo>
                  <a:cubicBezTo>
                    <a:pt x="234" y="551"/>
                    <a:pt x="267" y="538"/>
                    <a:pt x="297" y="521"/>
                  </a:cubicBezTo>
                  <a:cubicBezTo>
                    <a:pt x="354" y="488"/>
                    <a:pt x="394" y="424"/>
                    <a:pt x="394" y="351"/>
                  </a:cubicBezTo>
                  <a:lnTo>
                    <a:pt x="394" y="198"/>
                  </a:lnTo>
                  <a:cubicBezTo>
                    <a:pt x="394" y="124"/>
                    <a:pt x="354" y="64"/>
                    <a:pt x="297" y="28"/>
                  </a:cubicBezTo>
                  <a:cubicBezTo>
                    <a:pt x="267" y="11"/>
                    <a:pt x="234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3"/>
            <p:cNvSpPr/>
            <p:nvPr/>
          </p:nvSpPr>
          <p:spPr>
            <a:xfrm>
              <a:off x="7719013" y="37129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91" y="1"/>
                    <a:pt x="1" y="88"/>
                    <a:pt x="1" y="198"/>
                  </a:cubicBezTo>
                  <a:lnTo>
                    <a:pt x="1" y="351"/>
                  </a:lnTo>
                  <a:cubicBezTo>
                    <a:pt x="1" y="461"/>
                    <a:pt x="91" y="551"/>
                    <a:pt x="197" y="551"/>
                  </a:cubicBezTo>
                  <a:cubicBezTo>
                    <a:pt x="307" y="551"/>
                    <a:pt x="394" y="461"/>
                    <a:pt x="394" y="351"/>
                  </a:cubicBezTo>
                  <a:lnTo>
                    <a:pt x="394" y="198"/>
                  </a:lnTo>
                  <a:cubicBezTo>
                    <a:pt x="394" y="88"/>
                    <a:pt x="307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3"/>
            <p:cNvSpPr/>
            <p:nvPr/>
          </p:nvSpPr>
          <p:spPr>
            <a:xfrm>
              <a:off x="7738188" y="3712975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1"/>
                  </a:moveTo>
                  <a:cubicBezTo>
                    <a:pt x="167" y="1"/>
                    <a:pt x="140" y="8"/>
                    <a:pt x="113" y="21"/>
                  </a:cubicBezTo>
                  <a:cubicBezTo>
                    <a:pt x="47" y="51"/>
                    <a:pt x="0" y="118"/>
                    <a:pt x="0" y="198"/>
                  </a:cubicBezTo>
                  <a:lnTo>
                    <a:pt x="0" y="351"/>
                  </a:lnTo>
                  <a:cubicBezTo>
                    <a:pt x="0" y="431"/>
                    <a:pt x="47" y="498"/>
                    <a:pt x="113" y="531"/>
                  </a:cubicBezTo>
                  <a:cubicBezTo>
                    <a:pt x="140" y="541"/>
                    <a:pt x="167" y="551"/>
                    <a:pt x="197" y="551"/>
                  </a:cubicBezTo>
                  <a:cubicBezTo>
                    <a:pt x="240" y="551"/>
                    <a:pt x="280" y="534"/>
                    <a:pt x="310" y="514"/>
                  </a:cubicBezTo>
                  <a:cubicBezTo>
                    <a:pt x="363" y="478"/>
                    <a:pt x="393" y="418"/>
                    <a:pt x="393" y="351"/>
                  </a:cubicBezTo>
                  <a:lnTo>
                    <a:pt x="393" y="198"/>
                  </a:lnTo>
                  <a:cubicBezTo>
                    <a:pt x="393" y="131"/>
                    <a:pt x="363" y="74"/>
                    <a:pt x="310" y="38"/>
                  </a:cubicBezTo>
                  <a:cubicBezTo>
                    <a:pt x="280" y="14"/>
                    <a:pt x="240" y="1"/>
                    <a:pt x="197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3"/>
            <p:cNvSpPr/>
            <p:nvPr/>
          </p:nvSpPr>
          <p:spPr>
            <a:xfrm>
              <a:off x="7679763" y="3738900"/>
              <a:ext cx="9875" cy="13775"/>
            </a:xfrm>
            <a:custGeom>
              <a:rect b="b" l="l" r="r" t="t"/>
              <a:pathLst>
                <a:path extrusionOk="0" h="551" w="395">
                  <a:moveTo>
                    <a:pt x="198" y="0"/>
                  </a:moveTo>
                  <a:cubicBezTo>
                    <a:pt x="88" y="0"/>
                    <a:pt x="1" y="90"/>
                    <a:pt x="1" y="197"/>
                  </a:cubicBezTo>
                  <a:lnTo>
                    <a:pt x="1" y="354"/>
                  </a:lnTo>
                  <a:cubicBezTo>
                    <a:pt x="1" y="460"/>
                    <a:pt x="88" y="550"/>
                    <a:pt x="198" y="550"/>
                  </a:cubicBezTo>
                  <a:cubicBezTo>
                    <a:pt x="308" y="550"/>
                    <a:pt x="394" y="460"/>
                    <a:pt x="394" y="354"/>
                  </a:cubicBezTo>
                  <a:lnTo>
                    <a:pt x="394" y="197"/>
                  </a:lnTo>
                  <a:cubicBezTo>
                    <a:pt x="394" y="90"/>
                    <a:pt x="308" y="0"/>
                    <a:pt x="198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3"/>
            <p:cNvSpPr/>
            <p:nvPr/>
          </p:nvSpPr>
          <p:spPr>
            <a:xfrm>
              <a:off x="7698938" y="3738900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0"/>
                  </a:moveTo>
                  <a:cubicBezTo>
                    <a:pt x="160" y="0"/>
                    <a:pt x="130" y="10"/>
                    <a:pt x="100" y="27"/>
                  </a:cubicBezTo>
                  <a:cubicBezTo>
                    <a:pt x="40" y="60"/>
                    <a:pt x="0" y="124"/>
                    <a:pt x="0" y="197"/>
                  </a:cubicBezTo>
                  <a:lnTo>
                    <a:pt x="0" y="354"/>
                  </a:lnTo>
                  <a:cubicBezTo>
                    <a:pt x="0" y="427"/>
                    <a:pt x="40" y="490"/>
                    <a:pt x="100" y="524"/>
                  </a:cubicBezTo>
                  <a:cubicBezTo>
                    <a:pt x="130" y="540"/>
                    <a:pt x="160" y="550"/>
                    <a:pt x="197" y="550"/>
                  </a:cubicBezTo>
                  <a:cubicBezTo>
                    <a:pt x="234" y="550"/>
                    <a:pt x="267" y="540"/>
                    <a:pt x="297" y="520"/>
                  </a:cubicBezTo>
                  <a:cubicBezTo>
                    <a:pt x="354" y="487"/>
                    <a:pt x="394" y="424"/>
                    <a:pt x="394" y="354"/>
                  </a:cubicBezTo>
                  <a:lnTo>
                    <a:pt x="394" y="197"/>
                  </a:lnTo>
                  <a:cubicBezTo>
                    <a:pt x="394" y="127"/>
                    <a:pt x="354" y="64"/>
                    <a:pt x="297" y="30"/>
                  </a:cubicBezTo>
                  <a:cubicBezTo>
                    <a:pt x="267" y="10"/>
                    <a:pt x="234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3"/>
            <p:cNvSpPr/>
            <p:nvPr/>
          </p:nvSpPr>
          <p:spPr>
            <a:xfrm>
              <a:off x="7719013" y="3738900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0"/>
                  </a:moveTo>
                  <a:cubicBezTo>
                    <a:pt x="91" y="0"/>
                    <a:pt x="1" y="90"/>
                    <a:pt x="1" y="197"/>
                  </a:cubicBezTo>
                  <a:lnTo>
                    <a:pt x="1" y="354"/>
                  </a:lnTo>
                  <a:cubicBezTo>
                    <a:pt x="1" y="460"/>
                    <a:pt x="91" y="550"/>
                    <a:pt x="197" y="550"/>
                  </a:cubicBezTo>
                  <a:cubicBezTo>
                    <a:pt x="307" y="550"/>
                    <a:pt x="394" y="460"/>
                    <a:pt x="394" y="354"/>
                  </a:cubicBezTo>
                  <a:lnTo>
                    <a:pt x="394" y="197"/>
                  </a:lnTo>
                  <a:cubicBezTo>
                    <a:pt x="394" y="90"/>
                    <a:pt x="307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3"/>
            <p:cNvSpPr/>
            <p:nvPr/>
          </p:nvSpPr>
          <p:spPr>
            <a:xfrm>
              <a:off x="7738188" y="3738900"/>
              <a:ext cx="9850" cy="13775"/>
            </a:xfrm>
            <a:custGeom>
              <a:rect b="b" l="l" r="r" t="t"/>
              <a:pathLst>
                <a:path extrusionOk="0" h="551" w="394">
                  <a:moveTo>
                    <a:pt x="197" y="0"/>
                  </a:moveTo>
                  <a:cubicBezTo>
                    <a:pt x="167" y="0"/>
                    <a:pt x="140" y="7"/>
                    <a:pt x="113" y="20"/>
                  </a:cubicBezTo>
                  <a:cubicBezTo>
                    <a:pt x="103" y="27"/>
                    <a:pt x="90" y="34"/>
                    <a:pt x="80" y="40"/>
                  </a:cubicBezTo>
                  <a:cubicBezTo>
                    <a:pt x="33" y="77"/>
                    <a:pt x="0" y="134"/>
                    <a:pt x="0" y="197"/>
                  </a:cubicBezTo>
                  <a:lnTo>
                    <a:pt x="0" y="354"/>
                  </a:lnTo>
                  <a:cubicBezTo>
                    <a:pt x="0" y="430"/>
                    <a:pt x="47" y="500"/>
                    <a:pt x="113" y="530"/>
                  </a:cubicBezTo>
                  <a:cubicBezTo>
                    <a:pt x="140" y="544"/>
                    <a:pt x="167" y="550"/>
                    <a:pt x="197" y="550"/>
                  </a:cubicBezTo>
                  <a:cubicBezTo>
                    <a:pt x="240" y="550"/>
                    <a:pt x="280" y="537"/>
                    <a:pt x="310" y="514"/>
                  </a:cubicBezTo>
                  <a:cubicBezTo>
                    <a:pt x="363" y="477"/>
                    <a:pt x="393" y="420"/>
                    <a:pt x="393" y="354"/>
                  </a:cubicBezTo>
                  <a:lnTo>
                    <a:pt x="393" y="230"/>
                  </a:lnTo>
                  <a:lnTo>
                    <a:pt x="393" y="197"/>
                  </a:lnTo>
                  <a:cubicBezTo>
                    <a:pt x="393" y="130"/>
                    <a:pt x="363" y="74"/>
                    <a:pt x="310" y="37"/>
                  </a:cubicBezTo>
                  <a:cubicBezTo>
                    <a:pt x="280" y="14"/>
                    <a:pt x="240" y="0"/>
                    <a:pt x="197" y="0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7534463" y="3509925"/>
              <a:ext cx="333300" cy="275075"/>
            </a:xfrm>
            <a:custGeom>
              <a:rect b="b" l="l" r="r" t="t"/>
              <a:pathLst>
                <a:path extrusionOk="0" h="11003" w="13332">
                  <a:moveTo>
                    <a:pt x="7396" y="3244"/>
                  </a:moveTo>
                  <a:lnTo>
                    <a:pt x="8066" y="3527"/>
                  </a:lnTo>
                  <a:lnTo>
                    <a:pt x="8262" y="3611"/>
                  </a:lnTo>
                  <a:lnTo>
                    <a:pt x="8459" y="3691"/>
                  </a:lnTo>
                  <a:lnTo>
                    <a:pt x="9952" y="4321"/>
                  </a:lnTo>
                  <a:lnTo>
                    <a:pt x="7376" y="4321"/>
                  </a:lnTo>
                  <a:lnTo>
                    <a:pt x="7376" y="4077"/>
                  </a:lnTo>
                  <a:lnTo>
                    <a:pt x="7376" y="3297"/>
                  </a:lnTo>
                  <a:cubicBezTo>
                    <a:pt x="7383" y="3281"/>
                    <a:pt x="7393" y="3264"/>
                    <a:pt x="7396" y="3244"/>
                  </a:cubicBezTo>
                  <a:close/>
                  <a:moveTo>
                    <a:pt x="6033" y="425"/>
                  </a:moveTo>
                  <a:lnTo>
                    <a:pt x="6679" y="798"/>
                  </a:lnTo>
                  <a:lnTo>
                    <a:pt x="6679" y="1705"/>
                  </a:lnTo>
                  <a:cubicBezTo>
                    <a:pt x="6679" y="1774"/>
                    <a:pt x="6716" y="1841"/>
                    <a:pt x="6776" y="1874"/>
                  </a:cubicBezTo>
                  <a:lnTo>
                    <a:pt x="8066" y="2618"/>
                  </a:lnTo>
                  <a:lnTo>
                    <a:pt x="8066" y="3101"/>
                  </a:lnTo>
                  <a:lnTo>
                    <a:pt x="7256" y="2758"/>
                  </a:lnTo>
                  <a:cubicBezTo>
                    <a:pt x="7230" y="2747"/>
                    <a:pt x="7204" y="2741"/>
                    <a:pt x="7178" y="2741"/>
                  </a:cubicBezTo>
                  <a:cubicBezTo>
                    <a:pt x="7140" y="2741"/>
                    <a:pt x="7103" y="2753"/>
                    <a:pt x="7069" y="2774"/>
                  </a:cubicBezTo>
                  <a:cubicBezTo>
                    <a:pt x="7016" y="2811"/>
                    <a:pt x="6983" y="2874"/>
                    <a:pt x="6983" y="2938"/>
                  </a:cubicBezTo>
                  <a:lnTo>
                    <a:pt x="6983" y="4517"/>
                  </a:lnTo>
                  <a:lnTo>
                    <a:pt x="6983" y="5154"/>
                  </a:lnTo>
                  <a:lnTo>
                    <a:pt x="5170" y="5154"/>
                  </a:lnTo>
                  <a:lnTo>
                    <a:pt x="5170" y="4234"/>
                  </a:lnTo>
                  <a:cubicBezTo>
                    <a:pt x="5170" y="4137"/>
                    <a:pt x="5103" y="4057"/>
                    <a:pt x="5013" y="4041"/>
                  </a:cubicBezTo>
                  <a:cubicBezTo>
                    <a:pt x="4976" y="4001"/>
                    <a:pt x="4923" y="3974"/>
                    <a:pt x="4863" y="3974"/>
                  </a:cubicBezTo>
                  <a:cubicBezTo>
                    <a:pt x="4807" y="3974"/>
                    <a:pt x="4757" y="3997"/>
                    <a:pt x="4720" y="4037"/>
                  </a:cubicBezTo>
                  <a:lnTo>
                    <a:pt x="4000" y="4037"/>
                  </a:lnTo>
                  <a:lnTo>
                    <a:pt x="4000" y="2618"/>
                  </a:lnTo>
                  <a:lnTo>
                    <a:pt x="5290" y="1874"/>
                  </a:lnTo>
                  <a:cubicBezTo>
                    <a:pt x="5350" y="1841"/>
                    <a:pt x="5386" y="1774"/>
                    <a:pt x="5386" y="1705"/>
                  </a:cubicBezTo>
                  <a:lnTo>
                    <a:pt x="5386" y="798"/>
                  </a:lnTo>
                  <a:lnTo>
                    <a:pt x="6033" y="425"/>
                  </a:lnTo>
                  <a:close/>
                  <a:moveTo>
                    <a:pt x="10732" y="4714"/>
                  </a:moveTo>
                  <a:lnTo>
                    <a:pt x="10732" y="5154"/>
                  </a:lnTo>
                  <a:lnTo>
                    <a:pt x="7376" y="5154"/>
                  </a:lnTo>
                  <a:lnTo>
                    <a:pt x="7376" y="4714"/>
                  </a:lnTo>
                  <a:close/>
                  <a:moveTo>
                    <a:pt x="10732" y="5547"/>
                  </a:moveTo>
                  <a:lnTo>
                    <a:pt x="10732" y="5983"/>
                  </a:lnTo>
                  <a:lnTo>
                    <a:pt x="9579" y="5983"/>
                  </a:lnTo>
                  <a:lnTo>
                    <a:pt x="9579" y="5547"/>
                  </a:lnTo>
                  <a:close/>
                  <a:moveTo>
                    <a:pt x="10732" y="6377"/>
                  </a:moveTo>
                  <a:lnTo>
                    <a:pt x="10732" y="6817"/>
                  </a:lnTo>
                  <a:lnTo>
                    <a:pt x="9579" y="6817"/>
                  </a:lnTo>
                  <a:lnTo>
                    <a:pt x="9579" y="6377"/>
                  </a:lnTo>
                  <a:close/>
                  <a:moveTo>
                    <a:pt x="10732" y="7210"/>
                  </a:moveTo>
                  <a:lnTo>
                    <a:pt x="10732" y="7646"/>
                  </a:lnTo>
                  <a:lnTo>
                    <a:pt x="9579" y="7646"/>
                  </a:lnTo>
                  <a:lnTo>
                    <a:pt x="9579" y="7210"/>
                  </a:lnTo>
                  <a:close/>
                  <a:moveTo>
                    <a:pt x="12438" y="6817"/>
                  </a:moveTo>
                  <a:cubicBezTo>
                    <a:pt x="12715" y="6817"/>
                    <a:pt x="12938" y="7043"/>
                    <a:pt x="12938" y="7317"/>
                  </a:cubicBezTo>
                  <a:cubicBezTo>
                    <a:pt x="12938" y="7590"/>
                    <a:pt x="12715" y="7816"/>
                    <a:pt x="12438" y="7816"/>
                  </a:cubicBezTo>
                  <a:cubicBezTo>
                    <a:pt x="12165" y="7816"/>
                    <a:pt x="11941" y="7590"/>
                    <a:pt x="11941" y="7317"/>
                  </a:cubicBezTo>
                  <a:cubicBezTo>
                    <a:pt x="11941" y="7043"/>
                    <a:pt x="12165" y="6817"/>
                    <a:pt x="12438" y="6817"/>
                  </a:cubicBezTo>
                  <a:close/>
                  <a:moveTo>
                    <a:pt x="10732" y="8043"/>
                  </a:moveTo>
                  <a:lnTo>
                    <a:pt x="10732" y="8480"/>
                  </a:lnTo>
                  <a:lnTo>
                    <a:pt x="9579" y="8480"/>
                  </a:lnTo>
                  <a:lnTo>
                    <a:pt x="9579" y="8043"/>
                  </a:lnTo>
                  <a:close/>
                  <a:moveTo>
                    <a:pt x="907" y="7633"/>
                  </a:moveTo>
                  <a:cubicBezTo>
                    <a:pt x="1164" y="7633"/>
                    <a:pt x="1374" y="7843"/>
                    <a:pt x="1374" y="8103"/>
                  </a:cubicBezTo>
                  <a:cubicBezTo>
                    <a:pt x="1374" y="8360"/>
                    <a:pt x="1164" y="8570"/>
                    <a:pt x="907" y="8570"/>
                  </a:cubicBezTo>
                  <a:cubicBezTo>
                    <a:pt x="648" y="8570"/>
                    <a:pt x="438" y="8360"/>
                    <a:pt x="438" y="8103"/>
                  </a:cubicBezTo>
                  <a:cubicBezTo>
                    <a:pt x="438" y="7843"/>
                    <a:pt x="648" y="7633"/>
                    <a:pt x="907" y="7633"/>
                  </a:cubicBezTo>
                  <a:close/>
                  <a:moveTo>
                    <a:pt x="10732" y="8873"/>
                  </a:moveTo>
                  <a:lnTo>
                    <a:pt x="10732" y="9313"/>
                  </a:lnTo>
                  <a:lnTo>
                    <a:pt x="9579" y="9313"/>
                  </a:lnTo>
                  <a:lnTo>
                    <a:pt x="9579" y="8873"/>
                  </a:lnTo>
                  <a:close/>
                  <a:moveTo>
                    <a:pt x="4777" y="4431"/>
                  </a:moveTo>
                  <a:lnTo>
                    <a:pt x="4777" y="4501"/>
                  </a:lnTo>
                  <a:lnTo>
                    <a:pt x="4777" y="5350"/>
                  </a:lnTo>
                  <a:lnTo>
                    <a:pt x="4777" y="9953"/>
                  </a:lnTo>
                  <a:lnTo>
                    <a:pt x="4777" y="10149"/>
                  </a:lnTo>
                  <a:lnTo>
                    <a:pt x="4777" y="10346"/>
                  </a:lnTo>
                  <a:lnTo>
                    <a:pt x="4777" y="10609"/>
                  </a:lnTo>
                  <a:lnTo>
                    <a:pt x="2600" y="10609"/>
                  </a:lnTo>
                  <a:lnTo>
                    <a:pt x="2600" y="4431"/>
                  </a:lnTo>
                  <a:close/>
                  <a:moveTo>
                    <a:pt x="9185" y="5547"/>
                  </a:moveTo>
                  <a:lnTo>
                    <a:pt x="9185" y="6180"/>
                  </a:lnTo>
                  <a:lnTo>
                    <a:pt x="9185" y="9769"/>
                  </a:lnTo>
                  <a:lnTo>
                    <a:pt x="9185" y="10609"/>
                  </a:lnTo>
                  <a:lnTo>
                    <a:pt x="5170" y="10609"/>
                  </a:lnTo>
                  <a:lnTo>
                    <a:pt x="5170" y="10346"/>
                  </a:lnTo>
                  <a:lnTo>
                    <a:pt x="5170" y="10149"/>
                  </a:lnTo>
                  <a:lnTo>
                    <a:pt x="5170" y="7600"/>
                  </a:lnTo>
                  <a:lnTo>
                    <a:pt x="5170" y="5547"/>
                  </a:lnTo>
                  <a:close/>
                  <a:moveTo>
                    <a:pt x="10732" y="9706"/>
                  </a:moveTo>
                  <a:lnTo>
                    <a:pt x="10732" y="10609"/>
                  </a:lnTo>
                  <a:lnTo>
                    <a:pt x="9579" y="10609"/>
                  </a:lnTo>
                  <a:lnTo>
                    <a:pt x="9579" y="10003"/>
                  </a:lnTo>
                  <a:lnTo>
                    <a:pt x="9579" y="9706"/>
                  </a:lnTo>
                  <a:close/>
                  <a:moveTo>
                    <a:pt x="6033" y="1"/>
                  </a:moveTo>
                  <a:cubicBezTo>
                    <a:pt x="6000" y="1"/>
                    <a:pt x="5966" y="10"/>
                    <a:pt x="5936" y="28"/>
                  </a:cubicBezTo>
                  <a:lnTo>
                    <a:pt x="5093" y="515"/>
                  </a:lnTo>
                  <a:cubicBezTo>
                    <a:pt x="5033" y="548"/>
                    <a:pt x="4993" y="615"/>
                    <a:pt x="4993" y="685"/>
                  </a:cubicBezTo>
                  <a:lnTo>
                    <a:pt x="4993" y="1591"/>
                  </a:lnTo>
                  <a:lnTo>
                    <a:pt x="3703" y="2334"/>
                  </a:lnTo>
                  <a:cubicBezTo>
                    <a:pt x="3643" y="2371"/>
                    <a:pt x="3607" y="2434"/>
                    <a:pt x="3607" y="2504"/>
                  </a:cubicBezTo>
                  <a:lnTo>
                    <a:pt x="3607" y="4037"/>
                  </a:lnTo>
                  <a:lnTo>
                    <a:pt x="2404" y="4037"/>
                  </a:lnTo>
                  <a:cubicBezTo>
                    <a:pt x="2297" y="4037"/>
                    <a:pt x="2207" y="4124"/>
                    <a:pt x="2207" y="4234"/>
                  </a:cubicBezTo>
                  <a:lnTo>
                    <a:pt x="2207" y="10609"/>
                  </a:lnTo>
                  <a:lnTo>
                    <a:pt x="1104" y="10609"/>
                  </a:lnTo>
                  <a:lnTo>
                    <a:pt x="1104" y="8939"/>
                  </a:lnTo>
                  <a:cubicBezTo>
                    <a:pt x="1484" y="8853"/>
                    <a:pt x="1767" y="8510"/>
                    <a:pt x="1767" y="8103"/>
                  </a:cubicBezTo>
                  <a:cubicBezTo>
                    <a:pt x="1767" y="7626"/>
                    <a:pt x="1381" y="7240"/>
                    <a:pt x="907" y="7240"/>
                  </a:cubicBezTo>
                  <a:cubicBezTo>
                    <a:pt x="431" y="7240"/>
                    <a:pt x="44" y="7626"/>
                    <a:pt x="44" y="8103"/>
                  </a:cubicBezTo>
                  <a:cubicBezTo>
                    <a:pt x="44" y="8510"/>
                    <a:pt x="328" y="8853"/>
                    <a:pt x="707" y="8939"/>
                  </a:cubicBezTo>
                  <a:lnTo>
                    <a:pt x="707" y="10609"/>
                  </a:lnTo>
                  <a:lnTo>
                    <a:pt x="198" y="10609"/>
                  </a:lnTo>
                  <a:cubicBezTo>
                    <a:pt x="91" y="10609"/>
                    <a:pt x="1" y="10699"/>
                    <a:pt x="1" y="10806"/>
                  </a:cubicBezTo>
                  <a:cubicBezTo>
                    <a:pt x="1" y="10916"/>
                    <a:pt x="91" y="11002"/>
                    <a:pt x="198" y="11002"/>
                  </a:cubicBezTo>
                  <a:lnTo>
                    <a:pt x="13135" y="11002"/>
                  </a:lnTo>
                  <a:cubicBezTo>
                    <a:pt x="13244" y="11002"/>
                    <a:pt x="13331" y="10916"/>
                    <a:pt x="13331" y="10806"/>
                  </a:cubicBezTo>
                  <a:cubicBezTo>
                    <a:pt x="13331" y="10699"/>
                    <a:pt x="13244" y="10609"/>
                    <a:pt x="13135" y="10609"/>
                  </a:cubicBezTo>
                  <a:lnTo>
                    <a:pt x="12635" y="10609"/>
                  </a:lnTo>
                  <a:lnTo>
                    <a:pt x="12635" y="8186"/>
                  </a:lnTo>
                  <a:cubicBezTo>
                    <a:pt x="13035" y="8096"/>
                    <a:pt x="13331" y="7740"/>
                    <a:pt x="13331" y="7317"/>
                  </a:cubicBezTo>
                  <a:cubicBezTo>
                    <a:pt x="13331" y="6823"/>
                    <a:pt x="12931" y="6423"/>
                    <a:pt x="12438" y="6423"/>
                  </a:cubicBezTo>
                  <a:cubicBezTo>
                    <a:pt x="11948" y="6423"/>
                    <a:pt x="11548" y="6823"/>
                    <a:pt x="11548" y="7317"/>
                  </a:cubicBezTo>
                  <a:cubicBezTo>
                    <a:pt x="11548" y="7740"/>
                    <a:pt x="11845" y="8096"/>
                    <a:pt x="12241" y="8186"/>
                  </a:cubicBezTo>
                  <a:lnTo>
                    <a:pt x="12241" y="10609"/>
                  </a:lnTo>
                  <a:lnTo>
                    <a:pt x="11125" y="10609"/>
                  </a:lnTo>
                  <a:lnTo>
                    <a:pt x="11125" y="9509"/>
                  </a:lnTo>
                  <a:lnTo>
                    <a:pt x="11125" y="8676"/>
                  </a:lnTo>
                  <a:lnTo>
                    <a:pt x="11125" y="7843"/>
                  </a:lnTo>
                  <a:lnTo>
                    <a:pt x="11125" y="7013"/>
                  </a:lnTo>
                  <a:lnTo>
                    <a:pt x="11125" y="5350"/>
                  </a:lnTo>
                  <a:lnTo>
                    <a:pt x="11125" y="4517"/>
                  </a:lnTo>
                  <a:cubicBezTo>
                    <a:pt x="11125" y="4507"/>
                    <a:pt x="11122" y="4494"/>
                    <a:pt x="11122" y="4484"/>
                  </a:cubicBezTo>
                  <a:cubicBezTo>
                    <a:pt x="11122" y="4477"/>
                    <a:pt x="11118" y="4474"/>
                    <a:pt x="11118" y="4471"/>
                  </a:cubicBezTo>
                  <a:cubicBezTo>
                    <a:pt x="11118" y="4464"/>
                    <a:pt x="11115" y="4457"/>
                    <a:pt x="11112" y="4447"/>
                  </a:cubicBezTo>
                  <a:cubicBezTo>
                    <a:pt x="11112" y="4444"/>
                    <a:pt x="11108" y="4441"/>
                    <a:pt x="11108" y="4437"/>
                  </a:cubicBezTo>
                  <a:cubicBezTo>
                    <a:pt x="11102" y="4427"/>
                    <a:pt x="11098" y="4417"/>
                    <a:pt x="11092" y="4407"/>
                  </a:cubicBezTo>
                  <a:cubicBezTo>
                    <a:pt x="11092" y="4407"/>
                    <a:pt x="11088" y="4407"/>
                    <a:pt x="11088" y="4404"/>
                  </a:cubicBezTo>
                  <a:cubicBezTo>
                    <a:pt x="11082" y="4397"/>
                    <a:pt x="11075" y="4391"/>
                    <a:pt x="11068" y="4381"/>
                  </a:cubicBezTo>
                  <a:cubicBezTo>
                    <a:pt x="11068" y="4381"/>
                    <a:pt x="11065" y="4377"/>
                    <a:pt x="11062" y="4374"/>
                  </a:cubicBezTo>
                  <a:cubicBezTo>
                    <a:pt x="11055" y="4371"/>
                    <a:pt x="11048" y="4364"/>
                    <a:pt x="11042" y="4361"/>
                  </a:cubicBezTo>
                  <a:cubicBezTo>
                    <a:pt x="11042" y="4357"/>
                    <a:pt x="11038" y="4354"/>
                    <a:pt x="11035" y="4354"/>
                  </a:cubicBezTo>
                  <a:cubicBezTo>
                    <a:pt x="11025" y="4347"/>
                    <a:pt x="11015" y="4341"/>
                    <a:pt x="11005" y="4337"/>
                  </a:cubicBezTo>
                  <a:lnTo>
                    <a:pt x="8459" y="3264"/>
                  </a:lnTo>
                  <a:lnTo>
                    <a:pt x="8459" y="2504"/>
                  </a:lnTo>
                  <a:cubicBezTo>
                    <a:pt x="8459" y="2434"/>
                    <a:pt x="8422" y="2371"/>
                    <a:pt x="8362" y="2334"/>
                  </a:cubicBezTo>
                  <a:lnTo>
                    <a:pt x="7073" y="1591"/>
                  </a:lnTo>
                  <a:lnTo>
                    <a:pt x="7073" y="685"/>
                  </a:lnTo>
                  <a:cubicBezTo>
                    <a:pt x="7073" y="615"/>
                    <a:pt x="7036" y="548"/>
                    <a:pt x="6973" y="515"/>
                  </a:cubicBezTo>
                  <a:lnTo>
                    <a:pt x="6133" y="28"/>
                  </a:lnTo>
                  <a:cubicBezTo>
                    <a:pt x="6101" y="10"/>
                    <a:pt x="6067" y="1"/>
                    <a:pt x="6033" y="1"/>
                  </a:cubicBezTo>
                  <a:close/>
                </a:path>
              </a:pathLst>
            </a:custGeom>
            <a:solidFill>
              <a:srgbClr val="EE6533"/>
            </a:solidFill>
            <a:ln>
              <a:noFill/>
            </a:ln>
          </p:spPr>
          <p:txBody>
            <a:bodyPr anchorCtr="0" anchor="ctr" bIns="65850" lIns="65850" spcFirstLastPara="1" rIns="65850" wrap="square" tIns="6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8"/>
                <a:buFont typeface="Arial"/>
                <a:buNone/>
              </a:pPr>
              <a:r>
                <a:t/>
              </a:r>
              <a:endParaRPr b="0" i="0" sz="1008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p53"/>
          <p:cNvGrpSpPr/>
          <p:nvPr/>
        </p:nvGrpSpPr>
        <p:grpSpPr>
          <a:xfrm>
            <a:off x="271129" y="989582"/>
            <a:ext cx="462307" cy="500203"/>
            <a:chOff x="5967513" y="2314725"/>
            <a:chExt cx="245725" cy="265275"/>
          </a:xfrm>
        </p:grpSpPr>
        <p:sp>
          <p:nvSpPr>
            <p:cNvPr id="648" name="Google Shape;648;p53"/>
            <p:cNvSpPr/>
            <p:nvPr/>
          </p:nvSpPr>
          <p:spPr>
            <a:xfrm>
              <a:off x="5967513" y="2314725"/>
              <a:ext cx="245725" cy="265275"/>
            </a:xfrm>
            <a:custGeom>
              <a:rect b="b" l="l" r="r" t="t"/>
              <a:pathLst>
                <a:path extrusionOk="0" h="10611" w="9829">
                  <a:moveTo>
                    <a:pt x="4760" y="311"/>
                  </a:moveTo>
                  <a:lnTo>
                    <a:pt x="4760" y="2704"/>
                  </a:lnTo>
                  <a:cubicBezTo>
                    <a:pt x="4426" y="2720"/>
                    <a:pt x="4106" y="2784"/>
                    <a:pt x="3803" y="2887"/>
                  </a:cubicBezTo>
                  <a:lnTo>
                    <a:pt x="1187" y="2887"/>
                  </a:lnTo>
                  <a:cubicBezTo>
                    <a:pt x="1104" y="2887"/>
                    <a:pt x="1034" y="2957"/>
                    <a:pt x="1034" y="3044"/>
                  </a:cubicBezTo>
                  <a:cubicBezTo>
                    <a:pt x="1034" y="3127"/>
                    <a:pt x="1104" y="3197"/>
                    <a:pt x="1187" y="3197"/>
                  </a:cubicBezTo>
                  <a:lnTo>
                    <a:pt x="3137" y="3197"/>
                  </a:lnTo>
                  <a:cubicBezTo>
                    <a:pt x="2853" y="3370"/>
                    <a:pt x="2597" y="3583"/>
                    <a:pt x="2377" y="3827"/>
                  </a:cubicBezTo>
                  <a:lnTo>
                    <a:pt x="1187" y="3827"/>
                  </a:lnTo>
                  <a:cubicBezTo>
                    <a:pt x="1104" y="3827"/>
                    <a:pt x="1034" y="3897"/>
                    <a:pt x="1034" y="3983"/>
                  </a:cubicBezTo>
                  <a:cubicBezTo>
                    <a:pt x="1034" y="4070"/>
                    <a:pt x="1104" y="4140"/>
                    <a:pt x="1187" y="4140"/>
                  </a:cubicBezTo>
                  <a:lnTo>
                    <a:pt x="2124" y="4140"/>
                  </a:lnTo>
                  <a:cubicBezTo>
                    <a:pt x="1984" y="4337"/>
                    <a:pt x="1864" y="4547"/>
                    <a:pt x="1767" y="4770"/>
                  </a:cubicBezTo>
                  <a:lnTo>
                    <a:pt x="1187" y="4770"/>
                  </a:lnTo>
                  <a:cubicBezTo>
                    <a:pt x="1104" y="4770"/>
                    <a:pt x="1034" y="4840"/>
                    <a:pt x="1034" y="4926"/>
                  </a:cubicBezTo>
                  <a:cubicBezTo>
                    <a:pt x="1034" y="5013"/>
                    <a:pt x="1104" y="5083"/>
                    <a:pt x="1187" y="5083"/>
                  </a:cubicBezTo>
                  <a:lnTo>
                    <a:pt x="1650" y="5083"/>
                  </a:lnTo>
                  <a:cubicBezTo>
                    <a:pt x="1587" y="5286"/>
                    <a:pt x="1540" y="5496"/>
                    <a:pt x="1514" y="5713"/>
                  </a:cubicBezTo>
                  <a:lnTo>
                    <a:pt x="1187" y="5713"/>
                  </a:lnTo>
                  <a:cubicBezTo>
                    <a:pt x="1104" y="5713"/>
                    <a:pt x="1034" y="5783"/>
                    <a:pt x="1034" y="5870"/>
                  </a:cubicBezTo>
                  <a:cubicBezTo>
                    <a:pt x="1034" y="5956"/>
                    <a:pt x="1104" y="6026"/>
                    <a:pt x="1187" y="6026"/>
                  </a:cubicBezTo>
                  <a:lnTo>
                    <a:pt x="1490" y="6026"/>
                  </a:lnTo>
                  <a:cubicBezTo>
                    <a:pt x="1490" y="6060"/>
                    <a:pt x="1487" y="6093"/>
                    <a:pt x="1487" y="6126"/>
                  </a:cubicBezTo>
                  <a:cubicBezTo>
                    <a:pt x="1487" y="6346"/>
                    <a:pt x="1507" y="6559"/>
                    <a:pt x="1547" y="6766"/>
                  </a:cubicBezTo>
                  <a:lnTo>
                    <a:pt x="314" y="6766"/>
                  </a:lnTo>
                  <a:lnTo>
                    <a:pt x="314" y="311"/>
                  </a:lnTo>
                  <a:close/>
                  <a:moveTo>
                    <a:pt x="9518" y="311"/>
                  </a:moveTo>
                  <a:lnTo>
                    <a:pt x="9518" y="6766"/>
                  </a:lnTo>
                  <a:lnTo>
                    <a:pt x="8282" y="6766"/>
                  </a:lnTo>
                  <a:cubicBezTo>
                    <a:pt x="8322" y="6559"/>
                    <a:pt x="8345" y="6346"/>
                    <a:pt x="8345" y="6130"/>
                  </a:cubicBezTo>
                  <a:cubicBezTo>
                    <a:pt x="8345" y="6093"/>
                    <a:pt x="8342" y="6060"/>
                    <a:pt x="8342" y="6026"/>
                  </a:cubicBezTo>
                  <a:lnTo>
                    <a:pt x="8625" y="6026"/>
                  </a:lnTo>
                  <a:cubicBezTo>
                    <a:pt x="8712" y="6026"/>
                    <a:pt x="8782" y="5956"/>
                    <a:pt x="8782" y="5870"/>
                  </a:cubicBezTo>
                  <a:cubicBezTo>
                    <a:pt x="8782" y="5783"/>
                    <a:pt x="8712" y="5713"/>
                    <a:pt x="8625" y="5713"/>
                  </a:cubicBezTo>
                  <a:lnTo>
                    <a:pt x="8319" y="5713"/>
                  </a:lnTo>
                  <a:cubicBezTo>
                    <a:pt x="8292" y="5496"/>
                    <a:pt x="8245" y="5286"/>
                    <a:pt x="8179" y="5083"/>
                  </a:cubicBezTo>
                  <a:lnTo>
                    <a:pt x="8625" y="5083"/>
                  </a:lnTo>
                  <a:cubicBezTo>
                    <a:pt x="8712" y="5083"/>
                    <a:pt x="8782" y="5013"/>
                    <a:pt x="8782" y="4926"/>
                  </a:cubicBezTo>
                  <a:cubicBezTo>
                    <a:pt x="8782" y="4840"/>
                    <a:pt x="8712" y="4770"/>
                    <a:pt x="8625" y="4770"/>
                  </a:cubicBezTo>
                  <a:lnTo>
                    <a:pt x="8062" y="4770"/>
                  </a:lnTo>
                  <a:cubicBezTo>
                    <a:pt x="7965" y="4547"/>
                    <a:pt x="7845" y="4337"/>
                    <a:pt x="7706" y="4140"/>
                  </a:cubicBezTo>
                  <a:lnTo>
                    <a:pt x="8625" y="4140"/>
                  </a:lnTo>
                  <a:cubicBezTo>
                    <a:pt x="8712" y="4140"/>
                    <a:pt x="8782" y="4070"/>
                    <a:pt x="8782" y="3983"/>
                  </a:cubicBezTo>
                  <a:cubicBezTo>
                    <a:pt x="8782" y="3897"/>
                    <a:pt x="8712" y="3827"/>
                    <a:pt x="8625" y="3827"/>
                  </a:cubicBezTo>
                  <a:lnTo>
                    <a:pt x="7456" y="3827"/>
                  </a:lnTo>
                  <a:cubicBezTo>
                    <a:pt x="7232" y="3583"/>
                    <a:pt x="6976" y="3370"/>
                    <a:pt x="6692" y="3197"/>
                  </a:cubicBezTo>
                  <a:lnTo>
                    <a:pt x="8625" y="3197"/>
                  </a:lnTo>
                  <a:cubicBezTo>
                    <a:pt x="8712" y="3197"/>
                    <a:pt x="8782" y="3127"/>
                    <a:pt x="8782" y="3044"/>
                  </a:cubicBezTo>
                  <a:cubicBezTo>
                    <a:pt x="8782" y="2957"/>
                    <a:pt x="8712" y="2887"/>
                    <a:pt x="8625" y="2887"/>
                  </a:cubicBezTo>
                  <a:lnTo>
                    <a:pt x="6026" y="2887"/>
                  </a:lnTo>
                  <a:cubicBezTo>
                    <a:pt x="5726" y="2784"/>
                    <a:pt x="5403" y="2720"/>
                    <a:pt x="5069" y="2704"/>
                  </a:cubicBezTo>
                  <a:lnTo>
                    <a:pt x="5069" y="311"/>
                  </a:lnTo>
                  <a:close/>
                  <a:moveTo>
                    <a:pt x="4913" y="3064"/>
                  </a:moveTo>
                  <a:cubicBezTo>
                    <a:pt x="4966" y="3064"/>
                    <a:pt x="5019" y="3064"/>
                    <a:pt x="5069" y="3067"/>
                  </a:cubicBezTo>
                  <a:cubicBezTo>
                    <a:pt x="5786" y="3104"/>
                    <a:pt x="6436" y="3384"/>
                    <a:pt x="6939" y="3827"/>
                  </a:cubicBezTo>
                  <a:cubicBezTo>
                    <a:pt x="7049" y="3923"/>
                    <a:pt x="7152" y="4030"/>
                    <a:pt x="7246" y="4140"/>
                  </a:cubicBezTo>
                  <a:cubicBezTo>
                    <a:pt x="7409" y="4330"/>
                    <a:pt x="7549" y="4543"/>
                    <a:pt x="7662" y="4770"/>
                  </a:cubicBezTo>
                  <a:cubicBezTo>
                    <a:pt x="7712" y="4873"/>
                    <a:pt x="7759" y="4976"/>
                    <a:pt x="7799" y="5083"/>
                  </a:cubicBezTo>
                  <a:cubicBezTo>
                    <a:pt x="7872" y="5283"/>
                    <a:pt x="7922" y="5496"/>
                    <a:pt x="7952" y="5713"/>
                  </a:cubicBezTo>
                  <a:cubicBezTo>
                    <a:pt x="7965" y="5816"/>
                    <a:pt x="7975" y="5920"/>
                    <a:pt x="7979" y="6026"/>
                  </a:cubicBezTo>
                  <a:cubicBezTo>
                    <a:pt x="7979" y="6060"/>
                    <a:pt x="7982" y="6093"/>
                    <a:pt x="7982" y="6130"/>
                  </a:cubicBezTo>
                  <a:cubicBezTo>
                    <a:pt x="7982" y="6346"/>
                    <a:pt x="7959" y="6559"/>
                    <a:pt x="7915" y="6766"/>
                  </a:cubicBezTo>
                  <a:cubicBezTo>
                    <a:pt x="7892" y="6873"/>
                    <a:pt x="7862" y="6976"/>
                    <a:pt x="7829" y="7079"/>
                  </a:cubicBezTo>
                  <a:cubicBezTo>
                    <a:pt x="7429" y="8306"/>
                    <a:pt x="6273" y="9195"/>
                    <a:pt x="4916" y="9195"/>
                  </a:cubicBezTo>
                  <a:cubicBezTo>
                    <a:pt x="3556" y="9195"/>
                    <a:pt x="2403" y="8306"/>
                    <a:pt x="2000" y="7079"/>
                  </a:cubicBezTo>
                  <a:cubicBezTo>
                    <a:pt x="1967" y="6976"/>
                    <a:pt x="1940" y="6873"/>
                    <a:pt x="1917" y="6766"/>
                  </a:cubicBezTo>
                  <a:cubicBezTo>
                    <a:pt x="1874" y="6559"/>
                    <a:pt x="1850" y="6346"/>
                    <a:pt x="1850" y="6126"/>
                  </a:cubicBezTo>
                  <a:cubicBezTo>
                    <a:pt x="1850" y="6093"/>
                    <a:pt x="1850" y="6060"/>
                    <a:pt x="1854" y="6026"/>
                  </a:cubicBezTo>
                  <a:cubicBezTo>
                    <a:pt x="1857" y="5920"/>
                    <a:pt x="1864" y="5816"/>
                    <a:pt x="1877" y="5713"/>
                  </a:cubicBezTo>
                  <a:cubicBezTo>
                    <a:pt x="1907" y="5496"/>
                    <a:pt x="1960" y="5283"/>
                    <a:pt x="2034" y="5083"/>
                  </a:cubicBezTo>
                  <a:cubicBezTo>
                    <a:pt x="2074" y="4976"/>
                    <a:pt x="2117" y="4873"/>
                    <a:pt x="2167" y="4770"/>
                  </a:cubicBezTo>
                  <a:cubicBezTo>
                    <a:pt x="2280" y="4543"/>
                    <a:pt x="2420" y="4330"/>
                    <a:pt x="2583" y="4140"/>
                  </a:cubicBezTo>
                  <a:cubicBezTo>
                    <a:pt x="2680" y="4030"/>
                    <a:pt x="2780" y="3923"/>
                    <a:pt x="2890" y="3827"/>
                  </a:cubicBezTo>
                  <a:cubicBezTo>
                    <a:pt x="3393" y="3384"/>
                    <a:pt x="4046" y="3104"/>
                    <a:pt x="4760" y="3067"/>
                  </a:cubicBezTo>
                  <a:cubicBezTo>
                    <a:pt x="4810" y="3064"/>
                    <a:pt x="4863" y="3064"/>
                    <a:pt x="4913" y="3064"/>
                  </a:cubicBezTo>
                  <a:close/>
                  <a:moveTo>
                    <a:pt x="157" y="1"/>
                  </a:moveTo>
                  <a:cubicBezTo>
                    <a:pt x="71" y="1"/>
                    <a:pt x="1" y="71"/>
                    <a:pt x="1" y="158"/>
                  </a:cubicBezTo>
                  <a:lnTo>
                    <a:pt x="1" y="6923"/>
                  </a:lnTo>
                  <a:cubicBezTo>
                    <a:pt x="1" y="7009"/>
                    <a:pt x="71" y="7079"/>
                    <a:pt x="157" y="7079"/>
                  </a:cubicBezTo>
                  <a:lnTo>
                    <a:pt x="1624" y="7079"/>
                  </a:lnTo>
                  <a:cubicBezTo>
                    <a:pt x="1760" y="7549"/>
                    <a:pt x="1994" y="7979"/>
                    <a:pt x="2303" y="8346"/>
                  </a:cubicBezTo>
                  <a:lnTo>
                    <a:pt x="347" y="10302"/>
                  </a:lnTo>
                  <a:cubicBezTo>
                    <a:pt x="311" y="10335"/>
                    <a:pt x="294" y="10382"/>
                    <a:pt x="294" y="10429"/>
                  </a:cubicBezTo>
                  <a:cubicBezTo>
                    <a:pt x="294" y="10475"/>
                    <a:pt x="311" y="10522"/>
                    <a:pt x="347" y="10555"/>
                  </a:cubicBezTo>
                  <a:cubicBezTo>
                    <a:pt x="382" y="10592"/>
                    <a:pt x="429" y="10610"/>
                    <a:pt x="476" y="10610"/>
                  </a:cubicBezTo>
                  <a:cubicBezTo>
                    <a:pt x="522" y="10610"/>
                    <a:pt x="569" y="10592"/>
                    <a:pt x="604" y="10555"/>
                  </a:cubicBezTo>
                  <a:lnTo>
                    <a:pt x="2550" y="8609"/>
                  </a:lnTo>
                  <a:cubicBezTo>
                    <a:pt x="3167" y="9195"/>
                    <a:pt x="4000" y="9559"/>
                    <a:pt x="4916" y="9559"/>
                  </a:cubicBezTo>
                  <a:cubicBezTo>
                    <a:pt x="6476" y="9555"/>
                    <a:pt x="7795" y="8509"/>
                    <a:pt x="8209" y="7079"/>
                  </a:cubicBezTo>
                  <a:lnTo>
                    <a:pt x="9675" y="7079"/>
                  </a:lnTo>
                  <a:cubicBezTo>
                    <a:pt x="9758" y="7079"/>
                    <a:pt x="9828" y="7009"/>
                    <a:pt x="9828" y="6923"/>
                  </a:cubicBezTo>
                  <a:lnTo>
                    <a:pt x="9828" y="158"/>
                  </a:lnTo>
                  <a:cubicBezTo>
                    <a:pt x="9828" y="71"/>
                    <a:pt x="9758" y="1"/>
                    <a:pt x="9675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60675" lIns="60675" spcFirstLastPara="1" rIns="60675" wrap="square" tIns="6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3"/>
            <p:cNvSpPr/>
            <p:nvPr/>
          </p:nvSpPr>
          <p:spPr>
            <a:xfrm>
              <a:off x="5993688" y="2339725"/>
              <a:ext cx="74425" cy="7875"/>
            </a:xfrm>
            <a:custGeom>
              <a:rect b="b" l="l" r="r" t="t"/>
              <a:pathLst>
                <a:path extrusionOk="0" h="315" w="2977">
                  <a:moveTo>
                    <a:pt x="157" y="1"/>
                  </a:moveTo>
                  <a:cubicBezTo>
                    <a:pt x="70" y="1"/>
                    <a:pt x="0" y="71"/>
                    <a:pt x="0" y="157"/>
                  </a:cubicBezTo>
                  <a:cubicBezTo>
                    <a:pt x="0" y="244"/>
                    <a:pt x="70" y="314"/>
                    <a:pt x="157" y="314"/>
                  </a:cubicBezTo>
                  <a:lnTo>
                    <a:pt x="2823" y="314"/>
                  </a:lnTo>
                  <a:cubicBezTo>
                    <a:pt x="2906" y="314"/>
                    <a:pt x="2976" y="244"/>
                    <a:pt x="2976" y="157"/>
                  </a:cubicBezTo>
                  <a:cubicBezTo>
                    <a:pt x="2976" y="71"/>
                    <a:pt x="2906" y="1"/>
                    <a:pt x="2823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60675" lIns="60675" spcFirstLastPara="1" rIns="60675" wrap="square" tIns="6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3"/>
            <p:cNvSpPr/>
            <p:nvPr/>
          </p:nvSpPr>
          <p:spPr>
            <a:xfrm>
              <a:off x="5993338" y="2363300"/>
              <a:ext cx="74425" cy="7875"/>
            </a:xfrm>
            <a:custGeom>
              <a:rect b="b" l="l" r="r" t="t"/>
              <a:pathLst>
                <a:path extrusionOk="0" h="315" w="2977">
                  <a:moveTo>
                    <a:pt x="154" y="1"/>
                  </a:moveTo>
                  <a:cubicBezTo>
                    <a:pt x="71" y="1"/>
                    <a:pt x="1" y="71"/>
                    <a:pt x="1" y="157"/>
                  </a:cubicBezTo>
                  <a:cubicBezTo>
                    <a:pt x="1" y="244"/>
                    <a:pt x="71" y="314"/>
                    <a:pt x="154" y="314"/>
                  </a:cubicBezTo>
                  <a:lnTo>
                    <a:pt x="2820" y="314"/>
                  </a:lnTo>
                  <a:cubicBezTo>
                    <a:pt x="2907" y="314"/>
                    <a:pt x="2977" y="244"/>
                    <a:pt x="2977" y="157"/>
                  </a:cubicBezTo>
                  <a:cubicBezTo>
                    <a:pt x="2977" y="71"/>
                    <a:pt x="2907" y="1"/>
                    <a:pt x="2820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60675" lIns="60675" spcFirstLastPara="1" rIns="60675" wrap="square" tIns="6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3"/>
            <p:cNvSpPr/>
            <p:nvPr/>
          </p:nvSpPr>
          <p:spPr>
            <a:xfrm>
              <a:off x="6112638" y="2339725"/>
              <a:ext cx="74425" cy="7875"/>
            </a:xfrm>
            <a:custGeom>
              <a:rect b="b" l="l" r="r" t="t"/>
              <a:pathLst>
                <a:path extrusionOk="0" h="315" w="2977">
                  <a:moveTo>
                    <a:pt x="158" y="1"/>
                  </a:moveTo>
                  <a:cubicBezTo>
                    <a:pt x="71" y="1"/>
                    <a:pt x="1" y="71"/>
                    <a:pt x="1" y="157"/>
                  </a:cubicBezTo>
                  <a:cubicBezTo>
                    <a:pt x="1" y="244"/>
                    <a:pt x="71" y="314"/>
                    <a:pt x="158" y="314"/>
                  </a:cubicBezTo>
                  <a:lnTo>
                    <a:pt x="2820" y="314"/>
                  </a:lnTo>
                  <a:cubicBezTo>
                    <a:pt x="2907" y="314"/>
                    <a:pt x="2977" y="244"/>
                    <a:pt x="2977" y="157"/>
                  </a:cubicBezTo>
                  <a:cubicBezTo>
                    <a:pt x="2977" y="71"/>
                    <a:pt x="2907" y="1"/>
                    <a:pt x="2820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60675" lIns="60675" spcFirstLastPara="1" rIns="60675" wrap="square" tIns="6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3"/>
            <p:cNvSpPr/>
            <p:nvPr/>
          </p:nvSpPr>
          <p:spPr>
            <a:xfrm>
              <a:off x="6112638" y="2363300"/>
              <a:ext cx="74425" cy="7875"/>
            </a:xfrm>
            <a:custGeom>
              <a:rect b="b" l="l" r="r" t="t"/>
              <a:pathLst>
                <a:path extrusionOk="0" h="315" w="2977">
                  <a:moveTo>
                    <a:pt x="158" y="1"/>
                  </a:moveTo>
                  <a:cubicBezTo>
                    <a:pt x="71" y="1"/>
                    <a:pt x="1" y="71"/>
                    <a:pt x="1" y="157"/>
                  </a:cubicBezTo>
                  <a:cubicBezTo>
                    <a:pt x="1" y="244"/>
                    <a:pt x="71" y="314"/>
                    <a:pt x="158" y="314"/>
                  </a:cubicBezTo>
                  <a:lnTo>
                    <a:pt x="2820" y="314"/>
                  </a:lnTo>
                  <a:cubicBezTo>
                    <a:pt x="2907" y="314"/>
                    <a:pt x="2977" y="244"/>
                    <a:pt x="2977" y="157"/>
                  </a:cubicBezTo>
                  <a:cubicBezTo>
                    <a:pt x="2977" y="71"/>
                    <a:pt x="2907" y="1"/>
                    <a:pt x="2820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60675" lIns="60675" spcFirstLastPara="1" rIns="60675" wrap="square" tIns="6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3"/>
            <p:cNvSpPr/>
            <p:nvPr/>
          </p:nvSpPr>
          <p:spPr>
            <a:xfrm>
              <a:off x="6090413" y="2408125"/>
              <a:ext cx="59825" cy="59850"/>
            </a:xfrm>
            <a:custGeom>
              <a:rect b="b" l="l" r="r" t="t"/>
              <a:pathLst>
                <a:path extrusionOk="0" h="2394" w="2393">
                  <a:moveTo>
                    <a:pt x="0" y="1"/>
                  </a:moveTo>
                  <a:lnTo>
                    <a:pt x="0" y="361"/>
                  </a:lnTo>
                  <a:cubicBezTo>
                    <a:pt x="53" y="361"/>
                    <a:pt x="103" y="364"/>
                    <a:pt x="153" y="367"/>
                  </a:cubicBezTo>
                  <a:cubicBezTo>
                    <a:pt x="690" y="411"/>
                    <a:pt x="1170" y="657"/>
                    <a:pt x="1506" y="1034"/>
                  </a:cubicBezTo>
                  <a:cubicBezTo>
                    <a:pt x="1593" y="1130"/>
                    <a:pt x="1673" y="1234"/>
                    <a:pt x="1740" y="1347"/>
                  </a:cubicBezTo>
                  <a:cubicBezTo>
                    <a:pt x="1856" y="1537"/>
                    <a:pt x="1940" y="1750"/>
                    <a:pt x="1986" y="1977"/>
                  </a:cubicBezTo>
                  <a:cubicBezTo>
                    <a:pt x="2010" y="2077"/>
                    <a:pt x="2023" y="2184"/>
                    <a:pt x="2026" y="2290"/>
                  </a:cubicBezTo>
                  <a:cubicBezTo>
                    <a:pt x="2030" y="2324"/>
                    <a:pt x="2030" y="2357"/>
                    <a:pt x="2030" y="2394"/>
                  </a:cubicBezTo>
                  <a:lnTo>
                    <a:pt x="2393" y="2394"/>
                  </a:lnTo>
                  <a:cubicBezTo>
                    <a:pt x="2393" y="2357"/>
                    <a:pt x="2390" y="2324"/>
                    <a:pt x="2390" y="2290"/>
                  </a:cubicBezTo>
                  <a:cubicBezTo>
                    <a:pt x="2386" y="2184"/>
                    <a:pt x="2373" y="2080"/>
                    <a:pt x="2356" y="1977"/>
                  </a:cubicBezTo>
                  <a:cubicBezTo>
                    <a:pt x="2316" y="1754"/>
                    <a:pt x="2246" y="1544"/>
                    <a:pt x="2150" y="1347"/>
                  </a:cubicBezTo>
                  <a:cubicBezTo>
                    <a:pt x="2096" y="1237"/>
                    <a:pt x="2036" y="1134"/>
                    <a:pt x="1966" y="1034"/>
                  </a:cubicBezTo>
                  <a:cubicBezTo>
                    <a:pt x="1796" y="787"/>
                    <a:pt x="1580" y="574"/>
                    <a:pt x="1330" y="404"/>
                  </a:cubicBezTo>
                  <a:cubicBezTo>
                    <a:pt x="1197" y="317"/>
                    <a:pt x="1057" y="241"/>
                    <a:pt x="907" y="181"/>
                  </a:cubicBezTo>
                  <a:cubicBezTo>
                    <a:pt x="673" y="84"/>
                    <a:pt x="420" y="24"/>
                    <a:pt x="153" y="4"/>
                  </a:cubicBezTo>
                  <a:cubicBezTo>
                    <a:pt x="103" y="1"/>
                    <a:pt x="53" y="1"/>
                    <a:pt x="0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60675" lIns="60675" spcFirstLastPara="1" rIns="60675" wrap="square" tIns="6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4" name="Google Shape;654;p53"/>
          <p:cNvGrpSpPr/>
          <p:nvPr/>
        </p:nvGrpSpPr>
        <p:grpSpPr>
          <a:xfrm>
            <a:off x="285288" y="2578763"/>
            <a:ext cx="434110" cy="364319"/>
            <a:chOff x="434100" y="2741825"/>
            <a:chExt cx="270171" cy="248055"/>
          </a:xfrm>
        </p:grpSpPr>
        <p:sp>
          <p:nvSpPr>
            <p:cNvPr id="655" name="Google Shape;655;p53"/>
            <p:cNvSpPr/>
            <p:nvPr/>
          </p:nvSpPr>
          <p:spPr>
            <a:xfrm>
              <a:off x="434100" y="2759053"/>
              <a:ext cx="270171" cy="230827"/>
            </a:xfrm>
            <a:custGeom>
              <a:rect b="b" l="l" r="r" t="t"/>
              <a:pathLst>
                <a:path extrusionOk="0" h="7409" w="9202">
                  <a:moveTo>
                    <a:pt x="213" y="0"/>
                  </a:moveTo>
                  <a:cubicBezTo>
                    <a:pt x="97" y="0"/>
                    <a:pt x="0" y="97"/>
                    <a:pt x="0" y="214"/>
                  </a:cubicBezTo>
                  <a:lnTo>
                    <a:pt x="0" y="7195"/>
                  </a:lnTo>
                  <a:cubicBezTo>
                    <a:pt x="0" y="7312"/>
                    <a:pt x="97" y="7409"/>
                    <a:pt x="213" y="7409"/>
                  </a:cubicBezTo>
                  <a:lnTo>
                    <a:pt x="8988" y="7409"/>
                  </a:lnTo>
                  <a:cubicBezTo>
                    <a:pt x="9105" y="7409"/>
                    <a:pt x="9201" y="7312"/>
                    <a:pt x="9201" y="7195"/>
                  </a:cubicBezTo>
                  <a:lnTo>
                    <a:pt x="9201" y="214"/>
                  </a:lnTo>
                  <a:cubicBezTo>
                    <a:pt x="9201" y="97"/>
                    <a:pt x="9105" y="0"/>
                    <a:pt x="8988" y="0"/>
                  </a:cubicBezTo>
                  <a:lnTo>
                    <a:pt x="6849" y="0"/>
                  </a:lnTo>
                  <a:cubicBezTo>
                    <a:pt x="6732" y="0"/>
                    <a:pt x="6635" y="97"/>
                    <a:pt x="6635" y="214"/>
                  </a:cubicBezTo>
                  <a:cubicBezTo>
                    <a:pt x="6635" y="334"/>
                    <a:pt x="6732" y="427"/>
                    <a:pt x="6849" y="427"/>
                  </a:cubicBezTo>
                  <a:lnTo>
                    <a:pt x="8775" y="427"/>
                  </a:lnTo>
                  <a:lnTo>
                    <a:pt x="8775" y="6982"/>
                  </a:lnTo>
                  <a:lnTo>
                    <a:pt x="430" y="6982"/>
                  </a:lnTo>
                  <a:lnTo>
                    <a:pt x="430" y="427"/>
                  </a:lnTo>
                  <a:lnTo>
                    <a:pt x="2503" y="427"/>
                  </a:lnTo>
                  <a:cubicBezTo>
                    <a:pt x="2623" y="427"/>
                    <a:pt x="2716" y="334"/>
                    <a:pt x="2716" y="214"/>
                  </a:cubicBezTo>
                  <a:cubicBezTo>
                    <a:pt x="2716" y="97"/>
                    <a:pt x="2623" y="0"/>
                    <a:pt x="2503" y="0"/>
                  </a:cubicBezTo>
                  <a:close/>
                </a:path>
              </a:pathLst>
            </a:custGeom>
            <a:solidFill>
              <a:srgbClr val="194383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3"/>
            <p:cNvSpPr/>
            <p:nvPr/>
          </p:nvSpPr>
          <p:spPr>
            <a:xfrm>
              <a:off x="491617" y="2812109"/>
              <a:ext cx="53347" cy="63151"/>
            </a:xfrm>
            <a:custGeom>
              <a:rect b="b" l="l" r="r" t="t"/>
              <a:pathLst>
                <a:path extrusionOk="0" h="2027" w="1817">
                  <a:moveTo>
                    <a:pt x="910" y="427"/>
                  </a:moveTo>
                  <a:cubicBezTo>
                    <a:pt x="1174" y="427"/>
                    <a:pt x="1390" y="690"/>
                    <a:pt x="1390" y="1013"/>
                  </a:cubicBezTo>
                  <a:cubicBezTo>
                    <a:pt x="1390" y="1337"/>
                    <a:pt x="1174" y="1600"/>
                    <a:pt x="910" y="1600"/>
                  </a:cubicBezTo>
                  <a:cubicBezTo>
                    <a:pt x="644" y="1600"/>
                    <a:pt x="431" y="1337"/>
                    <a:pt x="431" y="1013"/>
                  </a:cubicBezTo>
                  <a:cubicBezTo>
                    <a:pt x="431" y="690"/>
                    <a:pt x="644" y="427"/>
                    <a:pt x="910" y="427"/>
                  </a:cubicBezTo>
                  <a:close/>
                  <a:moveTo>
                    <a:pt x="910" y="0"/>
                  </a:moveTo>
                  <a:cubicBezTo>
                    <a:pt x="411" y="0"/>
                    <a:pt x="1" y="454"/>
                    <a:pt x="1" y="1013"/>
                  </a:cubicBezTo>
                  <a:cubicBezTo>
                    <a:pt x="1" y="1573"/>
                    <a:pt x="411" y="2027"/>
                    <a:pt x="910" y="2027"/>
                  </a:cubicBezTo>
                  <a:cubicBezTo>
                    <a:pt x="1410" y="2027"/>
                    <a:pt x="1817" y="1573"/>
                    <a:pt x="1817" y="1013"/>
                  </a:cubicBezTo>
                  <a:cubicBezTo>
                    <a:pt x="1817" y="454"/>
                    <a:pt x="1410" y="0"/>
                    <a:pt x="910" y="0"/>
                  </a:cubicBezTo>
                  <a:close/>
                </a:path>
              </a:pathLst>
            </a:custGeom>
            <a:solidFill>
              <a:srgbClr val="194383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A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3"/>
            <p:cNvSpPr/>
            <p:nvPr/>
          </p:nvSpPr>
          <p:spPr>
            <a:xfrm>
              <a:off x="470389" y="2884418"/>
              <a:ext cx="95919" cy="64647"/>
            </a:xfrm>
            <a:custGeom>
              <a:rect b="b" l="l" r="r" t="t"/>
              <a:pathLst>
                <a:path extrusionOk="0" h="2075" w="3267">
                  <a:moveTo>
                    <a:pt x="1630" y="429"/>
                  </a:moveTo>
                  <a:cubicBezTo>
                    <a:pt x="1938" y="429"/>
                    <a:pt x="2246" y="482"/>
                    <a:pt x="2537" y="585"/>
                  </a:cubicBezTo>
                  <a:cubicBezTo>
                    <a:pt x="2703" y="645"/>
                    <a:pt x="2823" y="852"/>
                    <a:pt x="2813" y="985"/>
                  </a:cubicBezTo>
                  <a:cubicBezTo>
                    <a:pt x="2800" y="1205"/>
                    <a:pt x="2787" y="1425"/>
                    <a:pt x="2770" y="1648"/>
                  </a:cubicBezTo>
                  <a:lnTo>
                    <a:pt x="497" y="1648"/>
                  </a:lnTo>
                  <a:lnTo>
                    <a:pt x="450" y="985"/>
                  </a:lnTo>
                  <a:cubicBezTo>
                    <a:pt x="440" y="852"/>
                    <a:pt x="564" y="645"/>
                    <a:pt x="730" y="585"/>
                  </a:cubicBezTo>
                  <a:cubicBezTo>
                    <a:pt x="1019" y="481"/>
                    <a:pt x="1324" y="429"/>
                    <a:pt x="1630" y="429"/>
                  </a:cubicBezTo>
                  <a:close/>
                  <a:moveTo>
                    <a:pt x="1629" y="1"/>
                  </a:moveTo>
                  <a:cubicBezTo>
                    <a:pt x="1275" y="1"/>
                    <a:pt x="921" y="61"/>
                    <a:pt x="584" y="182"/>
                  </a:cubicBezTo>
                  <a:cubicBezTo>
                    <a:pt x="254" y="305"/>
                    <a:pt x="1" y="679"/>
                    <a:pt x="24" y="1012"/>
                  </a:cubicBezTo>
                  <a:lnTo>
                    <a:pt x="84" y="1875"/>
                  </a:lnTo>
                  <a:cubicBezTo>
                    <a:pt x="91" y="1988"/>
                    <a:pt x="184" y="2075"/>
                    <a:pt x="297" y="2075"/>
                  </a:cubicBezTo>
                  <a:lnTo>
                    <a:pt x="2970" y="2075"/>
                  </a:lnTo>
                  <a:cubicBezTo>
                    <a:pt x="3080" y="2075"/>
                    <a:pt x="3173" y="1988"/>
                    <a:pt x="3183" y="1875"/>
                  </a:cubicBezTo>
                  <a:cubicBezTo>
                    <a:pt x="3203" y="1585"/>
                    <a:pt x="3223" y="1295"/>
                    <a:pt x="3240" y="1015"/>
                  </a:cubicBezTo>
                  <a:cubicBezTo>
                    <a:pt x="3266" y="679"/>
                    <a:pt x="3013" y="305"/>
                    <a:pt x="2680" y="182"/>
                  </a:cubicBezTo>
                  <a:cubicBezTo>
                    <a:pt x="2342" y="62"/>
                    <a:pt x="1986" y="1"/>
                    <a:pt x="1629" y="1"/>
                  </a:cubicBezTo>
                  <a:close/>
                </a:path>
              </a:pathLst>
            </a:custGeom>
            <a:solidFill>
              <a:srgbClr val="194383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A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3"/>
            <p:cNvSpPr/>
            <p:nvPr/>
          </p:nvSpPr>
          <p:spPr>
            <a:xfrm>
              <a:off x="502980" y="2741825"/>
              <a:ext cx="138080" cy="46639"/>
            </a:xfrm>
            <a:custGeom>
              <a:rect b="b" l="l" r="r" t="t"/>
              <a:pathLst>
                <a:path extrusionOk="0" h="1497" w="4703">
                  <a:moveTo>
                    <a:pt x="3953" y="430"/>
                  </a:moveTo>
                  <a:cubicBezTo>
                    <a:pt x="4129" y="430"/>
                    <a:pt x="4276" y="573"/>
                    <a:pt x="4276" y="750"/>
                  </a:cubicBezTo>
                  <a:cubicBezTo>
                    <a:pt x="4276" y="927"/>
                    <a:pt x="4129" y="1070"/>
                    <a:pt x="3953" y="1070"/>
                  </a:cubicBezTo>
                  <a:lnTo>
                    <a:pt x="750" y="1070"/>
                  </a:lnTo>
                  <a:cubicBezTo>
                    <a:pt x="573" y="1070"/>
                    <a:pt x="430" y="927"/>
                    <a:pt x="430" y="750"/>
                  </a:cubicBezTo>
                  <a:cubicBezTo>
                    <a:pt x="430" y="573"/>
                    <a:pt x="573" y="430"/>
                    <a:pt x="750" y="430"/>
                  </a:cubicBezTo>
                  <a:close/>
                  <a:moveTo>
                    <a:pt x="750" y="0"/>
                  </a:moveTo>
                  <a:cubicBezTo>
                    <a:pt x="337" y="0"/>
                    <a:pt x="0" y="337"/>
                    <a:pt x="0" y="750"/>
                  </a:cubicBezTo>
                  <a:cubicBezTo>
                    <a:pt x="0" y="1163"/>
                    <a:pt x="337" y="1497"/>
                    <a:pt x="750" y="1497"/>
                  </a:cubicBezTo>
                  <a:lnTo>
                    <a:pt x="3953" y="1497"/>
                  </a:lnTo>
                  <a:cubicBezTo>
                    <a:pt x="4369" y="1497"/>
                    <a:pt x="4702" y="1163"/>
                    <a:pt x="4702" y="750"/>
                  </a:cubicBezTo>
                  <a:cubicBezTo>
                    <a:pt x="4702" y="337"/>
                    <a:pt x="4369" y="0"/>
                    <a:pt x="3953" y="0"/>
                  </a:cubicBezTo>
                  <a:close/>
                </a:path>
              </a:pathLst>
            </a:custGeom>
            <a:solidFill>
              <a:srgbClr val="194383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A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3"/>
            <p:cNvSpPr/>
            <p:nvPr/>
          </p:nvSpPr>
          <p:spPr>
            <a:xfrm>
              <a:off x="589769" y="2842827"/>
              <a:ext cx="64886" cy="13334"/>
            </a:xfrm>
            <a:custGeom>
              <a:rect b="b" l="l" r="r" t="t"/>
              <a:pathLst>
                <a:path extrusionOk="0" h="428" w="2210">
                  <a:moveTo>
                    <a:pt x="214" y="1"/>
                  </a:moveTo>
                  <a:cubicBezTo>
                    <a:pt x="97" y="1"/>
                    <a:pt x="0" y="97"/>
                    <a:pt x="0" y="214"/>
                  </a:cubicBezTo>
                  <a:cubicBezTo>
                    <a:pt x="0" y="331"/>
                    <a:pt x="97" y="427"/>
                    <a:pt x="214" y="427"/>
                  </a:cubicBezTo>
                  <a:lnTo>
                    <a:pt x="1996" y="427"/>
                  </a:lnTo>
                  <a:cubicBezTo>
                    <a:pt x="2113" y="427"/>
                    <a:pt x="2210" y="331"/>
                    <a:pt x="2210" y="214"/>
                  </a:cubicBezTo>
                  <a:cubicBezTo>
                    <a:pt x="2210" y="97"/>
                    <a:pt x="2113" y="1"/>
                    <a:pt x="1996" y="1"/>
                  </a:cubicBezTo>
                  <a:close/>
                </a:path>
              </a:pathLst>
            </a:custGeom>
            <a:solidFill>
              <a:srgbClr val="194383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A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3"/>
            <p:cNvSpPr/>
            <p:nvPr/>
          </p:nvSpPr>
          <p:spPr>
            <a:xfrm>
              <a:off x="589769" y="2884979"/>
              <a:ext cx="64886" cy="13334"/>
            </a:xfrm>
            <a:custGeom>
              <a:rect b="b" l="l" r="r" t="t"/>
              <a:pathLst>
                <a:path extrusionOk="0" h="428" w="2210">
                  <a:moveTo>
                    <a:pt x="214" y="1"/>
                  </a:moveTo>
                  <a:cubicBezTo>
                    <a:pt x="97" y="1"/>
                    <a:pt x="0" y="94"/>
                    <a:pt x="0" y="214"/>
                  </a:cubicBezTo>
                  <a:cubicBezTo>
                    <a:pt x="0" y="331"/>
                    <a:pt x="97" y="427"/>
                    <a:pt x="214" y="427"/>
                  </a:cubicBezTo>
                  <a:lnTo>
                    <a:pt x="1996" y="427"/>
                  </a:lnTo>
                  <a:cubicBezTo>
                    <a:pt x="2113" y="427"/>
                    <a:pt x="2210" y="331"/>
                    <a:pt x="2210" y="214"/>
                  </a:cubicBezTo>
                  <a:cubicBezTo>
                    <a:pt x="2210" y="94"/>
                    <a:pt x="2113" y="1"/>
                    <a:pt x="1996" y="1"/>
                  </a:cubicBezTo>
                  <a:close/>
                </a:path>
              </a:pathLst>
            </a:custGeom>
            <a:solidFill>
              <a:srgbClr val="194383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3A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53"/>
          <p:cNvSpPr txBox="1"/>
          <p:nvPr/>
        </p:nvSpPr>
        <p:spPr>
          <a:xfrm>
            <a:off x="888113" y="3315330"/>
            <a:ext cx="704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highlight>
                  <a:srgbClr val="003A79"/>
                </a:highlight>
                <a:latin typeface="Montserrat"/>
                <a:ea typeface="Montserrat"/>
                <a:cs typeface="Montserrat"/>
                <a:sym typeface="Montserrat"/>
              </a:rPr>
              <a:t>Para escolas técnicas, a aprendizagem profissional </a:t>
            </a:r>
            <a:r>
              <a:rPr b="1" i="0" lang="pt-BR" sz="1100" u="none" cap="none" strike="noStrike">
                <a:solidFill>
                  <a:schemeClr val="lt1"/>
                </a:solidFill>
                <a:highlight>
                  <a:srgbClr val="003A79"/>
                </a:highlight>
                <a:latin typeface="Montserrat"/>
                <a:ea typeface="Montserrat"/>
                <a:cs typeface="Montserrat"/>
                <a:sym typeface="Montserrat"/>
              </a:rPr>
              <a:t>não pode ultrapassar a 3ª série</a:t>
            </a:r>
            <a:r>
              <a:rPr b="0" i="0" lang="pt-BR" sz="1100" u="none" cap="none" strike="noStrike">
                <a:solidFill>
                  <a:schemeClr val="lt1"/>
                </a:solidFill>
                <a:highlight>
                  <a:srgbClr val="003A79"/>
                </a:highlight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100" u="none" cap="none" strike="noStrike">
              <a:solidFill>
                <a:schemeClr val="lt1"/>
              </a:solidFill>
              <a:highlight>
                <a:srgbClr val="003A79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4"/>
          <p:cNvSpPr txBox="1"/>
          <p:nvPr>
            <p:ph type="title"/>
          </p:nvPr>
        </p:nvSpPr>
        <p:spPr>
          <a:xfrm>
            <a:off x="4145250" y="979200"/>
            <a:ext cx="4511700" cy="3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>
                <a:highlight>
                  <a:srgbClr val="E51157"/>
                </a:highlight>
              </a:rPr>
              <a:t>4. E quais são os benefícios do Programa?</a:t>
            </a:r>
            <a:endParaRPr>
              <a:highlight>
                <a:srgbClr val="E51157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>
              <a:highlight>
                <a:srgbClr val="E51157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5"/>
          <p:cNvSpPr/>
          <p:nvPr/>
        </p:nvSpPr>
        <p:spPr>
          <a:xfrm>
            <a:off x="194800" y="1113725"/>
            <a:ext cx="2820600" cy="3933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A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55"/>
          <p:cNvSpPr/>
          <p:nvPr/>
        </p:nvSpPr>
        <p:spPr>
          <a:xfrm>
            <a:off x="3176650" y="1113725"/>
            <a:ext cx="2820600" cy="3933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9C920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55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Benefícios da aprendizagem profissional</a:t>
            </a:r>
            <a:endParaRPr/>
          </a:p>
        </p:txBody>
      </p:sp>
      <p:sp>
        <p:nvSpPr>
          <p:cNvPr id="674" name="Google Shape;674;p55"/>
          <p:cNvSpPr txBox="1"/>
          <p:nvPr/>
        </p:nvSpPr>
        <p:spPr>
          <a:xfrm>
            <a:off x="317560" y="1996958"/>
            <a:ext cx="24189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Formação teórico-prática;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Salário assegurado;</a:t>
            </a:r>
            <a:endParaRPr b="1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Ingresso ao mundo do trabalho </a:t>
            </a: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mesmo sem experiência profissional;</a:t>
            </a:r>
            <a:endParaRPr b="1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Garantias trabalhistas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asseguradas pela CLT.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6158500" y="1113725"/>
            <a:ext cx="2820600" cy="3933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67B1E3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55"/>
          <p:cNvSpPr txBox="1"/>
          <p:nvPr/>
        </p:nvSpPr>
        <p:spPr>
          <a:xfrm>
            <a:off x="3176650" y="1969720"/>
            <a:ext cx="25689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A9C9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motivação trazida pela aprendizagem, a concretude do saber e a possibilidade de </a:t>
            </a: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ingresso no mundo do trabalho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gera interesse nos jovens;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Oportunidade de</a:t>
            </a: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elevar a escolaridade da população;</a:t>
            </a:r>
            <a:endParaRPr b="1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Redução da evasã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 e do abandono escolar.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7" name="Google Shape;677;p55"/>
          <p:cNvSpPr txBox="1"/>
          <p:nvPr/>
        </p:nvSpPr>
        <p:spPr>
          <a:xfrm>
            <a:off x="6387250" y="2004313"/>
            <a:ext cx="23631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3B7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Formação </a:t>
            </a: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científica e técnica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embasada na realidade do mundo do trabalho;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Montserrat"/>
              <a:buChar char="●"/>
            </a:pP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distribuição de renda, </a:t>
            </a: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dignidade pelo trabalho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produzem uma nova visão de mundo e de oportunidades.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p55"/>
          <p:cNvSpPr txBox="1"/>
          <p:nvPr/>
        </p:nvSpPr>
        <p:spPr>
          <a:xfrm>
            <a:off x="779350" y="1691453"/>
            <a:ext cx="1651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  <a:t>Aprendiz</a:t>
            </a:r>
            <a:br>
              <a:rPr b="1" i="0" lang="pt-BR" sz="1500" u="none" cap="none" strike="noStrike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15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55"/>
          <p:cNvSpPr txBox="1"/>
          <p:nvPr/>
        </p:nvSpPr>
        <p:spPr>
          <a:xfrm>
            <a:off x="3761200" y="1691453"/>
            <a:ext cx="1651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ADC61F"/>
                </a:solidFill>
                <a:latin typeface="Montserrat"/>
                <a:ea typeface="Montserrat"/>
                <a:cs typeface="Montserrat"/>
                <a:sym typeface="Montserrat"/>
              </a:rPr>
              <a:t>Escola</a:t>
            </a:r>
            <a:br>
              <a:rPr b="1" i="0" lang="pt-BR" sz="1500" u="none" cap="none" strike="noStrike">
                <a:solidFill>
                  <a:srgbClr val="ADC61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1500" u="none" cap="none" strike="noStrike">
              <a:solidFill>
                <a:srgbClr val="ADC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p55"/>
          <p:cNvSpPr txBox="1"/>
          <p:nvPr/>
        </p:nvSpPr>
        <p:spPr>
          <a:xfrm>
            <a:off x="6778925" y="1674348"/>
            <a:ext cx="16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  <a:t>Sociedade</a:t>
            </a:r>
            <a:br>
              <a:rPr b="1" i="0" lang="pt-BR" sz="1500" u="none" cap="none" strike="noStrike">
                <a:solidFill>
                  <a:srgbClr val="003A7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1500" u="none" cap="none" strike="noStrike">
              <a:solidFill>
                <a:srgbClr val="003A7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81" name="Google Shape;681;p55"/>
          <p:cNvGrpSpPr/>
          <p:nvPr/>
        </p:nvGrpSpPr>
        <p:grpSpPr>
          <a:xfrm>
            <a:off x="7346455" y="1271930"/>
            <a:ext cx="444688" cy="427505"/>
            <a:chOff x="2182133" y="4057075"/>
            <a:chExt cx="700959" cy="670176"/>
          </a:xfrm>
        </p:grpSpPr>
        <p:sp>
          <p:nvSpPr>
            <p:cNvPr id="682" name="Google Shape;682;p55"/>
            <p:cNvSpPr/>
            <p:nvPr/>
          </p:nvSpPr>
          <p:spPr>
            <a:xfrm>
              <a:off x="2230557" y="4351360"/>
              <a:ext cx="115742" cy="127537"/>
            </a:xfrm>
            <a:custGeom>
              <a:rect b="b" l="l" r="r" t="t"/>
              <a:pathLst>
                <a:path extrusionOk="0" h="1330" w="1207">
                  <a:moveTo>
                    <a:pt x="603" y="253"/>
                  </a:moveTo>
                  <a:cubicBezTo>
                    <a:pt x="794" y="253"/>
                    <a:pt x="954" y="438"/>
                    <a:pt x="954" y="665"/>
                  </a:cubicBezTo>
                  <a:cubicBezTo>
                    <a:pt x="954" y="893"/>
                    <a:pt x="794" y="1078"/>
                    <a:pt x="603" y="1078"/>
                  </a:cubicBezTo>
                  <a:cubicBezTo>
                    <a:pt x="412" y="1078"/>
                    <a:pt x="259" y="893"/>
                    <a:pt x="259" y="665"/>
                  </a:cubicBezTo>
                  <a:cubicBezTo>
                    <a:pt x="259" y="438"/>
                    <a:pt x="412" y="253"/>
                    <a:pt x="603" y="253"/>
                  </a:cubicBezTo>
                  <a:close/>
                  <a:moveTo>
                    <a:pt x="603" y="1"/>
                  </a:moveTo>
                  <a:cubicBezTo>
                    <a:pt x="271" y="1"/>
                    <a:pt x="0" y="296"/>
                    <a:pt x="0" y="665"/>
                  </a:cubicBezTo>
                  <a:cubicBezTo>
                    <a:pt x="0" y="1035"/>
                    <a:pt x="271" y="1330"/>
                    <a:pt x="603" y="1330"/>
                  </a:cubicBezTo>
                  <a:cubicBezTo>
                    <a:pt x="935" y="1330"/>
                    <a:pt x="1206" y="1035"/>
                    <a:pt x="1206" y="665"/>
                  </a:cubicBezTo>
                  <a:cubicBezTo>
                    <a:pt x="1206" y="296"/>
                    <a:pt x="935" y="1"/>
                    <a:pt x="603" y="1"/>
                  </a:cubicBezTo>
                  <a:close/>
                </a:path>
              </a:pathLst>
            </a:custGeom>
            <a:solidFill>
              <a:srgbClr val="083C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3B7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3" name="Google Shape;683;p55"/>
            <p:cNvSpPr/>
            <p:nvPr/>
          </p:nvSpPr>
          <p:spPr>
            <a:xfrm>
              <a:off x="2182133" y="4493564"/>
              <a:ext cx="210772" cy="130510"/>
            </a:xfrm>
            <a:custGeom>
              <a:rect b="b" l="l" r="r" t="t"/>
              <a:pathLst>
                <a:path extrusionOk="0" h="1361" w="2198">
                  <a:moveTo>
                    <a:pt x="1096" y="259"/>
                  </a:moveTo>
                  <a:cubicBezTo>
                    <a:pt x="1477" y="259"/>
                    <a:pt x="1711" y="314"/>
                    <a:pt x="1816" y="431"/>
                  </a:cubicBezTo>
                  <a:cubicBezTo>
                    <a:pt x="1926" y="554"/>
                    <a:pt x="1914" y="757"/>
                    <a:pt x="1889" y="1022"/>
                  </a:cubicBezTo>
                  <a:cubicBezTo>
                    <a:pt x="1883" y="1046"/>
                    <a:pt x="1883" y="1077"/>
                    <a:pt x="1883" y="1108"/>
                  </a:cubicBezTo>
                  <a:lnTo>
                    <a:pt x="315" y="1108"/>
                  </a:lnTo>
                  <a:cubicBezTo>
                    <a:pt x="315" y="1077"/>
                    <a:pt x="315" y="1046"/>
                    <a:pt x="308" y="1022"/>
                  </a:cubicBezTo>
                  <a:cubicBezTo>
                    <a:pt x="284" y="757"/>
                    <a:pt x="265" y="554"/>
                    <a:pt x="382" y="431"/>
                  </a:cubicBezTo>
                  <a:cubicBezTo>
                    <a:pt x="487" y="314"/>
                    <a:pt x="721" y="259"/>
                    <a:pt x="1096" y="259"/>
                  </a:cubicBezTo>
                  <a:close/>
                  <a:moveTo>
                    <a:pt x="1096" y="1"/>
                  </a:moveTo>
                  <a:cubicBezTo>
                    <a:pt x="641" y="1"/>
                    <a:pt x="351" y="81"/>
                    <a:pt x="191" y="259"/>
                  </a:cubicBezTo>
                  <a:cubicBezTo>
                    <a:pt x="1" y="462"/>
                    <a:pt x="25" y="745"/>
                    <a:pt x="56" y="1040"/>
                  </a:cubicBezTo>
                  <a:cubicBezTo>
                    <a:pt x="62" y="1108"/>
                    <a:pt x="68" y="1176"/>
                    <a:pt x="68" y="1243"/>
                  </a:cubicBezTo>
                  <a:cubicBezTo>
                    <a:pt x="75" y="1311"/>
                    <a:pt x="130" y="1360"/>
                    <a:pt x="198" y="1360"/>
                  </a:cubicBezTo>
                  <a:lnTo>
                    <a:pt x="2000" y="1360"/>
                  </a:lnTo>
                  <a:cubicBezTo>
                    <a:pt x="2068" y="1360"/>
                    <a:pt x="2123" y="1311"/>
                    <a:pt x="2129" y="1243"/>
                  </a:cubicBezTo>
                  <a:cubicBezTo>
                    <a:pt x="2129" y="1176"/>
                    <a:pt x="2135" y="1108"/>
                    <a:pt x="2142" y="1040"/>
                  </a:cubicBezTo>
                  <a:cubicBezTo>
                    <a:pt x="2172" y="745"/>
                    <a:pt x="2197" y="462"/>
                    <a:pt x="2006" y="259"/>
                  </a:cubicBezTo>
                  <a:cubicBezTo>
                    <a:pt x="1846" y="81"/>
                    <a:pt x="1557" y="1"/>
                    <a:pt x="1096" y="1"/>
                  </a:cubicBezTo>
                  <a:close/>
                </a:path>
              </a:pathLst>
            </a:custGeom>
            <a:solidFill>
              <a:srgbClr val="083C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3B7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4" name="Google Shape;684;p55"/>
            <p:cNvSpPr/>
            <p:nvPr/>
          </p:nvSpPr>
          <p:spPr>
            <a:xfrm>
              <a:off x="2720745" y="4351360"/>
              <a:ext cx="115742" cy="127537"/>
            </a:xfrm>
            <a:custGeom>
              <a:rect b="b" l="l" r="r" t="t"/>
              <a:pathLst>
                <a:path extrusionOk="0" h="1330" w="1207">
                  <a:moveTo>
                    <a:pt x="603" y="253"/>
                  </a:moveTo>
                  <a:cubicBezTo>
                    <a:pt x="794" y="253"/>
                    <a:pt x="954" y="438"/>
                    <a:pt x="954" y="665"/>
                  </a:cubicBezTo>
                  <a:cubicBezTo>
                    <a:pt x="954" y="893"/>
                    <a:pt x="794" y="1078"/>
                    <a:pt x="603" y="1078"/>
                  </a:cubicBezTo>
                  <a:cubicBezTo>
                    <a:pt x="413" y="1078"/>
                    <a:pt x="259" y="893"/>
                    <a:pt x="259" y="665"/>
                  </a:cubicBezTo>
                  <a:cubicBezTo>
                    <a:pt x="259" y="438"/>
                    <a:pt x="413" y="253"/>
                    <a:pt x="603" y="253"/>
                  </a:cubicBezTo>
                  <a:close/>
                  <a:moveTo>
                    <a:pt x="603" y="1"/>
                  </a:moveTo>
                  <a:cubicBezTo>
                    <a:pt x="271" y="1"/>
                    <a:pt x="1" y="296"/>
                    <a:pt x="1" y="665"/>
                  </a:cubicBezTo>
                  <a:cubicBezTo>
                    <a:pt x="1" y="1035"/>
                    <a:pt x="271" y="1330"/>
                    <a:pt x="603" y="1330"/>
                  </a:cubicBezTo>
                  <a:cubicBezTo>
                    <a:pt x="936" y="1330"/>
                    <a:pt x="1206" y="1035"/>
                    <a:pt x="1206" y="665"/>
                  </a:cubicBezTo>
                  <a:cubicBezTo>
                    <a:pt x="1206" y="296"/>
                    <a:pt x="936" y="1"/>
                    <a:pt x="603" y="1"/>
                  </a:cubicBezTo>
                  <a:close/>
                </a:path>
              </a:pathLst>
            </a:custGeom>
            <a:solidFill>
              <a:srgbClr val="083C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3B7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5" name="Google Shape;685;p55"/>
            <p:cNvSpPr/>
            <p:nvPr/>
          </p:nvSpPr>
          <p:spPr>
            <a:xfrm>
              <a:off x="2672416" y="4493564"/>
              <a:ext cx="210676" cy="130510"/>
            </a:xfrm>
            <a:custGeom>
              <a:rect b="b" l="l" r="r" t="t"/>
              <a:pathLst>
                <a:path extrusionOk="0" h="1361" w="2197">
                  <a:moveTo>
                    <a:pt x="1101" y="259"/>
                  </a:moveTo>
                  <a:cubicBezTo>
                    <a:pt x="1477" y="259"/>
                    <a:pt x="1710" y="314"/>
                    <a:pt x="1815" y="431"/>
                  </a:cubicBezTo>
                  <a:cubicBezTo>
                    <a:pt x="1932" y="554"/>
                    <a:pt x="1913" y="757"/>
                    <a:pt x="1889" y="1022"/>
                  </a:cubicBezTo>
                  <a:cubicBezTo>
                    <a:pt x="1883" y="1046"/>
                    <a:pt x="1883" y="1077"/>
                    <a:pt x="1883" y="1108"/>
                  </a:cubicBezTo>
                  <a:lnTo>
                    <a:pt x="314" y="1108"/>
                  </a:lnTo>
                  <a:cubicBezTo>
                    <a:pt x="314" y="1077"/>
                    <a:pt x="314" y="1046"/>
                    <a:pt x="308" y="1022"/>
                  </a:cubicBezTo>
                  <a:cubicBezTo>
                    <a:pt x="283" y="757"/>
                    <a:pt x="271" y="554"/>
                    <a:pt x="381" y="431"/>
                  </a:cubicBezTo>
                  <a:cubicBezTo>
                    <a:pt x="486" y="314"/>
                    <a:pt x="720" y="259"/>
                    <a:pt x="1101" y="259"/>
                  </a:cubicBezTo>
                  <a:close/>
                  <a:moveTo>
                    <a:pt x="1101" y="1"/>
                  </a:moveTo>
                  <a:cubicBezTo>
                    <a:pt x="640" y="1"/>
                    <a:pt x="351" y="81"/>
                    <a:pt x="191" y="259"/>
                  </a:cubicBezTo>
                  <a:cubicBezTo>
                    <a:pt x="0" y="462"/>
                    <a:pt x="25" y="745"/>
                    <a:pt x="55" y="1040"/>
                  </a:cubicBezTo>
                  <a:cubicBezTo>
                    <a:pt x="62" y="1108"/>
                    <a:pt x="68" y="1176"/>
                    <a:pt x="68" y="1243"/>
                  </a:cubicBezTo>
                  <a:cubicBezTo>
                    <a:pt x="74" y="1311"/>
                    <a:pt x="129" y="1360"/>
                    <a:pt x="197" y="1360"/>
                  </a:cubicBezTo>
                  <a:lnTo>
                    <a:pt x="1999" y="1360"/>
                  </a:lnTo>
                  <a:cubicBezTo>
                    <a:pt x="2067" y="1360"/>
                    <a:pt x="2123" y="1311"/>
                    <a:pt x="2129" y="1243"/>
                  </a:cubicBezTo>
                  <a:cubicBezTo>
                    <a:pt x="2129" y="1176"/>
                    <a:pt x="2135" y="1108"/>
                    <a:pt x="2141" y="1040"/>
                  </a:cubicBezTo>
                  <a:cubicBezTo>
                    <a:pt x="2172" y="745"/>
                    <a:pt x="2196" y="462"/>
                    <a:pt x="2006" y="259"/>
                  </a:cubicBezTo>
                  <a:cubicBezTo>
                    <a:pt x="1846" y="81"/>
                    <a:pt x="1557" y="1"/>
                    <a:pt x="1101" y="1"/>
                  </a:cubicBezTo>
                  <a:close/>
                </a:path>
              </a:pathLst>
            </a:custGeom>
            <a:solidFill>
              <a:srgbClr val="083C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3B7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6" name="Google Shape;686;p55"/>
            <p:cNvSpPr/>
            <p:nvPr/>
          </p:nvSpPr>
          <p:spPr>
            <a:xfrm>
              <a:off x="2476514" y="4454633"/>
              <a:ext cx="115742" cy="127537"/>
            </a:xfrm>
            <a:custGeom>
              <a:rect b="b" l="l" r="r" t="t"/>
              <a:pathLst>
                <a:path extrusionOk="0" h="1330" w="1207">
                  <a:moveTo>
                    <a:pt x="604" y="253"/>
                  </a:moveTo>
                  <a:cubicBezTo>
                    <a:pt x="794" y="253"/>
                    <a:pt x="948" y="437"/>
                    <a:pt x="948" y="665"/>
                  </a:cubicBezTo>
                  <a:cubicBezTo>
                    <a:pt x="948" y="893"/>
                    <a:pt x="794" y="1077"/>
                    <a:pt x="604" y="1077"/>
                  </a:cubicBezTo>
                  <a:cubicBezTo>
                    <a:pt x="413" y="1077"/>
                    <a:pt x="253" y="893"/>
                    <a:pt x="253" y="665"/>
                  </a:cubicBezTo>
                  <a:cubicBezTo>
                    <a:pt x="253" y="437"/>
                    <a:pt x="413" y="253"/>
                    <a:pt x="604" y="253"/>
                  </a:cubicBezTo>
                  <a:close/>
                  <a:moveTo>
                    <a:pt x="604" y="1"/>
                  </a:moveTo>
                  <a:cubicBezTo>
                    <a:pt x="271" y="1"/>
                    <a:pt x="1" y="296"/>
                    <a:pt x="1" y="665"/>
                  </a:cubicBezTo>
                  <a:cubicBezTo>
                    <a:pt x="1" y="1034"/>
                    <a:pt x="271" y="1329"/>
                    <a:pt x="604" y="1329"/>
                  </a:cubicBezTo>
                  <a:cubicBezTo>
                    <a:pt x="936" y="1329"/>
                    <a:pt x="1206" y="1034"/>
                    <a:pt x="1206" y="665"/>
                  </a:cubicBezTo>
                  <a:cubicBezTo>
                    <a:pt x="1206" y="296"/>
                    <a:pt x="936" y="1"/>
                    <a:pt x="604" y="1"/>
                  </a:cubicBezTo>
                  <a:close/>
                </a:path>
              </a:pathLst>
            </a:custGeom>
            <a:solidFill>
              <a:srgbClr val="083C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3B7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7" name="Google Shape;687;p55"/>
            <p:cNvSpPr/>
            <p:nvPr/>
          </p:nvSpPr>
          <p:spPr>
            <a:xfrm>
              <a:off x="2428186" y="4596837"/>
              <a:ext cx="210100" cy="130414"/>
            </a:xfrm>
            <a:custGeom>
              <a:rect b="b" l="l" r="r" t="t"/>
              <a:pathLst>
                <a:path extrusionOk="0" h="1360" w="2191">
                  <a:moveTo>
                    <a:pt x="1095" y="259"/>
                  </a:moveTo>
                  <a:cubicBezTo>
                    <a:pt x="1470" y="259"/>
                    <a:pt x="1704" y="314"/>
                    <a:pt x="1815" y="431"/>
                  </a:cubicBezTo>
                  <a:cubicBezTo>
                    <a:pt x="1926" y="554"/>
                    <a:pt x="1907" y="757"/>
                    <a:pt x="1883" y="1015"/>
                  </a:cubicBezTo>
                  <a:cubicBezTo>
                    <a:pt x="1883" y="1046"/>
                    <a:pt x="1877" y="1077"/>
                    <a:pt x="1877" y="1101"/>
                  </a:cubicBezTo>
                  <a:lnTo>
                    <a:pt x="314" y="1101"/>
                  </a:lnTo>
                  <a:cubicBezTo>
                    <a:pt x="308" y="1077"/>
                    <a:pt x="308" y="1046"/>
                    <a:pt x="308" y="1015"/>
                  </a:cubicBezTo>
                  <a:cubicBezTo>
                    <a:pt x="283" y="757"/>
                    <a:pt x="265" y="554"/>
                    <a:pt x="375" y="431"/>
                  </a:cubicBezTo>
                  <a:cubicBezTo>
                    <a:pt x="480" y="314"/>
                    <a:pt x="720" y="259"/>
                    <a:pt x="1095" y="259"/>
                  </a:cubicBezTo>
                  <a:close/>
                  <a:moveTo>
                    <a:pt x="1095" y="0"/>
                  </a:moveTo>
                  <a:cubicBezTo>
                    <a:pt x="634" y="0"/>
                    <a:pt x="345" y="80"/>
                    <a:pt x="185" y="259"/>
                  </a:cubicBezTo>
                  <a:cubicBezTo>
                    <a:pt x="0" y="462"/>
                    <a:pt x="25" y="745"/>
                    <a:pt x="49" y="1040"/>
                  </a:cubicBezTo>
                  <a:cubicBezTo>
                    <a:pt x="56" y="1108"/>
                    <a:pt x="62" y="1175"/>
                    <a:pt x="68" y="1237"/>
                  </a:cubicBezTo>
                  <a:cubicBezTo>
                    <a:pt x="68" y="1304"/>
                    <a:pt x="123" y="1360"/>
                    <a:pt x="191" y="1360"/>
                  </a:cubicBezTo>
                  <a:lnTo>
                    <a:pt x="1993" y="1360"/>
                  </a:lnTo>
                  <a:cubicBezTo>
                    <a:pt x="2061" y="1360"/>
                    <a:pt x="2123" y="1304"/>
                    <a:pt x="2123" y="1237"/>
                  </a:cubicBezTo>
                  <a:cubicBezTo>
                    <a:pt x="2129" y="1175"/>
                    <a:pt x="2135" y="1108"/>
                    <a:pt x="2141" y="1040"/>
                  </a:cubicBezTo>
                  <a:cubicBezTo>
                    <a:pt x="2166" y="745"/>
                    <a:pt x="2190" y="462"/>
                    <a:pt x="2006" y="259"/>
                  </a:cubicBezTo>
                  <a:cubicBezTo>
                    <a:pt x="1846" y="80"/>
                    <a:pt x="1557" y="0"/>
                    <a:pt x="1095" y="0"/>
                  </a:cubicBezTo>
                  <a:close/>
                </a:path>
              </a:pathLst>
            </a:custGeom>
            <a:solidFill>
              <a:srgbClr val="083C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3B7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8" name="Google Shape;688;p55"/>
            <p:cNvSpPr/>
            <p:nvPr/>
          </p:nvSpPr>
          <p:spPr>
            <a:xfrm>
              <a:off x="2385707" y="4057075"/>
              <a:ext cx="297363" cy="268499"/>
            </a:xfrm>
            <a:custGeom>
              <a:rect b="b" l="l" r="r" t="t"/>
              <a:pathLst>
                <a:path extrusionOk="0" h="2800" w="3101">
                  <a:moveTo>
                    <a:pt x="2203" y="265"/>
                  </a:moveTo>
                  <a:cubicBezTo>
                    <a:pt x="2270" y="265"/>
                    <a:pt x="2842" y="283"/>
                    <a:pt x="2842" y="978"/>
                  </a:cubicBezTo>
                  <a:cubicBezTo>
                    <a:pt x="2842" y="1255"/>
                    <a:pt x="2627" y="1606"/>
                    <a:pt x="2221" y="1993"/>
                  </a:cubicBezTo>
                  <a:cubicBezTo>
                    <a:pt x="1920" y="2283"/>
                    <a:pt x="1606" y="2492"/>
                    <a:pt x="1551" y="2535"/>
                  </a:cubicBezTo>
                  <a:cubicBezTo>
                    <a:pt x="1489" y="2492"/>
                    <a:pt x="1175" y="2283"/>
                    <a:pt x="874" y="1993"/>
                  </a:cubicBezTo>
                  <a:cubicBezTo>
                    <a:pt x="474" y="1606"/>
                    <a:pt x="259" y="1255"/>
                    <a:pt x="259" y="978"/>
                  </a:cubicBezTo>
                  <a:cubicBezTo>
                    <a:pt x="259" y="283"/>
                    <a:pt x="831" y="265"/>
                    <a:pt x="898" y="265"/>
                  </a:cubicBezTo>
                  <a:lnTo>
                    <a:pt x="911" y="265"/>
                  </a:lnTo>
                  <a:cubicBezTo>
                    <a:pt x="1095" y="265"/>
                    <a:pt x="1249" y="320"/>
                    <a:pt x="1354" y="425"/>
                  </a:cubicBezTo>
                  <a:cubicBezTo>
                    <a:pt x="1391" y="455"/>
                    <a:pt x="1415" y="486"/>
                    <a:pt x="1440" y="529"/>
                  </a:cubicBezTo>
                  <a:cubicBezTo>
                    <a:pt x="1458" y="566"/>
                    <a:pt x="1501" y="591"/>
                    <a:pt x="1551" y="591"/>
                  </a:cubicBezTo>
                  <a:cubicBezTo>
                    <a:pt x="1594" y="591"/>
                    <a:pt x="1637" y="566"/>
                    <a:pt x="1661" y="529"/>
                  </a:cubicBezTo>
                  <a:cubicBezTo>
                    <a:pt x="1686" y="486"/>
                    <a:pt x="1710" y="455"/>
                    <a:pt x="1741" y="425"/>
                  </a:cubicBezTo>
                  <a:cubicBezTo>
                    <a:pt x="1846" y="320"/>
                    <a:pt x="2006" y="265"/>
                    <a:pt x="2184" y="265"/>
                  </a:cubicBezTo>
                  <a:close/>
                  <a:moveTo>
                    <a:pt x="892" y="0"/>
                  </a:moveTo>
                  <a:cubicBezTo>
                    <a:pt x="874" y="0"/>
                    <a:pt x="652" y="6"/>
                    <a:pt x="437" y="129"/>
                  </a:cubicBezTo>
                  <a:cubicBezTo>
                    <a:pt x="234" y="240"/>
                    <a:pt x="0" y="480"/>
                    <a:pt x="0" y="978"/>
                  </a:cubicBezTo>
                  <a:cubicBezTo>
                    <a:pt x="0" y="1797"/>
                    <a:pt x="1274" y="2664"/>
                    <a:pt x="1415" y="2756"/>
                  </a:cubicBezTo>
                  <a:cubicBezTo>
                    <a:pt x="1458" y="2781"/>
                    <a:pt x="1501" y="2799"/>
                    <a:pt x="1551" y="2799"/>
                  </a:cubicBezTo>
                  <a:cubicBezTo>
                    <a:pt x="1600" y="2799"/>
                    <a:pt x="1643" y="2781"/>
                    <a:pt x="1680" y="2756"/>
                  </a:cubicBezTo>
                  <a:cubicBezTo>
                    <a:pt x="1827" y="2664"/>
                    <a:pt x="3101" y="1797"/>
                    <a:pt x="3101" y="978"/>
                  </a:cubicBezTo>
                  <a:cubicBezTo>
                    <a:pt x="3101" y="209"/>
                    <a:pt x="2516" y="6"/>
                    <a:pt x="2203" y="0"/>
                  </a:cubicBezTo>
                  <a:lnTo>
                    <a:pt x="2184" y="0"/>
                  </a:lnTo>
                  <a:cubicBezTo>
                    <a:pt x="1932" y="0"/>
                    <a:pt x="1717" y="86"/>
                    <a:pt x="1563" y="240"/>
                  </a:cubicBezTo>
                  <a:cubicBezTo>
                    <a:pt x="1557" y="240"/>
                    <a:pt x="1551" y="246"/>
                    <a:pt x="1551" y="246"/>
                  </a:cubicBezTo>
                  <a:cubicBezTo>
                    <a:pt x="1544" y="246"/>
                    <a:pt x="1544" y="240"/>
                    <a:pt x="1538" y="240"/>
                  </a:cubicBezTo>
                  <a:cubicBezTo>
                    <a:pt x="1384" y="86"/>
                    <a:pt x="1157" y="0"/>
                    <a:pt x="898" y="0"/>
                  </a:cubicBezTo>
                  <a:close/>
                </a:path>
              </a:pathLst>
            </a:custGeom>
            <a:solidFill>
              <a:srgbClr val="083C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3B7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89" name="Google Shape;689;p55"/>
          <p:cNvGrpSpPr/>
          <p:nvPr/>
        </p:nvGrpSpPr>
        <p:grpSpPr>
          <a:xfrm>
            <a:off x="1418621" y="1219315"/>
            <a:ext cx="372945" cy="532717"/>
            <a:chOff x="1271375" y="2023419"/>
            <a:chExt cx="486175" cy="700390"/>
          </a:xfrm>
        </p:grpSpPr>
        <p:sp>
          <p:nvSpPr>
            <p:cNvPr id="690" name="Google Shape;690;p55"/>
            <p:cNvSpPr/>
            <p:nvPr/>
          </p:nvSpPr>
          <p:spPr>
            <a:xfrm>
              <a:off x="1415305" y="2023419"/>
              <a:ext cx="198306" cy="221320"/>
            </a:xfrm>
            <a:custGeom>
              <a:rect b="b" l="l" r="r" t="t"/>
              <a:pathLst>
                <a:path extrusionOk="0" h="2308" w="2068">
                  <a:moveTo>
                    <a:pt x="1034" y="259"/>
                  </a:moveTo>
                  <a:cubicBezTo>
                    <a:pt x="1464" y="259"/>
                    <a:pt x="1809" y="659"/>
                    <a:pt x="1809" y="1157"/>
                  </a:cubicBezTo>
                  <a:cubicBezTo>
                    <a:pt x="1809" y="1649"/>
                    <a:pt x="1464" y="2055"/>
                    <a:pt x="1034" y="2055"/>
                  </a:cubicBezTo>
                  <a:cubicBezTo>
                    <a:pt x="603" y="2055"/>
                    <a:pt x="252" y="1649"/>
                    <a:pt x="252" y="1157"/>
                  </a:cubicBezTo>
                  <a:cubicBezTo>
                    <a:pt x="252" y="659"/>
                    <a:pt x="603" y="259"/>
                    <a:pt x="1034" y="259"/>
                  </a:cubicBezTo>
                  <a:close/>
                  <a:moveTo>
                    <a:pt x="1034" y="1"/>
                  </a:moveTo>
                  <a:cubicBezTo>
                    <a:pt x="462" y="1"/>
                    <a:pt x="0" y="517"/>
                    <a:pt x="0" y="1157"/>
                  </a:cubicBezTo>
                  <a:cubicBezTo>
                    <a:pt x="0" y="1791"/>
                    <a:pt x="462" y="2308"/>
                    <a:pt x="1034" y="2308"/>
                  </a:cubicBezTo>
                  <a:cubicBezTo>
                    <a:pt x="1606" y="2308"/>
                    <a:pt x="2067" y="1791"/>
                    <a:pt x="2067" y="1157"/>
                  </a:cubicBezTo>
                  <a:cubicBezTo>
                    <a:pt x="2067" y="517"/>
                    <a:pt x="1606" y="1"/>
                    <a:pt x="1034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1" name="Google Shape;691;p55"/>
            <p:cNvSpPr/>
            <p:nvPr/>
          </p:nvSpPr>
          <p:spPr>
            <a:xfrm>
              <a:off x="1271375" y="2303608"/>
              <a:ext cx="486175" cy="420201"/>
            </a:xfrm>
            <a:custGeom>
              <a:rect b="b" l="l" r="r" t="t"/>
              <a:pathLst>
                <a:path extrusionOk="0" h="4382" w="5070">
                  <a:moveTo>
                    <a:pt x="2898" y="259"/>
                  </a:moveTo>
                  <a:cubicBezTo>
                    <a:pt x="3033" y="265"/>
                    <a:pt x="3162" y="272"/>
                    <a:pt x="3273" y="290"/>
                  </a:cubicBezTo>
                  <a:cubicBezTo>
                    <a:pt x="3968" y="382"/>
                    <a:pt x="4226" y="622"/>
                    <a:pt x="4313" y="985"/>
                  </a:cubicBezTo>
                  <a:lnTo>
                    <a:pt x="2750" y="1237"/>
                  </a:lnTo>
                  <a:lnTo>
                    <a:pt x="2319" y="1237"/>
                  </a:lnTo>
                  <a:lnTo>
                    <a:pt x="757" y="985"/>
                  </a:lnTo>
                  <a:cubicBezTo>
                    <a:pt x="837" y="622"/>
                    <a:pt x="1101" y="382"/>
                    <a:pt x="1790" y="290"/>
                  </a:cubicBezTo>
                  <a:cubicBezTo>
                    <a:pt x="1907" y="272"/>
                    <a:pt x="2036" y="265"/>
                    <a:pt x="2172" y="259"/>
                  </a:cubicBezTo>
                  <a:close/>
                  <a:moveTo>
                    <a:pt x="517" y="1828"/>
                  </a:moveTo>
                  <a:cubicBezTo>
                    <a:pt x="566" y="1834"/>
                    <a:pt x="609" y="1853"/>
                    <a:pt x="646" y="1890"/>
                  </a:cubicBezTo>
                  <a:cubicBezTo>
                    <a:pt x="708" y="1951"/>
                    <a:pt x="751" y="2049"/>
                    <a:pt x="751" y="2154"/>
                  </a:cubicBezTo>
                  <a:cubicBezTo>
                    <a:pt x="751" y="2252"/>
                    <a:pt x="720" y="2345"/>
                    <a:pt x="664" y="2406"/>
                  </a:cubicBezTo>
                  <a:cubicBezTo>
                    <a:pt x="658" y="2412"/>
                    <a:pt x="652" y="2412"/>
                    <a:pt x="646" y="2419"/>
                  </a:cubicBezTo>
                  <a:cubicBezTo>
                    <a:pt x="609" y="2456"/>
                    <a:pt x="566" y="2480"/>
                    <a:pt x="517" y="2480"/>
                  </a:cubicBezTo>
                  <a:cubicBezTo>
                    <a:pt x="517" y="2486"/>
                    <a:pt x="511" y="2486"/>
                    <a:pt x="505" y="2486"/>
                  </a:cubicBezTo>
                  <a:cubicBezTo>
                    <a:pt x="461" y="2486"/>
                    <a:pt x="425" y="2468"/>
                    <a:pt x="394" y="2443"/>
                  </a:cubicBezTo>
                  <a:cubicBezTo>
                    <a:pt x="314" y="2388"/>
                    <a:pt x="258" y="2277"/>
                    <a:pt x="258" y="2154"/>
                  </a:cubicBezTo>
                  <a:cubicBezTo>
                    <a:pt x="258" y="2031"/>
                    <a:pt x="314" y="1920"/>
                    <a:pt x="394" y="1865"/>
                  </a:cubicBezTo>
                  <a:cubicBezTo>
                    <a:pt x="425" y="1840"/>
                    <a:pt x="461" y="1828"/>
                    <a:pt x="498" y="1828"/>
                  </a:cubicBezTo>
                  <a:close/>
                  <a:moveTo>
                    <a:pt x="4565" y="1828"/>
                  </a:moveTo>
                  <a:cubicBezTo>
                    <a:pt x="4608" y="1828"/>
                    <a:pt x="4645" y="1840"/>
                    <a:pt x="4676" y="1865"/>
                  </a:cubicBezTo>
                  <a:cubicBezTo>
                    <a:pt x="4756" y="1920"/>
                    <a:pt x="4811" y="2031"/>
                    <a:pt x="4811" y="2154"/>
                  </a:cubicBezTo>
                  <a:cubicBezTo>
                    <a:pt x="4811" y="2277"/>
                    <a:pt x="4756" y="2388"/>
                    <a:pt x="4676" y="2443"/>
                  </a:cubicBezTo>
                  <a:cubicBezTo>
                    <a:pt x="4639" y="2468"/>
                    <a:pt x="4602" y="2486"/>
                    <a:pt x="4565" y="2486"/>
                  </a:cubicBezTo>
                  <a:cubicBezTo>
                    <a:pt x="4559" y="2486"/>
                    <a:pt x="4553" y="2486"/>
                    <a:pt x="4546" y="2480"/>
                  </a:cubicBezTo>
                  <a:cubicBezTo>
                    <a:pt x="4497" y="2480"/>
                    <a:pt x="4454" y="2456"/>
                    <a:pt x="4417" y="2419"/>
                  </a:cubicBezTo>
                  <a:cubicBezTo>
                    <a:pt x="4411" y="2412"/>
                    <a:pt x="4411" y="2412"/>
                    <a:pt x="4405" y="2406"/>
                  </a:cubicBezTo>
                  <a:cubicBezTo>
                    <a:pt x="4350" y="2345"/>
                    <a:pt x="4313" y="2252"/>
                    <a:pt x="4313" y="2154"/>
                  </a:cubicBezTo>
                  <a:cubicBezTo>
                    <a:pt x="4313" y="2049"/>
                    <a:pt x="4356" y="1951"/>
                    <a:pt x="4417" y="1890"/>
                  </a:cubicBezTo>
                  <a:cubicBezTo>
                    <a:pt x="4454" y="1853"/>
                    <a:pt x="4497" y="1834"/>
                    <a:pt x="4546" y="1828"/>
                  </a:cubicBezTo>
                  <a:close/>
                  <a:moveTo>
                    <a:pt x="646" y="1225"/>
                  </a:moveTo>
                  <a:lnTo>
                    <a:pt x="726" y="1237"/>
                  </a:lnTo>
                  <a:lnTo>
                    <a:pt x="1249" y="1324"/>
                  </a:lnTo>
                  <a:lnTo>
                    <a:pt x="1483" y="1360"/>
                  </a:lnTo>
                  <a:lnTo>
                    <a:pt x="2178" y="1477"/>
                  </a:lnTo>
                  <a:lnTo>
                    <a:pt x="2178" y="2148"/>
                  </a:lnTo>
                  <a:lnTo>
                    <a:pt x="2178" y="2406"/>
                  </a:lnTo>
                  <a:lnTo>
                    <a:pt x="2178" y="4098"/>
                  </a:lnTo>
                  <a:lnTo>
                    <a:pt x="646" y="3846"/>
                  </a:lnTo>
                  <a:lnTo>
                    <a:pt x="646" y="2714"/>
                  </a:lnTo>
                  <a:cubicBezTo>
                    <a:pt x="788" y="2671"/>
                    <a:pt x="898" y="2554"/>
                    <a:pt x="960" y="2406"/>
                  </a:cubicBezTo>
                  <a:cubicBezTo>
                    <a:pt x="991" y="2326"/>
                    <a:pt x="1009" y="2246"/>
                    <a:pt x="1009" y="2154"/>
                  </a:cubicBezTo>
                  <a:cubicBezTo>
                    <a:pt x="1009" y="2154"/>
                    <a:pt x="1009" y="2148"/>
                    <a:pt x="1009" y="2148"/>
                  </a:cubicBezTo>
                  <a:cubicBezTo>
                    <a:pt x="1003" y="1926"/>
                    <a:pt x="898" y="1736"/>
                    <a:pt x="744" y="1643"/>
                  </a:cubicBezTo>
                  <a:cubicBezTo>
                    <a:pt x="714" y="1625"/>
                    <a:pt x="683" y="1607"/>
                    <a:pt x="646" y="1594"/>
                  </a:cubicBezTo>
                  <a:lnTo>
                    <a:pt x="646" y="1225"/>
                  </a:lnTo>
                  <a:close/>
                  <a:moveTo>
                    <a:pt x="4417" y="1225"/>
                  </a:moveTo>
                  <a:lnTo>
                    <a:pt x="4417" y="1594"/>
                  </a:lnTo>
                  <a:cubicBezTo>
                    <a:pt x="4386" y="1607"/>
                    <a:pt x="4356" y="1625"/>
                    <a:pt x="4325" y="1643"/>
                  </a:cubicBezTo>
                  <a:cubicBezTo>
                    <a:pt x="4171" y="1736"/>
                    <a:pt x="4060" y="1926"/>
                    <a:pt x="4060" y="2148"/>
                  </a:cubicBezTo>
                  <a:cubicBezTo>
                    <a:pt x="4060" y="2148"/>
                    <a:pt x="4060" y="2154"/>
                    <a:pt x="4060" y="2154"/>
                  </a:cubicBezTo>
                  <a:cubicBezTo>
                    <a:pt x="4060" y="2246"/>
                    <a:pt x="4079" y="2326"/>
                    <a:pt x="4110" y="2406"/>
                  </a:cubicBezTo>
                  <a:cubicBezTo>
                    <a:pt x="4171" y="2554"/>
                    <a:pt x="4282" y="2671"/>
                    <a:pt x="4417" y="2714"/>
                  </a:cubicBezTo>
                  <a:lnTo>
                    <a:pt x="4417" y="3846"/>
                  </a:lnTo>
                  <a:lnTo>
                    <a:pt x="2885" y="4098"/>
                  </a:lnTo>
                  <a:lnTo>
                    <a:pt x="2885" y="2406"/>
                  </a:lnTo>
                  <a:lnTo>
                    <a:pt x="2885" y="2148"/>
                  </a:lnTo>
                  <a:lnTo>
                    <a:pt x="2885" y="1477"/>
                  </a:lnTo>
                  <a:lnTo>
                    <a:pt x="3482" y="1379"/>
                  </a:lnTo>
                  <a:lnTo>
                    <a:pt x="3722" y="1342"/>
                  </a:lnTo>
                  <a:lnTo>
                    <a:pt x="4337" y="1237"/>
                  </a:lnTo>
                  <a:lnTo>
                    <a:pt x="4417" y="1225"/>
                  </a:lnTo>
                  <a:close/>
                  <a:moveTo>
                    <a:pt x="2633" y="1496"/>
                  </a:moveTo>
                  <a:lnTo>
                    <a:pt x="2633" y="2148"/>
                  </a:lnTo>
                  <a:lnTo>
                    <a:pt x="2633" y="2406"/>
                  </a:lnTo>
                  <a:lnTo>
                    <a:pt x="2633" y="4123"/>
                  </a:lnTo>
                  <a:lnTo>
                    <a:pt x="2436" y="4123"/>
                  </a:lnTo>
                  <a:lnTo>
                    <a:pt x="2436" y="2406"/>
                  </a:lnTo>
                  <a:lnTo>
                    <a:pt x="2436" y="2148"/>
                  </a:lnTo>
                  <a:lnTo>
                    <a:pt x="2436" y="1496"/>
                  </a:lnTo>
                  <a:close/>
                  <a:moveTo>
                    <a:pt x="2159" y="1"/>
                  </a:moveTo>
                  <a:cubicBezTo>
                    <a:pt x="2018" y="7"/>
                    <a:pt x="1883" y="19"/>
                    <a:pt x="1760" y="38"/>
                  </a:cubicBezTo>
                  <a:cubicBezTo>
                    <a:pt x="898" y="149"/>
                    <a:pt x="591" y="499"/>
                    <a:pt x="505" y="948"/>
                  </a:cubicBezTo>
                  <a:cubicBezTo>
                    <a:pt x="480" y="948"/>
                    <a:pt x="455" y="961"/>
                    <a:pt x="437" y="973"/>
                  </a:cubicBezTo>
                  <a:cubicBezTo>
                    <a:pt x="406" y="997"/>
                    <a:pt x="394" y="1034"/>
                    <a:pt x="394" y="1071"/>
                  </a:cubicBezTo>
                  <a:lnTo>
                    <a:pt x="394" y="1588"/>
                  </a:lnTo>
                  <a:cubicBezTo>
                    <a:pt x="166" y="1650"/>
                    <a:pt x="0" y="1877"/>
                    <a:pt x="0" y="2154"/>
                  </a:cubicBezTo>
                  <a:cubicBezTo>
                    <a:pt x="0" y="2431"/>
                    <a:pt x="166" y="2665"/>
                    <a:pt x="394" y="2726"/>
                  </a:cubicBezTo>
                  <a:lnTo>
                    <a:pt x="394" y="3957"/>
                  </a:lnTo>
                  <a:cubicBezTo>
                    <a:pt x="394" y="4018"/>
                    <a:pt x="437" y="4073"/>
                    <a:pt x="498" y="4086"/>
                  </a:cubicBezTo>
                  <a:lnTo>
                    <a:pt x="2289" y="4375"/>
                  </a:lnTo>
                  <a:cubicBezTo>
                    <a:pt x="2295" y="4381"/>
                    <a:pt x="2301" y="4381"/>
                    <a:pt x="2307" y="4381"/>
                  </a:cubicBezTo>
                  <a:lnTo>
                    <a:pt x="2762" y="4381"/>
                  </a:lnTo>
                  <a:cubicBezTo>
                    <a:pt x="2768" y="4381"/>
                    <a:pt x="2775" y="4381"/>
                    <a:pt x="2781" y="4375"/>
                  </a:cubicBezTo>
                  <a:lnTo>
                    <a:pt x="4571" y="4086"/>
                  </a:lnTo>
                  <a:cubicBezTo>
                    <a:pt x="4633" y="4073"/>
                    <a:pt x="4676" y="4018"/>
                    <a:pt x="4676" y="3957"/>
                  </a:cubicBezTo>
                  <a:lnTo>
                    <a:pt x="4676" y="2726"/>
                  </a:lnTo>
                  <a:cubicBezTo>
                    <a:pt x="4897" y="2665"/>
                    <a:pt x="5069" y="2431"/>
                    <a:pt x="5069" y="2154"/>
                  </a:cubicBezTo>
                  <a:cubicBezTo>
                    <a:pt x="5069" y="1877"/>
                    <a:pt x="4897" y="1650"/>
                    <a:pt x="4676" y="1588"/>
                  </a:cubicBezTo>
                  <a:lnTo>
                    <a:pt x="4676" y="1071"/>
                  </a:lnTo>
                  <a:cubicBezTo>
                    <a:pt x="4676" y="1034"/>
                    <a:pt x="4657" y="997"/>
                    <a:pt x="4633" y="973"/>
                  </a:cubicBezTo>
                  <a:cubicBezTo>
                    <a:pt x="4614" y="961"/>
                    <a:pt x="4589" y="948"/>
                    <a:pt x="4565" y="948"/>
                  </a:cubicBezTo>
                  <a:cubicBezTo>
                    <a:pt x="4473" y="499"/>
                    <a:pt x="4165" y="149"/>
                    <a:pt x="3310" y="38"/>
                  </a:cubicBezTo>
                  <a:cubicBezTo>
                    <a:pt x="3187" y="19"/>
                    <a:pt x="3051" y="7"/>
                    <a:pt x="2910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92" name="Google Shape;692;p55"/>
          <p:cNvGrpSpPr/>
          <p:nvPr/>
        </p:nvGrpSpPr>
        <p:grpSpPr>
          <a:xfrm>
            <a:off x="4328075" y="1263917"/>
            <a:ext cx="517742" cy="427522"/>
            <a:chOff x="1126774" y="5763522"/>
            <a:chExt cx="774716" cy="639524"/>
          </a:xfrm>
        </p:grpSpPr>
        <p:sp>
          <p:nvSpPr>
            <p:cNvPr id="693" name="Google Shape;693;p55"/>
            <p:cNvSpPr/>
            <p:nvPr/>
          </p:nvSpPr>
          <p:spPr>
            <a:xfrm>
              <a:off x="1126774" y="5763522"/>
              <a:ext cx="774716" cy="639524"/>
            </a:xfrm>
            <a:custGeom>
              <a:rect b="b" l="l" r="r" t="t"/>
              <a:pathLst>
                <a:path extrusionOk="0" h="6669" w="8079">
                  <a:moveTo>
                    <a:pt x="2714" y="1415"/>
                  </a:moveTo>
                  <a:lnTo>
                    <a:pt x="1871" y="2356"/>
                  </a:lnTo>
                  <a:lnTo>
                    <a:pt x="684" y="2356"/>
                  </a:lnTo>
                  <a:lnTo>
                    <a:pt x="1625" y="1415"/>
                  </a:lnTo>
                  <a:close/>
                  <a:moveTo>
                    <a:pt x="6460" y="1415"/>
                  </a:moveTo>
                  <a:lnTo>
                    <a:pt x="7402" y="2356"/>
                  </a:lnTo>
                  <a:lnTo>
                    <a:pt x="6214" y="2356"/>
                  </a:lnTo>
                  <a:lnTo>
                    <a:pt x="5372" y="1415"/>
                  </a:lnTo>
                  <a:close/>
                  <a:moveTo>
                    <a:pt x="4467" y="4885"/>
                  </a:moveTo>
                  <a:lnTo>
                    <a:pt x="4467" y="6410"/>
                  </a:lnTo>
                  <a:lnTo>
                    <a:pt x="3569" y="6410"/>
                  </a:lnTo>
                  <a:lnTo>
                    <a:pt x="3569" y="4885"/>
                  </a:lnTo>
                  <a:close/>
                  <a:moveTo>
                    <a:pt x="4043" y="320"/>
                  </a:moveTo>
                  <a:lnTo>
                    <a:pt x="6061" y="2565"/>
                  </a:lnTo>
                  <a:cubicBezTo>
                    <a:pt x="6085" y="2596"/>
                    <a:pt x="6116" y="2609"/>
                    <a:pt x="6153" y="2609"/>
                  </a:cubicBezTo>
                  <a:lnTo>
                    <a:pt x="7106" y="2609"/>
                  </a:lnTo>
                  <a:lnTo>
                    <a:pt x="7106" y="6410"/>
                  </a:lnTo>
                  <a:lnTo>
                    <a:pt x="4726" y="6410"/>
                  </a:lnTo>
                  <a:lnTo>
                    <a:pt x="4726" y="4756"/>
                  </a:lnTo>
                  <a:cubicBezTo>
                    <a:pt x="4726" y="4682"/>
                    <a:pt x="4670" y="4626"/>
                    <a:pt x="4596" y="4626"/>
                  </a:cubicBezTo>
                  <a:lnTo>
                    <a:pt x="3440" y="4626"/>
                  </a:lnTo>
                  <a:cubicBezTo>
                    <a:pt x="3372" y="4626"/>
                    <a:pt x="3311" y="4682"/>
                    <a:pt x="3311" y="4756"/>
                  </a:cubicBezTo>
                  <a:lnTo>
                    <a:pt x="3311" y="6410"/>
                  </a:lnTo>
                  <a:lnTo>
                    <a:pt x="973" y="6410"/>
                  </a:lnTo>
                  <a:lnTo>
                    <a:pt x="973" y="2609"/>
                  </a:lnTo>
                  <a:lnTo>
                    <a:pt x="1926" y="2609"/>
                  </a:lnTo>
                  <a:cubicBezTo>
                    <a:pt x="1963" y="2609"/>
                    <a:pt x="2000" y="2596"/>
                    <a:pt x="2025" y="2565"/>
                  </a:cubicBezTo>
                  <a:lnTo>
                    <a:pt x="4043" y="320"/>
                  </a:lnTo>
                  <a:close/>
                  <a:moveTo>
                    <a:pt x="4043" y="0"/>
                  </a:moveTo>
                  <a:cubicBezTo>
                    <a:pt x="4006" y="0"/>
                    <a:pt x="3969" y="19"/>
                    <a:pt x="3944" y="43"/>
                  </a:cubicBezTo>
                  <a:lnTo>
                    <a:pt x="2941" y="1157"/>
                  </a:lnTo>
                  <a:lnTo>
                    <a:pt x="1570" y="1157"/>
                  </a:lnTo>
                  <a:cubicBezTo>
                    <a:pt x="1533" y="1157"/>
                    <a:pt x="1502" y="1175"/>
                    <a:pt x="1477" y="1200"/>
                  </a:cubicBezTo>
                  <a:lnTo>
                    <a:pt x="284" y="2393"/>
                  </a:lnTo>
                  <a:cubicBezTo>
                    <a:pt x="247" y="2430"/>
                    <a:pt x="235" y="2485"/>
                    <a:pt x="259" y="2529"/>
                  </a:cubicBezTo>
                  <a:cubicBezTo>
                    <a:pt x="278" y="2578"/>
                    <a:pt x="321" y="2609"/>
                    <a:pt x="376" y="2609"/>
                  </a:cubicBezTo>
                  <a:lnTo>
                    <a:pt x="721" y="2609"/>
                  </a:lnTo>
                  <a:lnTo>
                    <a:pt x="721" y="6410"/>
                  </a:lnTo>
                  <a:lnTo>
                    <a:pt x="130" y="6410"/>
                  </a:lnTo>
                  <a:cubicBezTo>
                    <a:pt x="62" y="6410"/>
                    <a:pt x="1" y="6472"/>
                    <a:pt x="1" y="6540"/>
                  </a:cubicBezTo>
                  <a:cubicBezTo>
                    <a:pt x="1" y="6613"/>
                    <a:pt x="62" y="6669"/>
                    <a:pt x="130" y="6669"/>
                  </a:cubicBezTo>
                  <a:lnTo>
                    <a:pt x="7949" y="6669"/>
                  </a:lnTo>
                  <a:cubicBezTo>
                    <a:pt x="8023" y="6669"/>
                    <a:pt x="8078" y="6613"/>
                    <a:pt x="8078" y="6540"/>
                  </a:cubicBezTo>
                  <a:cubicBezTo>
                    <a:pt x="8078" y="6472"/>
                    <a:pt x="8023" y="6410"/>
                    <a:pt x="7949" y="6410"/>
                  </a:cubicBezTo>
                  <a:lnTo>
                    <a:pt x="7365" y="6410"/>
                  </a:lnTo>
                  <a:lnTo>
                    <a:pt x="7365" y="2609"/>
                  </a:lnTo>
                  <a:lnTo>
                    <a:pt x="7709" y="2609"/>
                  </a:lnTo>
                  <a:cubicBezTo>
                    <a:pt x="7758" y="2609"/>
                    <a:pt x="7808" y="2578"/>
                    <a:pt x="7826" y="2529"/>
                  </a:cubicBezTo>
                  <a:cubicBezTo>
                    <a:pt x="7845" y="2485"/>
                    <a:pt x="7838" y="2430"/>
                    <a:pt x="7802" y="2393"/>
                  </a:cubicBezTo>
                  <a:lnTo>
                    <a:pt x="6608" y="1200"/>
                  </a:lnTo>
                  <a:cubicBezTo>
                    <a:pt x="6583" y="1175"/>
                    <a:pt x="6547" y="1157"/>
                    <a:pt x="6516" y="1157"/>
                  </a:cubicBezTo>
                  <a:lnTo>
                    <a:pt x="5138" y="1157"/>
                  </a:lnTo>
                  <a:lnTo>
                    <a:pt x="4135" y="43"/>
                  </a:lnTo>
                  <a:cubicBezTo>
                    <a:pt x="4110" y="19"/>
                    <a:pt x="4080" y="0"/>
                    <a:pt x="4043" y="0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4" name="Google Shape;694;p55"/>
            <p:cNvSpPr/>
            <p:nvPr/>
          </p:nvSpPr>
          <p:spPr>
            <a:xfrm>
              <a:off x="1261882" y="6070858"/>
              <a:ext cx="135208" cy="92730"/>
            </a:xfrm>
            <a:custGeom>
              <a:rect b="b" l="l" r="r" t="t"/>
              <a:pathLst>
                <a:path extrusionOk="0" h="967" w="1410">
                  <a:moveTo>
                    <a:pt x="1157" y="259"/>
                  </a:moveTo>
                  <a:lnTo>
                    <a:pt x="1157" y="708"/>
                  </a:lnTo>
                  <a:lnTo>
                    <a:pt x="253" y="708"/>
                  </a:lnTo>
                  <a:lnTo>
                    <a:pt x="253" y="259"/>
                  </a:lnTo>
                  <a:close/>
                  <a:moveTo>
                    <a:pt x="130" y="0"/>
                  </a:moveTo>
                  <a:cubicBezTo>
                    <a:pt x="56" y="0"/>
                    <a:pt x="1" y="62"/>
                    <a:pt x="1" y="129"/>
                  </a:cubicBezTo>
                  <a:lnTo>
                    <a:pt x="1" y="837"/>
                  </a:lnTo>
                  <a:cubicBezTo>
                    <a:pt x="1" y="911"/>
                    <a:pt x="56" y="966"/>
                    <a:pt x="130" y="966"/>
                  </a:cubicBezTo>
                  <a:lnTo>
                    <a:pt x="1280" y="966"/>
                  </a:lnTo>
                  <a:cubicBezTo>
                    <a:pt x="1354" y="966"/>
                    <a:pt x="1409" y="911"/>
                    <a:pt x="1409" y="837"/>
                  </a:cubicBezTo>
                  <a:lnTo>
                    <a:pt x="1409" y="129"/>
                  </a:lnTo>
                  <a:cubicBezTo>
                    <a:pt x="1409" y="62"/>
                    <a:pt x="1354" y="0"/>
                    <a:pt x="1280" y="0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5" name="Google Shape;695;p55"/>
            <p:cNvSpPr/>
            <p:nvPr/>
          </p:nvSpPr>
          <p:spPr>
            <a:xfrm>
              <a:off x="1261882" y="6207121"/>
              <a:ext cx="135208" cy="92730"/>
            </a:xfrm>
            <a:custGeom>
              <a:rect b="b" l="l" r="r" t="t"/>
              <a:pathLst>
                <a:path extrusionOk="0" h="967" w="1410">
                  <a:moveTo>
                    <a:pt x="1157" y="259"/>
                  </a:moveTo>
                  <a:lnTo>
                    <a:pt x="1157" y="708"/>
                  </a:lnTo>
                  <a:lnTo>
                    <a:pt x="253" y="708"/>
                  </a:lnTo>
                  <a:lnTo>
                    <a:pt x="253" y="259"/>
                  </a:lnTo>
                  <a:close/>
                  <a:moveTo>
                    <a:pt x="130" y="0"/>
                  </a:moveTo>
                  <a:cubicBezTo>
                    <a:pt x="56" y="0"/>
                    <a:pt x="1" y="56"/>
                    <a:pt x="1" y="130"/>
                  </a:cubicBezTo>
                  <a:lnTo>
                    <a:pt x="1" y="837"/>
                  </a:lnTo>
                  <a:cubicBezTo>
                    <a:pt x="1" y="905"/>
                    <a:pt x="56" y="966"/>
                    <a:pt x="130" y="966"/>
                  </a:cubicBezTo>
                  <a:lnTo>
                    <a:pt x="1280" y="966"/>
                  </a:lnTo>
                  <a:cubicBezTo>
                    <a:pt x="1354" y="966"/>
                    <a:pt x="1409" y="905"/>
                    <a:pt x="1409" y="837"/>
                  </a:cubicBezTo>
                  <a:lnTo>
                    <a:pt x="1409" y="130"/>
                  </a:lnTo>
                  <a:cubicBezTo>
                    <a:pt x="1409" y="56"/>
                    <a:pt x="1354" y="0"/>
                    <a:pt x="1280" y="0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6" name="Google Shape;696;p55"/>
            <p:cNvSpPr/>
            <p:nvPr/>
          </p:nvSpPr>
          <p:spPr>
            <a:xfrm>
              <a:off x="1631152" y="6070858"/>
              <a:ext cx="135784" cy="92730"/>
            </a:xfrm>
            <a:custGeom>
              <a:rect b="b" l="l" r="r" t="t"/>
              <a:pathLst>
                <a:path extrusionOk="0" h="967" w="1416">
                  <a:moveTo>
                    <a:pt x="1157" y="259"/>
                  </a:moveTo>
                  <a:lnTo>
                    <a:pt x="1157" y="708"/>
                  </a:lnTo>
                  <a:lnTo>
                    <a:pt x="259" y="708"/>
                  </a:lnTo>
                  <a:lnTo>
                    <a:pt x="259" y="259"/>
                  </a:lnTo>
                  <a:close/>
                  <a:moveTo>
                    <a:pt x="130" y="0"/>
                  </a:moveTo>
                  <a:cubicBezTo>
                    <a:pt x="62" y="0"/>
                    <a:pt x="1" y="62"/>
                    <a:pt x="1" y="129"/>
                  </a:cubicBezTo>
                  <a:lnTo>
                    <a:pt x="1" y="837"/>
                  </a:lnTo>
                  <a:cubicBezTo>
                    <a:pt x="1" y="911"/>
                    <a:pt x="62" y="966"/>
                    <a:pt x="130" y="966"/>
                  </a:cubicBezTo>
                  <a:lnTo>
                    <a:pt x="1287" y="966"/>
                  </a:lnTo>
                  <a:cubicBezTo>
                    <a:pt x="1354" y="966"/>
                    <a:pt x="1416" y="911"/>
                    <a:pt x="1416" y="837"/>
                  </a:cubicBezTo>
                  <a:lnTo>
                    <a:pt x="1416" y="129"/>
                  </a:lnTo>
                  <a:cubicBezTo>
                    <a:pt x="1416" y="62"/>
                    <a:pt x="1354" y="0"/>
                    <a:pt x="1287" y="0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7" name="Google Shape;697;p55"/>
            <p:cNvSpPr/>
            <p:nvPr/>
          </p:nvSpPr>
          <p:spPr>
            <a:xfrm>
              <a:off x="1631152" y="6207121"/>
              <a:ext cx="135784" cy="92730"/>
            </a:xfrm>
            <a:custGeom>
              <a:rect b="b" l="l" r="r" t="t"/>
              <a:pathLst>
                <a:path extrusionOk="0" h="967" w="1416">
                  <a:moveTo>
                    <a:pt x="1157" y="259"/>
                  </a:moveTo>
                  <a:lnTo>
                    <a:pt x="1157" y="708"/>
                  </a:lnTo>
                  <a:lnTo>
                    <a:pt x="259" y="708"/>
                  </a:lnTo>
                  <a:lnTo>
                    <a:pt x="259" y="259"/>
                  </a:lnTo>
                  <a:close/>
                  <a:moveTo>
                    <a:pt x="130" y="0"/>
                  </a:moveTo>
                  <a:cubicBezTo>
                    <a:pt x="62" y="0"/>
                    <a:pt x="1" y="56"/>
                    <a:pt x="1" y="130"/>
                  </a:cubicBezTo>
                  <a:lnTo>
                    <a:pt x="1" y="837"/>
                  </a:lnTo>
                  <a:cubicBezTo>
                    <a:pt x="1" y="905"/>
                    <a:pt x="62" y="966"/>
                    <a:pt x="130" y="966"/>
                  </a:cubicBezTo>
                  <a:lnTo>
                    <a:pt x="1287" y="966"/>
                  </a:lnTo>
                  <a:cubicBezTo>
                    <a:pt x="1354" y="966"/>
                    <a:pt x="1416" y="905"/>
                    <a:pt x="1416" y="837"/>
                  </a:cubicBezTo>
                  <a:lnTo>
                    <a:pt x="1416" y="130"/>
                  </a:lnTo>
                  <a:cubicBezTo>
                    <a:pt x="1416" y="56"/>
                    <a:pt x="1354" y="0"/>
                    <a:pt x="1287" y="0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8" name="Google Shape;698;p55"/>
            <p:cNvSpPr/>
            <p:nvPr/>
          </p:nvSpPr>
          <p:spPr>
            <a:xfrm>
              <a:off x="1451839" y="5941019"/>
              <a:ext cx="121016" cy="121019"/>
            </a:xfrm>
            <a:custGeom>
              <a:rect b="b" l="l" r="r" t="t"/>
              <a:pathLst>
                <a:path extrusionOk="0" h="1262" w="1262">
                  <a:moveTo>
                    <a:pt x="628" y="253"/>
                  </a:moveTo>
                  <a:cubicBezTo>
                    <a:pt x="837" y="253"/>
                    <a:pt x="1003" y="425"/>
                    <a:pt x="1003" y="628"/>
                  </a:cubicBezTo>
                  <a:cubicBezTo>
                    <a:pt x="1003" y="838"/>
                    <a:pt x="837" y="1004"/>
                    <a:pt x="628" y="1004"/>
                  </a:cubicBezTo>
                  <a:cubicBezTo>
                    <a:pt x="425" y="1004"/>
                    <a:pt x="253" y="838"/>
                    <a:pt x="253" y="628"/>
                  </a:cubicBezTo>
                  <a:cubicBezTo>
                    <a:pt x="253" y="425"/>
                    <a:pt x="425" y="253"/>
                    <a:pt x="628" y="253"/>
                  </a:cubicBezTo>
                  <a:close/>
                  <a:moveTo>
                    <a:pt x="628" y="1"/>
                  </a:moveTo>
                  <a:cubicBezTo>
                    <a:pt x="284" y="1"/>
                    <a:pt x="1" y="284"/>
                    <a:pt x="1" y="628"/>
                  </a:cubicBezTo>
                  <a:cubicBezTo>
                    <a:pt x="1" y="979"/>
                    <a:pt x="284" y="1262"/>
                    <a:pt x="628" y="1262"/>
                  </a:cubicBezTo>
                  <a:cubicBezTo>
                    <a:pt x="979" y="1262"/>
                    <a:pt x="1262" y="979"/>
                    <a:pt x="1262" y="628"/>
                  </a:cubicBezTo>
                  <a:cubicBezTo>
                    <a:pt x="1262" y="284"/>
                    <a:pt x="979" y="1"/>
                    <a:pt x="628" y="1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6"/>
          <p:cNvSpPr/>
          <p:nvPr/>
        </p:nvSpPr>
        <p:spPr>
          <a:xfrm>
            <a:off x="4797800" y="2855225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56"/>
          <p:cNvSpPr txBox="1"/>
          <p:nvPr>
            <p:ph type="title"/>
          </p:nvPr>
        </p:nvSpPr>
        <p:spPr>
          <a:xfrm>
            <a:off x="750225" y="164475"/>
            <a:ext cx="7576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>
                <a:solidFill>
                  <a:srgbClr val="E51157"/>
                </a:solidFill>
              </a:rPr>
              <a:t>E para as </a:t>
            </a:r>
            <a:r>
              <a:rPr lang="pt-BR">
                <a:solidFill>
                  <a:schemeClr val="lt1"/>
                </a:solidFill>
                <a:highlight>
                  <a:srgbClr val="E51157"/>
                </a:highlight>
              </a:rPr>
              <a:t>instituições parceiras?</a:t>
            </a:r>
            <a:endParaRPr>
              <a:solidFill>
                <a:schemeClr val="lt1"/>
              </a:solidFill>
              <a:highlight>
                <a:srgbClr val="E51157"/>
              </a:highlight>
            </a:endParaRPr>
          </a:p>
        </p:txBody>
      </p:sp>
      <p:sp>
        <p:nvSpPr>
          <p:cNvPr id="705" name="Google Shape;705;p56"/>
          <p:cNvSpPr/>
          <p:nvPr/>
        </p:nvSpPr>
        <p:spPr>
          <a:xfrm>
            <a:off x="130075" y="2945400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6" name="Google Shape;706;p56"/>
          <p:cNvSpPr txBox="1"/>
          <p:nvPr/>
        </p:nvSpPr>
        <p:spPr>
          <a:xfrm>
            <a:off x="1107900" y="2457850"/>
            <a:ext cx="31866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Cumprimento da cota de aprendizes </a:t>
            </a: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livra a empresa de multas administrativas </a:t>
            </a: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que podem chegar até</a:t>
            </a: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5 salários mínimos,</a:t>
            </a: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com elevação para </a:t>
            </a: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10 salaŕios mínimos</a:t>
            </a: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na reincidência</a:t>
            </a:r>
            <a:r>
              <a:rPr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0" i="0" sz="10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07" name="Google Shape;707;p56"/>
          <p:cNvGrpSpPr/>
          <p:nvPr/>
        </p:nvGrpSpPr>
        <p:grpSpPr>
          <a:xfrm>
            <a:off x="379734" y="3072635"/>
            <a:ext cx="462205" cy="512493"/>
            <a:chOff x="2798125" y="4658325"/>
            <a:chExt cx="161075" cy="178600"/>
          </a:xfrm>
        </p:grpSpPr>
        <p:sp>
          <p:nvSpPr>
            <p:cNvPr id="708" name="Google Shape;708;p56"/>
            <p:cNvSpPr/>
            <p:nvPr/>
          </p:nvSpPr>
          <p:spPr>
            <a:xfrm>
              <a:off x="2798125" y="4658325"/>
              <a:ext cx="161075" cy="178600"/>
            </a:xfrm>
            <a:custGeom>
              <a:rect b="b" l="l" r="r" t="t"/>
              <a:pathLst>
                <a:path extrusionOk="0" h="7144" w="6443">
                  <a:moveTo>
                    <a:pt x="4117" y="259"/>
                  </a:moveTo>
                  <a:cubicBezTo>
                    <a:pt x="4898" y="259"/>
                    <a:pt x="5538" y="893"/>
                    <a:pt x="5538" y="1674"/>
                  </a:cubicBezTo>
                  <a:cubicBezTo>
                    <a:pt x="5538" y="2025"/>
                    <a:pt x="5409" y="2351"/>
                    <a:pt x="5193" y="2597"/>
                  </a:cubicBezTo>
                  <a:cubicBezTo>
                    <a:pt x="5138" y="2665"/>
                    <a:pt x="5076" y="2720"/>
                    <a:pt x="5009" y="2776"/>
                  </a:cubicBezTo>
                  <a:cubicBezTo>
                    <a:pt x="4793" y="2948"/>
                    <a:pt x="4535" y="3059"/>
                    <a:pt x="4246" y="3083"/>
                  </a:cubicBezTo>
                  <a:cubicBezTo>
                    <a:pt x="4203" y="3089"/>
                    <a:pt x="4160" y="3089"/>
                    <a:pt x="4117" y="3089"/>
                  </a:cubicBezTo>
                  <a:cubicBezTo>
                    <a:pt x="4074" y="3089"/>
                    <a:pt x="4031" y="3089"/>
                    <a:pt x="3994" y="3083"/>
                  </a:cubicBezTo>
                  <a:cubicBezTo>
                    <a:pt x="3311" y="3022"/>
                    <a:pt x="2769" y="2480"/>
                    <a:pt x="2708" y="1804"/>
                  </a:cubicBezTo>
                  <a:cubicBezTo>
                    <a:pt x="2702" y="1760"/>
                    <a:pt x="2702" y="1717"/>
                    <a:pt x="2702" y="1674"/>
                  </a:cubicBezTo>
                  <a:cubicBezTo>
                    <a:pt x="2702" y="1631"/>
                    <a:pt x="2702" y="1588"/>
                    <a:pt x="2708" y="1545"/>
                  </a:cubicBezTo>
                  <a:cubicBezTo>
                    <a:pt x="2775" y="825"/>
                    <a:pt x="3378" y="259"/>
                    <a:pt x="4117" y="259"/>
                  </a:cubicBezTo>
                  <a:close/>
                  <a:moveTo>
                    <a:pt x="2449" y="1804"/>
                  </a:moveTo>
                  <a:cubicBezTo>
                    <a:pt x="2511" y="2622"/>
                    <a:pt x="3169" y="3280"/>
                    <a:pt x="3994" y="3342"/>
                  </a:cubicBezTo>
                  <a:lnTo>
                    <a:pt x="3994" y="6885"/>
                  </a:lnTo>
                  <a:lnTo>
                    <a:pt x="259" y="6885"/>
                  </a:lnTo>
                  <a:lnTo>
                    <a:pt x="259" y="1804"/>
                  </a:lnTo>
                  <a:close/>
                  <a:moveTo>
                    <a:pt x="4117" y="1"/>
                  </a:moveTo>
                  <a:cubicBezTo>
                    <a:pt x="3237" y="1"/>
                    <a:pt x="2517" y="684"/>
                    <a:pt x="2449" y="1545"/>
                  </a:cubicBezTo>
                  <a:lnTo>
                    <a:pt x="130" y="1545"/>
                  </a:lnTo>
                  <a:cubicBezTo>
                    <a:pt x="62" y="1545"/>
                    <a:pt x="1" y="1600"/>
                    <a:pt x="1" y="1674"/>
                  </a:cubicBezTo>
                  <a:lnTo>
                    <a:pt x="1" y="7014"/>
                  </a:lnTo>
                  <a:cubicBezTo>
                    <a:pt x="1" y="7082"/>
                    <a:pt x="62" y="7143"/>
                    <a:pt x="130" y="7143"/>
                  </a:cubicBezTo>
                  <a:lnTo>
                    <a:pt x="4117" y="7143"/>
                  </a:lnTo>
                  <a:cubicBezTo>
                    <a:pt x="4190" y="7143"/>
                    <a:pt x="4246" y="7082"/>
                    <a:pt x="4246" y="7014"/>
                  </a:cubicBezTo>
                  <a:lnTo>
                    <a:pt x="4246" y="3342"/>
                  </a:lnTo>
                  <a:cubicBezTo>
                    <a:pt x="4603" y="3317"/>
                    <a:pt x="4929" y="3175"/>
                    <a:pt x="5193" y="2960"/>
                  </a:cubicBezTo>
                  <a:lnTo>
                    <a:pt x="6208" y="3975"/>
                  </a:lnTo>
                  <a:cubicBezTo>
                    <a:pt x="6233" y="4000"/>
                    <a:pt x="6270" y="4012"/>
                    <a:pt x="6301" y="4012"/>
                  </a:cubicBezTo>
                  <a:cubicBezTo>
                    <a:pt x="6331" y="4012"/>
                    <a:pt x="6368" y="4000"/>
                    <a:pt x="6393" y="3975"/>
                  </a:cubicBezTo>
                  <a:cubicBezTo>
                    <a:pt x="6442" y="3926"/>
                    <a:pt x="6442" y="3846"/>
                    <a:pt x="6393" y="3797"/>
                  </a:cubicBezTo>
                  <a:lnTo>
                    <a:pt x="5372" y="2782"/>
                  </a:lnTo>
                  <a:cubicBezTo>
                    <a:pt x="5636" y="2486"/>
                    <a:pt x="5790" y="2099"/>
                    <a:pt x="5790" y="1674"/>
                  </a:cubicBezTo>
                  <a:cubicBezTo>
                    <a:pt x="5790" y="752"/>
                    <a:pt x="5039" y="1"/>
                    <a:pt x="4117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6"/>
            <p:cNvSpPr/>
            <p:nvPr/>
          </p:nvSpPr>
          <p:spPr>
            <a:xfrm>
              <a:off x="2827675" y="4726000"/>
              <a:ext cx="47225" cy="83550"/>
            </a:xfrm>
            <a:custGeom>
              <a:rect b="b" l="l" r="r" t="t"/>
              <a:pathLst>
                <a:path extrusionOk="0" h="3342" w="1889">
                  <a:moveTo>
                    <a:pt x="849" y="708"/>
                  </a:moveTo>
                  <a:lnTo>
                    <a:pt x="849" y="1477"/>
                  </a:lnTo>
                  <a:cubicBezTo>
                    <a:pt x="597" y="1410"/>
                    <a:pt x="400" y="1317"/>
                    <a:pt x="400" y="1096"/>
                  </a:cubicBezTo>
                  <a:cubicBezTo>
                    <a:pt x="400" y="905"/>
                    <a:pt x="541" y="745"/>
                    <a:pt x="849" y="708"/>
                  </a:cubicBezTo>
                  <a:close/>
                  <a:moveTo>
                    <a:pt x="1077" y="1871"/>
                  </a:moveTo>
                  <a:cubicBezTo>
                    <a:pt x="1335" y="1939"/>
                    <a:pt x="1544" y="2031"/>
                    <a:pt x="1544" y="2259"/>
                  </a:cubicBezTo>
                  <a:cubicBezTo>
                    <a:pt x="1544" y="2449"/>
                    <a:pt x="1403" y="2603"/>
                    <a:pt x="1077" y="2634"/>
                  </a:cubicBezTo>
                  <a:lnTo>
                    <a:pt x="1077" y="1871"/>
                  </a:lnTo>
                  <a:close/>
                  <a:moveTo>
                    <a:pt x="849" y="1"/>
                  </a:moveTo>
                  <a:lnTo>
                    <a:pt x="849" y="407"/>
                  </a:lnTo>
                  <a:cubicBezTo>
                    <a:pt x="308" y="450"/>
                    <a:pt x="62" y="758"/>
                    <a:pt x="62" y="1108"/>
                  </a:cubicBezTo>
                  <a:cubicBezTo>
                    <a:pt x="62" y="1594"/>
                    <a:pt x="468" y="1717"/>
                    <a:pt x="849" y="1810"/>
                  </a:cubicBezTo>
                  <a:lnTo>
                    <a:pt x="849" y="2634"/>
                  </a:lnTo>
                  <a:cubicBezTo>
                    <a:pt x="566" y="2622"/>
                    <a:pt x="295" y="2505"/>
                    <a:pt x="129" y="2351"/>
                  </a:cubicBezTo>
                  <a:lnTo>
                    <a:pt x="0" y="2628"/>
                  </a:lnTo>
                  <a:cubicBezTo>
                    <a:pt x="185" y="2800"/>
                    <a:pt x="511" y="2923"/>
                    <a:pt x="849" y="2942"/>
                  </a:cubicBezTo>
                  <a:lnTo>
                    <a:pt x="849" y="3341"/>
                  </a:lnTo>
                  <a:lnTo>
                    <a:pt x="1077" y="3341"/>
                  </a:lnTo>
                  <a:lnTo>
                    <a:pt x="1077" y="2942"/>
                  </a:lnTo>
                  <a:cubicBezTo>
                    <a:pt x="1630" y="2892"/>
                    <a:pt x="1889" y="2585"/>
                    <a:pt x="1889" y="2234"/>
                  </a:cubicBezTo>
                  <a:cubicBezTo>
                    <a:pt x="1889" y="1748"/>
                    <a:pt x="1464" y="1631"/>
                    <a:pt x="1077" y="1533"/>
                  </a:cubicBezTo>
                  <a:lnTo>
                    <a:pt x="1077" y="702"/>
                  </a:lnTo>
                  <a:cubicBezTo>
                    <a:pt x="1274" y="714"/>
                    <a:pt x="1483" y="782"/>
                    <a:pt x="1667" y="905"/>
                  </a:cubicBezTo>
                  <a:lnTo>
                    <a:pt x="1784" y="616"/>
                  </a:lnTo>
                  <a:cubicBezTo>
                    <a:pt x="1600" y="493"/>
                    <a:pt x="1335" y="413"/>
                    <a:pt x="1077" y="401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6"/>
            <p:cNvSpPr/>
            <p:nvPr/>
          </p:nvSpPr>
          <p:spPr>
            <a:xfrm>
              <a:off x="2915025" y="4679550"/>
              <a:ext cx="14025" cy="23875"/>
            </a:xfrm>
            <a:custGeom>
              <a:rect b="b" l="l" r="r" t="t"/>
              <a:pathLst>
                <a:path extrusionOk="0" h="955" w="561">
                  <a:moveTo>
                    <a:pt x="145" y="1"/>
                  </a:moveTo>
                  <a:cubicBezTo>
                    <a:pt x="113" y="1"/>
                    <a:pt x="80" y="13"/>
                    <a:pt x="56" y="38"/>
                  </a:cubicBezTo>
                  <a:cubicBezTo>
                    <a:pt x="0" y="87"/>
                    <a:pt x="0" y="167"/>
                    <a:pt x="50" y="216"/>
                  </a:cubicBezTo>
                  <a:cubicBezTo>
                    <a:pt x="216" y="382"/>
                    <a:pt x="302" y="598"/>
                    <a:pt x="302" y="825"/>
                  </a:cubicBezTo>
                  <a:cubicBezTo>
                    <a:pt x="302" y="893"/>
                    <a:pt x="363" y="955"/>
                    <a:pt x="431" y="955"/>
                  </a:cubicBezTo>
                  <a:cubicBezTo>
                    <a:pt x="505" y="955"/>
                    <a:pt x="560" y="893"/>
                    <a:pt x="560" y="825"/>
                  </a:cubicBezTo>
                  <a:cubicBezTo>
                    <a:pt x="560" y="530"/>
                    <a:pt x="443" y="247"/>
                    <a:pt x="234" y="38"/>
                  </a:cubicBezTo>
                  <a:cubicBezTo>
                    <a:pt x="210" y="13"/>
                    <a:pt x="177" y="1"/>
                    <a:pt x="145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6"/>
            <p:cNvSpPr/>
            <p:nvPr/>
          </p:nvSpPr>
          <p:spPr>
            <a:xfrm>
              <a:off x="2897950" y="4672175"/>
              <a:ext cx="13550" cy="7400"/>
            </a:xfrm>
            <a:custGeom>
              <a:rect b="b" l="l" r="r" t="t"/>
              <a:pathLst>
                <a:path extrusionOk="0" h="296" w="542">
                  <a:moveTo>
                    <a:pt x="124" y="1"/>
                  </a:moveTo>
                  <a:cubicBezTo>
                    <a:pt x="56" y="1"/>
                    <a:pt x="1" y="62"/>
                    <a:pt x="1" y="130"/>
                  </a:cubicBezTo>
                  <a:cubicBezTo>
                    <a:pt x="1" y="204"/>
                    <a:pt x="56" y="259"/>
                    <a:pt x="124" y="259"/>
                  </a:cubicBezTo>
                  <a:cubicBezTo>
                    <a:pt x="210" y="259"/>
                    <a:pt x="290" y="271"/>
                    <a:pt x="364" y="296"/>
                  </a:cubicBezTo>
                  <a:lnTo>
                    <a:pt x="400" y="296"/>
                  </a:lnTo>
                  <a:cubicBezTo>
                    <a:pt x="456" y="296"/>
                    <a:pt x="505" y="259"/>
                    <a:pt x="524" y="204"/>
                  </a:cubicBezTo>
                  <a:cubicBezTo>
                    <a:pt x="542" y="136"/>
                    <a:pt x="505" y="68"/>
                    <a:pt x="437" y="50"/>
                  </a:cubicBezTo>
                  <a:cubicBezTo>
                    <a:pt x="339" y="19"/>
                    <a:pt x="234" y="1"/>
                    <a:pt x="124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2" name="Google Shape;712;p56"/>
          <p:cNvSpPr txBox="1"/>
          <p:nvPr/>
        </p:nvSpPr>
        <p:spPr>
          <a:xfrm>
            <a:off x="5744075" y="0"/>
            <a:ext cx="31278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pt-BR" sz="1100" u="none" cap="none" strike="noStrike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Isenção para instituição parceira</a:t>
            </a: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do pagamento da formação teórica, uma vez que é ofertada pela rede estadual (diferente das instituições privadas);</a:t>
            </a:r>
            <a:endParaRPr b="1" i="0" sz="10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3" name="Google Shape;713;p56"/>
          <p:cNvSpPr txBox="1"/>
          <p:nvPr/>
        </p:nvSpPr>
        <p:spPr>
          <a:xfrm>
            <a:off x="5744075" y="1462125"/>
            <a:ext cx="3127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Oportunidade de contratar ao final do programa um </a:t>
            </a: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jovem profissional qualificado, com experiência e vivência na empresa;</a:t>
            </a:r>
            <a:endParaRPr b="0" i="0" sz="10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14" name="Google Shape;714;p56"/>
          <p:cNvGrpSpPr/>
          <p:nvPr/>
        </p:nvGrpSpPr>
        <p:grpSpPr>
          <a:xfrm>
            <a:off x="5021899" y="3000646"/>
            <a:ext cx="474305" cy="501768"/>
            <a:chOff x="5273376" y="5111470"/>
            <a:chExt cx="632490" cy="669025"/>
          </a:xfrm>
        </p:grpSpPr>
        <p:sp>
          <p:nvSpPr>
            <p:cNvPr id="715" name="Google Shape;715;p56"/>
            <p:cNvSpPr/>
            <p:nvPr/>
          </p:nvSpPr>
          <p:spPr>
            <a:xfrm>
              <a:off x="5417308" y="5434718"/>
              <a:ext cx="50822" cy="50822"/>
            </a:xfrm>
            <a:custGeom>
              <a:rect b="b" l="l" r="r" t="t"/>
              <a:pathLst>
                <a:path extrusionOk="0" h="530" w="530">
                  <a:moveTo>
                    <a:pt x="265" y="259"/>
                  </a:moveTo>
                  <a:cubicBezTo>
                    <a:pt x="271" y="259"/>
                    <a:pt x="271" y="265"/>
                    <a:pt x="271" y="265"/>
                  </a:cubicBezTo>
                  <a:cubicBezTo>
                    <a:pt x="271" y="268"/>
                    <a:pt x="268" y="270"/>
                    <a:pt x="265" y="270"/>
                  </a:cubicBezTo>
                  <a:cubicBezTo>
                    <a:pt x="262" y="270"/>
                    <a:pt x="259" y="268"/>
                    <a:pt x="259" y="265"/>
                  </a:cubicBezTo>
                  <a:cubicBezTo>
                    <a:pt x="259" y="265"/>
                    <a:pt x="265" y="259"/>
                    <a:pt x="265" y="259"/>
                  </a:cubicBezTo>
                  <a:close/>
                  <a:moveTo>
                    <a:pt x="265" y="1"/>
                  </a:moveTo>
                  <a:cubicBezTo>
                    <a:pt x="117" y="1"/>
                    <a:pt x="0" y="117"/>
                    <a:pt x="0" y="265"/>
                  </a:cubicBezTo>
                  <a:cubicBezTo>
                    <a:pt x="0" y="413"/>
                    <a:pt x="117" y="530"/>
                    <a:pt x="265" y="530"/>
                  </a:cubicBezTo>
                  <a:cubicBezTo>
                    <a:pt x="413" y="530"/>
                    <a:pt x="529" y="413"/>
                    <a:pt x="529" y="265"/>
                  </a:cubicBezTo>
                  <a:cubicBezTo>
                    <a:pt x="529" y="117"/>
                    <a:pt x="413" y="1"/>
                    <a:pt x="265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6"/>
            <p:cNvSpPr/>
            <p:nvPr/>
          </p:nvSpPr>
          <p:spPr>
            <a:xfrm>
              <a:off x="5273376" y="5111470"/>
              <a:ext cx="632490" cy="669025"/>
            </a:xfrm>
            <a:custGeom>
              <a:rect b="b" l="l" r="r" t="t"/>
              <a:pathLst>
                <a:path extrusionOk="0" h="6977" w="6596">
                  <a:moveTo>
                    <a:pt x="3962" y="259"/>
                  </a:moveTo>
                  <a:cubicBezTo>
                    <a:pt x="4571" y="259"/>
                    <a:pt x="5063" y="751"/>
                    <a:pt x="5063" y="1360"/>
                  </a:cubicBezTo>
                  <a:cubicBezTo>
                    <a:pt x="5063" y="1692"/>
                    <a:pt x="4916" y="1993"/>
                    <a:pt x="4682" y="2190"/>
                  </a:cubicBezTo>
                  <a:cubicBezTo>
                    <a:pt x="4602" y="2264"/>
                    <a:pt x="4510" y="2320"/>
                    <a:pt x="4411" y="2363"/>
                  </a:cubicBezTo>
                  <a:cubicBezTo>
                    <a:pt x="4276" y="2424"/>
                    <a:pt x="4122" y="2461"/>
                    <a:pt x="3962" y="2461"/>
                  </a:cubicBezTo>
                  <a:cubicBezTo>
                    <a:pt x="3673" y="2461"/>
                    <a:pt x="3408" y="2344"/>
                    <a:pt x="3212" y="2160"/>
                  </a:cubicBezTo>
                  <a:cubicBezTo>
                    <a:pt x="3138" y="2086"/>
                    <a:pt x="3070" y="2006"/>
                    <a:pt x="3015" y="1913"/>
                  </a:cubicBezTo>
                  <a:cubicBezTo>
                    <a:pt x="2922" y="1747"/>
                    <a:pt x="2867" y="1563"/>
                    <a:pt x="2867" y="1360"/>
                  </a:cubicBezTo>
                  <a:cubicBezTo>
                    <a:pt x="2867" y="751"/>
                    <a:pt x="3359" y="259"/>
                    <a:pt x="3962" y="259"/>
                  </a:cubicBezTo>
                  <a:close/>
                  <a:moveTo>
                    <a:pt x="1682" y="2163"/>
                  </a:moveTo>
                  <a:cubicBezTo>
                    <a:pt x="1795" y="2163"/>
                    <a:pt x="1932" y="2198"/>
                    <a:pt x="2061" y="2320"/>
                  </a:cubicBezTo>
                  <a:cubicBezTo>
                    <a:pt x="2088" y="2351"/>
                    <a:pt x="2126" y="2370"/>
                    <a:pt x="2166" y="2370"/>
                  </a:cubicBezTo>
                  <a:cubicBezTo>
                    <a:pt x="2180" y="2370"/>
                    <a:pt x="2194" y="2367"/>
                    <a:pt x="2209" y="2363"/>
                  </a:cubicBezTo>
                  <a:cubicBezTo>
                    <a:pt x="2424" y="2276"/>
                    <a:pt x="2652" y="2215"/>
                    <a:pt x="2886" y="2184"/>
                  </a:cubicBezTo>
                  <a:cubicBezTo>
                    <a:pt x="2953" y="2270"/>
                    <a:pt x="3021" y="2344"/>
                    <a:pt x="3107" y="2412"/>
                  </a:cubicBezTo>
                  <a:cubicBezTo>
                    <a:pt x="3009" y="2418"/>
                    <a:pt x="2916" y="2430"/>
                    <a:pt x="2824" y="2443"/>
                  </a:cubicBezTo>
                  <a:cubicBezTo>
                    <a:pt x="2756" y="2461"/>
                    <a:pt x="2707" y="2529"/>
                    <a:pt x="2719" y="2596"/>
                  </a:cubicBezTo>
                  <a:cubicBezTo>
                    <a:pt x="2736" y="2662"/>
                    <a:pt x="2791" y="2703"/>
                    <a:pt x="2850" y="2703"/>
                  </a:cubicBezTo>
                  <a:cubicBezTo>
                    <a:pt x="2858" y="2703"/>
                    <a:pt x="2866" y="2702"/>
                    <a:pt x="2873" y="2701"/>
                  </a:cubicBezTo>
                  <a:cubicBezTo>
                    <a:pt x="3015" y="2676"/>
                    <a:pt x="3162" y="2658"/>
                    <a:pt x="3310" y="2658"/>
                  </a:cubicBezTo>
                  <a:cubicBezTo>
                    <a:pt x="3452" y="2658"/>
                    <a:pt x="3587" y="2670"/>
                    <a:pt x="3716" y="2695"/>
                  </a:cubicBezTo>
                  <a:cubicBezTo>
                    <a:pt x="3722" y="2695"/>
                    <a:pt x="3728" y="2695"/>
                    <a:pt x="3735" y="2701"/>
                  </a:cubicBezTo>
                  <a:cubicBezTo>
                    <a:pt x="4067" y="2756"/>
                    <a:pt x="4374" y="2886"/>
                    <a:pt x="4627" y="3076"/>
                  </a:cubicBezTo>
                  <a:cubicBezTo>
                    <a:pt x="4651" y="3095"/>
                    <a:pt x="4676" y="3101"/>
                    <a:pt x="4707" y="3101"/>
                  </a:cubicBezTo>
                  <a:cubicBezTo>
                    <a:pt x="4743" y="3101"/>
                    <a:pt x="4780" y="3082"/>
                    <a:pt x="4805" y="3052"/>
                  </a:cubicBezTo>
                  <a:cubicBezTo>
                    <a:pt x="4848" y="2996"/>
                    <a:pt x="4842" y="2910"/>
                    <a:pt x="4780" y="2867"/>
                  </a:cubicBezTo>
                  <a:cubicBezTo>
                    <a:pt x="4664" y="2781"/>
                    <a:pt x="4540" y="2707"/>
                    <a:pt x="4405" y="2646"/>
                  </a:cubicBezTo>
                  <a:cubicBezTo>
                    <a:pt x="4510" y="2609"/>
                    <a:pt x="4614" y="2559"/>
                    <a:pt x="4707" y="2498"/>
                  </a:cubicBezTo>
                  <a:cubicBezTo>
                    <a:pt x="5291" y="2812"/>
                    <a:pt x="5715" y="3316"/>
                    <a:pt x="5826" y="3907"/>
                  </a:cubicBezTo>
                  <a:cubicBezTo>
                    <a:pt x="5838" y="3965"/>
                    <a:pt x="5893" y="4012"/>
                    <a:pt x="5956" y="4012"/>
                  </a:cubicBezTo>
                  <a:cubicBezTo>
                    <a:pt x="5960" y="4012"/>
                    <a:pt x="5964" y="4012"/>
                    <a:pt x="5968" y="4011"/>
                  </a:cubicBezTo>
                  <a:cubicBezTo>
                    <a:pt x="5998" y="4005"/>
                    <a:pt x="6023" y="3993"/>
                    <a:pt x="6048" y="3974"/>
                  </a:cubicBezTo>
                  <a:cubicBezTo>
                    <a:pt x="6072" y="3950"/>
                    <a:pt x="6202" y="3827"/>
                    <a:pt x="6294" y="3655"/>
                  </a:cubicBezTo>
                  <a:cubicBezTo>
                    <a:pt x="6300" y="3685"/>
                    <a:pt x="6294" y="3716"/>
                    <a:pt x="6294" y="3747"/>
                  </a:cubicBezTo>
                  <a:cubicBezTo>
                    <a:pt x="6269" y="3950"/>
                    <a:pt x="6134" y="4134"/>
                    <a:pt x="5900" y="4313"/>
                  </a:cubicBezTo>
                  <a:cubicBezTo>
                    <a:pt x="5869" y="4337"/>
                    <a:pt x="5851" y="4368"/>
                    <a:pt x="5845" y="4405"/>
                  </a:cubicBezTo>
                  <a:cubicBezTo>
                    <a:pt x="5795" y="4860"/>
                    <a:pt x="5549" y="5303"/>
                    <a:pt x="5150" y="5635"/>
                  </a:cubicBezTo>
                  <a:cubicBezTo>
                    <a:pt x="5125" y="5660"/>
                    <a:pt x="5106" y="5697"/>
                    <a:pt x="5106" y="5734"/>
                  </a:cubicBezTo>
                  <a:lnTo>
                    <a:pt x="5106" y="6380"/>
                  </a:lnTo>
                  <a:cubicBezTo>
                    <a:pt x="5106" y="6564"/>
                    <a:pt x="4953" y="6718"/>
                    <a:pt x="4768" y="6718"/>
                  </a:cubicBezTo>
                  <a:lnTo>
                    <a:pt x="4571" y="6718"/>
                  </a:lnTo>
                  <a:cubicBezTo>
                    <a:pt x="4387" y="6718"/>
                    <a:pt x="4239" y="6564"/>
                    <a:pt x="4239" y="6380"/>
                  </a:cubicBezTo>
                  <a:lnTo>
                    <a:pt x="4239" y="6306"/>
                  </a:lnTo>
                  <a:cubicBezTo>
                    <a:pt x="4239" y="6263"/>
                    <a:pt x="4221" y="6226"/>
                    <a:pt x="4190" y="6201"/>
                  </a:cubicBezTo>
                  <a:cubicBezTo>
                    <a:pt x="4165" y="6183"/>
                    <a:pt x="4134" y="6177"/>
                    <a:pt x="4110" y="6177"/>
                  </a:cubicBezTo>
                  <a:cubicBezTo>
                    <a:pt x="4098" y="6177"/>
                    <a:pt x="4085" y="6177"/>
                    <a:pt x="4073" y="6183"/>
                  </a:cubicBezTo>
                  <a:cubicBezTo>
                    <a:pt x="3827" y="6245"/>
                    <a:pt x="3575" y="6275"/>
                    <a:pt x="3310" y="6275"/>
                  </a:cubicBezTo>
                  <a:cubicBezTo>
                    <a:pt x="3052" y="6275"/>
                    <a:pt x="2793" y="6245"/>
                    <a:pt x="2547" y="6183"/>
                  </a:cubicBezTo>
                  <a:cubicBezTo>
                    <a:pt x="2535" y="6179"/>
                    <a:pt x="2522" y="6177"/>
                    <a:pt x="2509" y="6177"/>
                  </a:cubicBezTo>
                  <a:cubicBezTo>
                    <a:pt x="2483" y="6177"/>
                    <a:pt x="2457" y="6185"/>
                    <a:pt x="2436" y="6201"/>
                  </a:cubicBezTo>
                  <a:cubicBezTo>
                    <a:pt x="2406" y="6226"/>
                    <a:pt x="2387" y="6263"/>
                    <a:pt x="2387" y="6306"/>
                  </a:cubicBezTo>
                  <a:lnTo>
                    <a:pt x="2387" y="6380"/>
                  </a:lnTo>
                  <a:cubicBezTo>
                    <a:pt x="2387" y="6564"/>
                    <a:pt x="2233" y="6718"/>
                    <a:pt x="2049" y="6718"/>
                  </a:cubicBezTo>
                  <a:lnTo>
                    <a:pt x="1852" y="6718"/>
                  </a:lnTo>
                  <a:cubicBezTo>
                    <a:pt x="1667" y="6718"/>
                    <a:pt x="1520" y="6564"/>
                    <a:pt x="1520" y="6380"/>
                  </a:cubicBezTo>
                  <a:lnTo>
                    <a:pt x="1520" y="5734"/>
                  </a:lnTo>
                  <a:cubicBezTo>
                    <a:pt x="1520" y="5697"/>
                    <a:pt x="1501" y="5660"/>
                    <a:pt x="1471" y="5635"/>
                  </a:cubicBezTo>
                  <a:cubicBezTo>
                    <a:pt x="1181" y="5396"/>
                    <a:pt x="972" y="5094"/>
                    <a:pt x="862" y="4768"/>
                  </a:cubicBezTo>
                  <a:cubicBezTo>
                    <a:pt x="843" y="4719"/>
                    <a:pt x="794" y="4682"/>
                    <a:pt x="739" y="4682"/>
                  </a:cubicBezTo>
                  <a:lnTo>
                    <a:pt x="591" y="4682"/>
                  </a:lnTo>
                  <a:cubicBezTo>
                    <a:pt x="406" y="4682"/>
                    <a:pt x="259" y="4528"/>
                    <a:pt x="259" y="4344"/>
                  </a:cubicBezTo>
                  <a:lnTo>
                    <a:pt x="259" y="4147"/>
                  </a:lnTo>
                  <a:cubicBezTo>
                    <a:pt x="259" y="3962"/>
                    <a:pt x="406" y="3814"/>
                    <a:pt x="591" y="3814"/>
                  </a:cubicBezTo>
                  <a:lnTo>
                    <a:pt x="714" y="3814"/>
                  </a:lnTo>
                  <a:cubicBezTo>
                    <a:pt x="775" y="3814"/>
                    <a:pt x="825" y="3778"/>
                    <a:pt x="837" y="3722"/>
                  </a:cubicBezTo>
                  <a:cubicBezTo>
                    <a:pt x="948" y="3378"/>
                    <a:pt x="1163" y="3058"/>
                    <a:pt x="1464" y="2799"/>
                  </a:cubicBezTo>
                  <a:cubicBezTo>
                    <a:pt x="1501" y="2769"/>
                    <a:pt x="1514" y="2726"/>
                    <a:pt x="1508" y="2676"/>
                  </a:cubicBezTo>
                  <a:lnTo>
                    <a:pt x="1508" y="2190"/>
                  </a:lnTo>
                  <a:cubicBezTo>
                    <a:pt x="1552" y="2176"/>
                    <a:pt x="1613" y="2163"/>
                    <a:pt x="1682" y="2163"/>
                  </a:cubicBezTo>
                  <a:close/>
                  <a:moveTo>
                    <a:pt x="3962" y="0"/>
                  </a:moveTo>
                  <a:cubicBezTo>
                    <a:pt x="3218" y="0"/>
                    <a:pt x="2609" y="609"/>
                    <a:pt x="2609" y="1360"/>
                  </a:cubicBezTo>
                  <a:cubicBezTo>
                    <a:pt x="2609" y="1569"/>
                    <a:pt x="2652" y="1766"/>
                    <a:pt x="2738" y="1944"/>
                  </a:cubicBezTo>
                  <a:cubicBezTo>
                    <a:pt x="2553" y="1981"/>
                    <a:pt x="2369" y="2024"/>
                    <a:pt x="2190" y="2092"/>
                  </a:cubicBezTo>
                  <a:cubicBezTo>
                    <a:pt x="2020" y="1950"/>
                    <a:pt x="1835" y="1905"/>
                    <a:pt x="1673" y="1905"/>
                  </a:cubicBezTo>
                  <a:cubicBezTo>
                    <a:pt x="1525" y="1905"/>
                    <a:pt x="1396" y="1943"/>
                    <a:pt x="1317" y="1981"/>
                  </a:cubicBezTo>
                  <a:cubicBezTo>
                    <a:pt x="1274" y="2006"/>
                    <a:pt x="1249" y="2049"/>
                    <a:pt x="1249" y="2098"/>
                  </a:cubicBezTo>
                  <a:lnTo>
                    <a:pt x="1249" y="2646"/>
                  </a:lnTo>
                  <a:cubicBezTo>
                    <a:pt x="960" y="2904"/>
                    <a:pt x="745" y="3218"/>
                    <a:pt x="622" y="3556"/>
                  </a:cubicBezTo>
                  <a:lnTo>
                    <a:pt x="591" y="3556"/>
                  </a:lnTo>
                  <a:cubicBezTo>
                    <a:pt x="265" y="3556"/>
                    <a:pt x="0" y="3821"/>
                    <a:pt x="0" y="4147"/>
                  </a:cubicBezTo>
                  <a:lnTo>
                    <a:pt x="0" y="4344"/>
                  </a:lnTo>
                  <a:cubicBezTo>
                    <a:pt x="0" y="4676"/>
                    <a:pt x="265" y="4940"/>
                    <a:pt x="591" y="4940"/>
                  </a:cubicBezTo>
                  <a:lnTo>
                    <a:pt x="646" y="4940"/>
                  </a:lnTo>
                  <a:cubicBezTo>
                    <a:pt x="769" y="5260"/>
                    <a:pt x="985" y="5549"/>
                    <a:pt x="1255" y="5795"/>
                  </a:cubicBezTo>
                  <a:lnTo>
                    <a:pt x="1255" y="6380"/>
                  </a:lnTo>
                  <a:cubicBezTo>
                    <a:pt x="1255" y="6712"/>
                    <a:pt x="1526" y="6977"/>
                    <a:pt x="1852" y="6977"/>
                  </a:cubicBezTo>
                  <a:lnTo>
                    <a:pt x="2049" y="6977"/>
                  </a:lnTo>
                  <a:cubicBezTo>
                    <a:pt x="2350" y="6977"/>
                    <a:pt x="2596" y="6755"/>
                    <a:pt x="2639" y="6466"/>
                  </a:cubicBezTo>
                  <a:cubicBezTo>
                    <a:pt x="2858" y="6512"/>
                    <a:pt x="3084" y="6535"/>
                    <a:pt x="3311" y="6535"/>
                  </a:cubicBezTo>
                  <a:cubicBezTo>
                    <a:pt x="3538" y="6535"/>
                    <a:pt x="3765" y="6512"/>
                    <a:pt x="3987" y="6466"/>
                  </a:cubicBezTo>
                  <a:cubicBezTo>
                    <a:pt x="4024" y="6755"/>
                    <a:pt x="4276" y="6977"/>
                    <a:pt x="4571" y="6977"/>
                  </a:cubicBezTo>
                  <a:lnTo>
                    <a:pt x="4768" y="6977"/>
                  </a:lnTo>
                  <a:cubicBezTo>
                    <a:pt x="5100" y="6977"/>
                    <a:pt x="5365" y="6712"/>
                    <a:pt x="5365" y="6380"/>
                  </a:cubicBezTo>
                  <a:lnTo>
                    <a:pt x="5365" y="5795"/>
                  </a:lnTo>
                  <a:cubicBezTo>
                    <a:pt x="5771" y="5439"/>
                    <a:pt x="6029" y="4977"/>
                    <a:pt x="6097" y="4485"/>
                  </a:cubicBezTo>
                  <a:cubicBezTo>
                    <a:pt x="6368" y="4276"/>
                    <a:pt x="6521" y="4036"/>
                    <a:pt x="6552" y="3778"/>
                  </a:cubicBezTo>
                  <a:cubicBezTo>
                    <a:pt x="6595" y="3421"/>
                    <a:pt x="6380" y="3156"/>
                    <a:pt x="6374" y="3144"/>
                  </a:cubicBezTo>
                  <a:cubicBezTo>
                    <a:pt x="6348" y="3114"/>
                    <a:pt x="6310" y="3099"/>
                    <a:pt x="6273" y="3099"/>
                  </a:cubicBezTo>
                  <a:cubicBezTo>
                    <a:pt x="6257" y="3099"/>
                    <a:pt x="6241" y="3101"/>
                    <a:pt x="6226" y="3107"/>
                  </a:cubicBezTo>
                  <a:cubicBezTo>
                    <a:pt x="6171" y="3132"/>
                    <a:pt x="6140" y="3181"/>
                    <a:pt x="6146" y="3236"/>
                  </a:cubicBezTo>
                  <a:cubicBezTo>
                    <a:pt x="6152" y="3378"/>
                    <a:pt x="6091" y="3507"/>
                    <a:pt x="6023" y="3611"/>
                  </a:cubicBezTo>
                  <a:cubicBezTo>
                    <a:pt x="5875" y="3162"/>
                    <a:pt x="5568" y="2756"/>
                    <a:pt x="5137" y="2455"/>
                  </a:cubicBezTo>
                  <a:cubicBezTo>
                    <a:pt x="5070" y="2406"/>
                    <a:pt x="4996" y="2363"/>
                    <a:pt x="4928" y="2320"/>
                  </a:cubicBezTo>
                  <a:cubicBezTo>
                    <a:pt x="5174" y="2073"/>
                    <a:pt x="5322" y="1735"/>
                    <a:pt x="5322" y="1360"/>
                  </a:cubicBezTo>
                  <a:cubicBezTo>
                    <a:pt x="5322" y="609"/>
                    <a:pt x="4713" y="0"/>
                    <a:pt x="3962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6"/>
            <p:cNvSpPr/>
            <p:nvPr/>
          </p:nvSpPr>
          <p:spPr>
            <a:xfrm>
              <a:off x="5582433" y="5171018"/>
              <a:ext cx="141725" cy="141725"/>
            </a:xfrm>
            <a:custGeom>
              <a:rect b="b" l="l" r="r" t="t"/>
              <a:pathLst>
                <a:path extrusionOk="0" h="1478" w="1478">
                  <a:moveTo>
                    <a:pt x="739" y="259"/>
                  </a:moveTo>
                  <a:cubicBezTo>
                    <a:pt x="1004" y="259"/>
                    <a:pt x="1219" y="474"/>
                    <a:pt x="1219" y="739"/>
                  </a:cubicBezTo>
                  <a:cubicBezTo>
                    <a:pt x="1219" y="1003"/>
                    <a:pt x="1004" y="1219"/>
                    <a:pt x="739" y="1219"/>
                  </a:cubicBezTo>
                  <a:cubicBezTo>
                    <a:pt x="481" y="1219"/>
                    <a:pt x="265" y="1003"/>
                    <a:pt x="265" y="739"/>
                  </a:cubicBezTo>
                  <a:cubicBezTo>
                    <a:pt x="265" y="474"/>
                    <a:pt x="481" y="259"/>
                    <a:pt x="739" y="259"/>
                  </a:cubicBezTo>
                  <a:close/>
                  <a:moveTo>
                    <a:pt x="739" y="1"/>
                  </a:moveTo>
                  <a:cubicBezTo>
                    <a:pt x="333" y="1"/>
                    <a:pt x="1" y="333"/>
                    <a:pt x="1" y="739"/>
                  </a:cubicBezTo>
                  <a:cubicBezTo>
                    <a:pt x="1" y="954"/>
                    <a:pt x="99" y="1145"/>
                    <a:pt x="241" y="1280"/>
                  </a:cubicBezTo>
                  <a:cubicBezTo>
                    <a:pt x="376" y="1403"/>
                    <a:pt x="548" y="1477"/>
                    <a:pt x="739" y="1477"/>
                  </a:cubicBezTo>
                  <a:cubicBezTo>
                    <a:pt x="850" y="1477"/>
                    <a:pt x="948" y="1452"/>
                    <a:pt x="1041" y="1416"/>
                  </a:cubicBezTo>
                  <a:cubicBezTo>
                    <a:pt x="1299" y="1299"/>
                    <a:pt x="1477" y="1040"/>
                    <a:pt x="1477" y="739"/>
                  </a:cubicBezTo>
                  <a:cubicBezTo>
                    <a:pt x="1477" y="333"/>
                    <a:pt x="1151" y="1"/>
                    <a:pt x="739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8" name="Google Shape;718;p56"/>
          <p:cNvSpPr txBox="1"/>
          <p:nvPr/>
        </p:nvSpPr>
        <p:spPr>
          <a:xfrm>
            <a:off x="5756100" y="2381650"/>
            <a:ext cx="31866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 remuneração por hora e </a:t>
            </a: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FGTS de apenas 2%</a:t>
            </a: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a instituição parceira tem um desembolso mais baixo para desenvolver novos talentos com base técnica;</a:t>
            </a:r>
            <a:endParaRPr b="0" i="0" sz="10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56"/>
          <p:cNvSpPr/>
          <p:nvPr/>
        </p:nvSpPr>
        <p:spPr>
          <a:xfrm>
            <a:off x="4744538" y="266938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56"/>
          <p:cNvSpPr/>
          <p:nvPr/>
        </p:nvSpPr>
        <p:spPr>
          <a:xfrm>
            <a:off x="4744538" y="1542438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21" name="Google Shape;721;p56"/>
          <p:cNvGrpSpPr/>
          <p:nvPr/>
        </p:nvGrpSpPr>
        <p:grpSpPr>
          <a:xfrm>
            <a:off x="4959759" y="456183"/>
            <a:ext cx="491997" cy="474370"/>
            <a:chOff x="4227397" y="5129689"/>
            <a:chExt cx="656084" cy="632493"/>
          </a:xfrm>
        </p:grpSpPr>
        <p:sp>
          <p:nvSpPr>
            <p:cNvPr id="722" name="Google Shape;722;p56"/>
            <p:cNvSpPr/>
            <p:nvPr/>
          </p:nvSpPr>
          <p:spPr>
            <a:xfrm>
              <a:off x="4227397" y="5129689"/>
              <a:ext cx="367067" cy="228985"/>
            </a:xfrm>
            <a:custGeom>
              <a:rect b="b" l="l" r="r" t="t"/>
              <a:pathLst>
                <a:path extrusionOk="0" h="2388" w="3828">
                  <a:moveTo>
                    <a:pt x="2984" y="1"/>
                  </a:moveTo>
                  <a:cubicBezTo>
                    <a:pt x="2917" y="1"/>
                    <a:pt x="2855" y="56"/>
                    <a:pt x="2855" y="130"/>
                  </a:cubicBezTo>
                  <a:cubicBezTo>
                    <a:pt x="2855" y="198"/>
                    <a:pt x="2917" y="259"/>
                    <a:pt x="2984" y="259"/>
                  </a:cubicBezTo>
                  <a:lnTo>
                    <a:pt x="3391" y="259"/>
                  </a:lnTo>
                  <a:lnTo>
                    <a:pt x="2277" y="1373"/>
                  </a:lnTo>
                  <a:lnTo>
                    <a:pt x="1656" y="751"/>
                  </a:lnTo>
                  <a:cubicBezTo>
                    <a:pt x="1631" y="727"/>
                    <a:pt x="1597" y="715"/>
                    <a:pt x="1563" y="715"/>
                  </a:cubicBezTo>
                  <a:cubicBezTo>
                    <a:pt x="1530" y="715"/>
                    <a:pt x="1496" y="727"/>
                    <a:pt x="1471" y="751"/>
                  </a:cubicBezTo>
                  <a:lnTo>
                    <a:pt x="50" y="2173"/>
                  </a:lnTo>
                  <a:cubicBezTo>
                    <a:pt x="1" y="2222"/>
                    <a:pt x="1" y="2302"/>
                    <a:pt x="50" y="2351"/>
                  </a:cubicBezTo>
                  <a:cubicBezTo>
                    <a:pt x="75" y="2376"/>
                    <a:pt x="105" y="2388"/>
                    <a:pt x="142" y="2388"/>
                  </a:cubicBezTo>
                  <a:cubicBezTo>
                    <a:pt x="173" y="2388"/>
                    <a:pt x="204" y="2376"/>
                    <a:pt x="228" y="2351"/>
                  </a:cubicBezTo>
                  <a:lnTo>
                    <a:pt x="1563" y="1022"/>
                  </a:lnTo>
                  <a:lnTo>
                    <a:pt x="2185" y="1644"/>
                  </a:lnTo>
                  <a:cubicBezTo>
                    <a:pt x="2209" y="1668"/>
                    <a:pt x="2242" y="1680"/>
                    <a:pt x="2274" y="1680"/>
                  </a:cubicBezTo>
                  <a:cubicBezTo>
                    <a:pt x="2306" y="1680"/>
                    <a:pt x="2339" y="1668"/>
                    <a:pt x="2363" y="1644"/>
                  </a:cubicBezTo>
                  <a:lnTo>
                    <a:pt x="3569" y="438"/>
                  </a:lnTo>
                  <a:lnTo>
                    <a:pt x="3569" y="838"/>
                  </a:lnTo>
                  <a:cubicBezTo>
                    <a:pt x="3569" y="911"/>
                    <a:pt x="3624" y="967"/>
                    <a:pt x="3698" y="967"/>
                  </a:cubicBezTo>
                  <a:cubicBezTo>
                    <a:pt x="3766" y="967"/>
                    <a:pt x="3827" y="911"/>
                    <a:pt x="3827" y="838"/>
                  </a:cubicBezTo>
                  <a:lnTo>
                    <a:pt x="3827" y="130"/>
                  </a:lnTo>
                  <a:cubicBezTo>
                    <a:pt x="3827" y="118"/>
                    <a:pt x="3827" y="112"/>
                    <a:pt x="3821" y="106"/>
                  </a:cubicBezTo>
                  <a:cubicBezTo>
                    <a:pt x="3821" y="99"/>
                    <a:pt x="3821" y="99"/>
                    <a:pt x="3821" y="93"/>
                  </a:cubicBezTo>
                  <a:cubicBezTo>
                    <a:pt x="3821" y="87"/>
                    <a:pt x="3815" y="87"/>
                    <a:pt x="3815" y="81"/>
                  </a:cubicBezTo>
                  <a:cubicBezTo>
                    <a:pt x="3815" y="75"/>
                    <a:pt x="3809" y="75"/>
                    <a:pt x="3809" y="69"/>
                  </a:cubicBezTo>
                  <a:cubicBezTo>
                    <a:pt x="3809" y="62"/>
                    <a:pt x="3809" y="62"/>
                    <a:pt x="3803" y="56"/>
                  </a:cubicBezTo>
                  <a:cubicBezTo>
                    <a:pt x="3797" y="50"/>
                    <a:pt x="3797" y="44"/>
                    <a:pt x="3790" y="38"/>
                  </a:cubicBezTo>
                  <a:cubicBezTo>
                    <a:pt x="3784" y="32"/>
                    <a:pt x="3778" y="26"/>
                    <a:pt x="3766" y="19"/>
                  </a:cubicBezTo>
                  <a:lnTo>
                    <a:pt x="3760" y="19"/>
                  </a:lnTo>
                  <a:cubicBezTo>
                    <a:pt x="3753" y="13"/>
                    <a:pt x="3753" y="13"/>
                    <a:pt x="3747" y="13"/>
                  </a:cubicBezTo>
                  <a:cubicBezTo>
                    <a:pt x="3741" y="7"/>
                    <a:pt x="3735" y="7"/>
                    <a:pt x="3735" y="7"/>
                  </a:cubicBezTo>
                  <a:cubicBezTo>
                    <a:pt x="3729" y="7"/>
                    <a:pt x="3729" y="7"/>
                    <a:pt x="3723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6"/>
            <p:cNvSpPr/>
            <p:nvPr/>
          </p:nvSpPr>
          <p:spPr>
            <a:xfrm>
              <a:off x="4227397" y="5477773"/>
              <a:ext cx="397176" cy="260245"/>
            </a:xfrm>
            <a:custGeom>
              <a:rect b="b" l="l" r="r" t="t"/>
              <a:pathLst>
                <a:path extrusionOk="0" h="2714" w="4142">
                  <a:moveTo>
                    <a:pt x="3304" y="1"/>
                  </a:moveTo>
                  <a:cubicBezTo>
                    <a:pt x="3231" y="1"/>
                    <a:pt x="3175" y="62"/>
                    <a:pt x="3175" y="130"/>
                  </a:cubicBezTo>
                  <a:cubicBezTo>
                    <a:pt x="3175" y="204"/>
                    <a:pt x="3231" y="259"/>
                    <a:pt x="3304" y="259"/>
                  </a:cubicBezTo>
                  <a:lnTo>
                    <a:pt x="3704" y="259"/>
                  </a:lnTo>
                  <a:lnTo>
                    <a:pt x="2511" y="1452"/>
                  </a:lnTo>
                  <a:lnTo>
                    <a:pt x="1889" y="831"/>
                  </a:lnTo>
                  <a:cubicBezTo>
                    <a:pt x="1865" y="810"/>
                    <a:pt x="1831" y="799"/>
                    <a:pt x="1798" y="799"/>
                  </a:cubicBezTo>
                  <a:cubicBezTo>
                    <a:pt x="1765" y="799"/>
                    <a:pt x="1733" y="810"/>
                    <a:pt x="1711" y="831"/>
                  </a:cubicBezTo>
                  <a:lnTo>
                    <a:pt x="50" y="2492"/>
                  </a:lnTo>
                  <a:cubicBezTo>
                    <a:pt x="1" y="2541"/>
                    <a:pt x="1" y="2621"/>
                    <a:pt x="50" y="2677"/>
                  </a:cubicBezTo>
                  <a:cubicBezTo>
                    <a:pt x="75" y="2701"/>
                    <a:pt x="105" y="2714"/>
                    <a:pt x="142" y="2714"/>
                  </a:cubicBezTo>
                  <a:cubicBezTo>
                    <a:pt x="173" y="2714"/>
                    <a:pt x="204" y="2701"/>
                    <a:pt x="228" y="2677"/>
                  </a:cubicBezTo>
                  <a:lnTo>
                    <a:pt x="1797" y="1108"/>
                  </a:lnTo>
                  <a:lnTo>
                    <a:pt x="2419" y="1729"/>
                  </a:lnTo>
                  <a:cubicBezTo>
                    <a:pt x="2443" y="1754"/>
                    <a:pt x="2477" y="1766"/>
                    <a:pt x="2511" y="1766"/>
                  </a:cubicBezTo>
                  <a:cubicBezTo>
                    <a:pt x="2545" y="1766"/>
                    <a:pt x="2578" y="1754"/>
                    <a:pt x="2603" y="1729"/>
                  </a:cubicBezTo>
                  <a:lnTo>
                    <a:pt x="3889" y="444"/>
                  </a:lnTo>
                  <a:lnTo>
                    <a:pt x="3889" y="843"/>
                  </a:lnTo>
                  <a:cubicBezTo>
                    <a:pt x="3889" y="911"/>
                    <a:pt x="3944" y="973"/>
                    <a:pt x="4018" y="973"/>
                  </a:cubicBezTo>
                  <a:cubicBezTo>
                    <a:pt x="4086" y="973"/>
                    <a:pt x="4141" y="911"/>
                    <a:pt x="4141" y="843"/>
                  </a:cubicBezTo>
                  <a:lnTo>
                    <a:pt x="4141" y="130"/>
                  </a:lnTo>
                  <a:cubicBezTo>
                    <a:pt x="4141" y="124"/>
                    <a:pt x="4141" y="118"/>
                    <a:pt x="4141" y="105"/>
                  </a:cubicBezTo>
                  <a:cubicBezTo>
                    <a:pt x="4141" y="105"/>
                    <a:pt x="4141" y="99"/>
                    <a:pt x="4135" y="93"/>
                  </a:cubicBezTo>
                  <a:cubicBezTo>
                    <a:pt x="4135" y="93"/>
                    <a:pt x="4135" y="87"/>
                    <a:pt x="4135" y="81"/>
                  </a:cubicBezTo>
                  <a:cubicBezTo>
                    <a:pt x="4135" y="81"/>
                    <a:pt x="4129" y="74"/>
                    <a:pt x="4129" y="68"/>
                  </a:cubicBezTo>
                  <a:cubicBezTo>
                    <a:pt x="4123" y="68"/>
                    <a:pt x="4123" y="62"/>
                    <a:pt x="4123" y="62"/>
                  </a:cubicBezTo>
                  <a:cubicBezTo>
                    <a:pt x="4116" y="56"/>
                    <a:pt x="4110" y="44"/>
                    <a:pt x="4104" y="44"/>
                  </a:cubicBezTo>
                  <a:cubicBezTo>
                    <a:pt x="4104" y="38"/>
                    <a:pt x="4104" y="38"/>
                    <a:pt x="4104" y="38"/>
                  </a:cubicBezTo>
                  <a:cubicBezTo>
                    <a:pt x="4098" y="38"/>
                    <a:pt x="4092" y="31"/>
                    <a:pt x="4086" y="25"/>
                  </a:cubicBezTo>
                  <a:cubicBezTo>
                    <a:pt x="4086" y="25"/>
                    <a:pt x="4080" y="19"/>
                    <a:pt x="4080" y="19"/>
                  </a:cubicBezTo>
                  <a:cubicBezTo>
                    <a:pt x="4073" y="19"/>
                    <a:pt x="4067" y="13"/>
                    <a:pt x="4067" y="13"/>
                  </a:cubicBezTo>
                  <a:cubicBezTo>
                    <a:pt x="4061" y="13"/>
                    <a:pt x="4055" y="13"/>
                    <a:pt x="4055" y="7"/>
                  </a:cubicBezTo>
                  <a:lnTo>
                    <a:pt x="4043" y="7"/>
                  </a:lnTo>
                  <a:cubicBezTo>
                    <a:pt x="4030" y="7"/>
                    <a:pt x="4024" y="1"/>
                    <a:pt x="4018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6"/>
            <p:cNvSpPr/>
            <p:nvPr/>
          </p:nvSpPr>
          <p:spPr>
            <a:xfrm>
              <a:off x="4238617" y="5209950"/>
              <a:ext cx="621847" cy="322766"/>
            </a:xfrm>
            <a:custGeom>
              <a:rect b="b" l="l" r="r" t="t"/>
              <a:pathLst>
                <a:path extrusionOk="0" h="3366" w="6485">
                  <a:moveTo>
                    <a:pt x="5581" y="1"/>
                  </a:moveTo>
                  <a:cubicBezTo>
                    <a:pt x="5507" y="1"/>
                    <a:pt x="5451" y="56"/>
                    <a:pt x="5451" y="130"/>
                  </a:cubicBezTo>
                  <a:cubicBezTo>
                    <a:pt x="5451" y="197"/>
                    <a:pt x="5507" y="259"/>
                    <a:pt x="5581" y="259"/>
                  </a:cubicBezTo>
                  <a:lnTo>
                    <a:pt x="6048" y="259"/>
                  </a:lnTo>
                  <a:lnTo>
                    <a:pt x="4799" y="1502"/>
                  </a:lnTo>
                  <a:lnTo>
                    <a:pt x="4116" y="813"/>
                  </a:lnTo>
                  <a:cubicBezTo>
                    <a:pt x="4092" y="788"/>
                    <a:pt x="4058" y="776"/>
                    <a:pt x="4024" y="776"/>
                  </a:cubicBezTo>
                  <a:cubicBezTo>
                    <a:pt x="3990" y="776"/>
                    <a:pt x="3956" y="788"/>
                    <a:pt x="3932" y="813"/>
                  </a:cubicBezTo>
                  <a:lnTo>
                    <a:pt x="2468" y="2277"/>
                  </a:lnTo>
                  <a:lnTo>
                    <a:pt x="1785" y="1594"/>
                  </a:lnTo>
                  <a:cubicBezTo>
                    <a:pt x="1760" y="1569"/>
                    <a:pt x="1726" y="1557"/>
                    <a:pt x="1692" y="1557"/>
                  </a:cubicBezTo>
                  <a:cubicBezTo>
                    <a:pt x="1659" y="1557"/>
                    <a:pt x="1625" y="1569"/>
                    <a:pt x="1600" y="1594"/>
                  </a:cubicBezTo>
                  <a:lnTo>
                    <a:pt x="50" y="3144"/>
                  </a:lnTo>
                  <a:cubicBezTo>
                    <a:pt x="1" y="3200"/>
                    <a:pt x="1" y="3280"/>
                    <a:pt x="50" y="3329"/>
                  </a:cubicBezTo>
                  <a:cubicBezTo>
                    <a:pt x="74" y="3353"/>
                    <a:pt x="105" y="3366"/>
                    <a:pt x="136" y="3366"/>
                  </a:cubicBezTo>
                  <a:cubicBezTo>
                    <a:pt x="173" y="3366"/>
                    <a:pt x="204" y="3353"/>
                    <a:pt x="228" y="3329"/>
                  </a:cubicBezTo>
                  <a:lnTo>
                    <a:pt x="1692" y="1865"/>
                  </a:lnTo>
                  <a:lnTo>
                    <a:pt x="2381" y="2554"/>
                  </a:lnTo>
                  <a:cubicBezTo>
                    <a:pt x="2400" y="2572"/>
                    <a:pt x="2437" y="2591"/>
                    <a:pt x="2468" y="2591"/>
                  </a:cubicBezTo>
                  <a:cubicBezTo>
                    <a:pt x="2505" y="2591"/>
                    <a:pt x="2535" y="2572"/>
                    <a:pt x="2560" y="2554"/>
                  </a:cubicBezTo>
                  <a:lnTo>
                    <a:pt x="4024" y="1090"/>
                  </a:lnTo>
                  <a:lnTo>
                    <a:pt x="4713" y="1772"/>
                  </a:lnTo>
                  <a:cubicBezTo>
                    <a:pt x="4735" y="1797"/>
                    <a:pt x="4767" y="1809"/>
                    <a:pt x="4800" y="1809"/>
                  </a:cubicBezTo>
                  <a:cubicBezTo>
                    <a:pt x="4833" y="1809"/>
                    <a:pt x="4867" y="1797"/>
                    <a:pt x="4892" y="1772"/>
                  </a:cubicBezTo>
                  <a:lnTo>
                    <a:pt x="6226" y="437"/>
                  </a:lnTo>
                  <a:lnTo>
                    <a:pt x="6226" y="905"/>
                  </a:lnTo>
                  <a:cubicBezTo>
                    <a:pt x="6226" y="979"/>
                    <a:pt x="6282" y="1034"/>
                    <a:pt x="6356" y="1034"/>
                  </a:cubicBezTo>
                  <a:cubicBezTo>
                    <a:pt x="6423" y="1034"/>
                    <a:pt x="6485" y="979"/>
                    <a:pt x="6485" y="905"/>
                  </a:cubicBezTo>
                  <a:lnTo>
                    <a:pt x="6485" y="130"/>
                  </a:lnTo>
                  <a:cubicBezTo>
                    <a:pt x="6485" y="124"/>
                    <a:pt x="6485" y="111"/>
                    <a:pt x="6479" y="105"/>
                  </a:cubicBezTo>
                  <a:cubicBezTo>
                    <a:pt x="6479" y="99"/>
                    <a:pt x="6479" y="99"/>
                    <a:pt x="6479" y="93"/>
                  </a:cubicBezTo>
                  <a:cubicBezTo>
                    <a:pt x="6479" y="87"/>
                    <a:pt x="6473" y="87"/>
                    <a:pt x="6473" y="81"/>
                  </a:cubicBezTo>
                  <a:cubicBezTo>
                    <a:pt x="6473" y="74"/>
                    <a:pt x="6466" y="74"/>
                    <a:pt x="6466" y="68"/>
                  </a:cubicBezTo>
                  <a:cubicBezTo>
                    <a:pt x="6466" y="62"/>
                    <a:pt x="6466" y="62"/>
                    <a:pt x="6460" y="56"/>
                  </a:cubicBezTo>
                  <a:cubicBezTo>
                    <a:pt x="6454" y="50"/>
                    <a:pt x="6454" y="44"/>
                    <a:pt x="6448" y="38"/>
                  </a:cubicBezTo>
                  <a:cubicBezTo>
                    <a:pt x="6442" y="31"/>
                    <a:pt x="6436" y="25"/>
                    <a:pt x="6423" y="25"/>
                  </a:cubicBezTo>
                  <a:cubicBezTo>
                    <a:pt x="6423" y="19"/>
                    <a:pt x="6417" y="19"/>
                    <a:pt x="6417" y="19"/>
                  </a:cubicBezTo>
                  <a:cubicBezTo>
                    <a:pt x="6411" y="13"/>
                    <a:pt x="6411" y="13"/>
                    <a:pt x="6405" y="13"/>
                  </a:cubicBezTo>
                  <a:cubicBezTo>
                    <a:pt x="6399" y="7"/>
                    <a:pt x="6393" y="7"/>
                    <a:pt x="6393" y="7"/>
                  </a:cubicBezTo>
                  <a:cubicBezTo>
                    <a:pt x="6386" y="7"/>
                    <a:pt x="6386" y="7"/>
                    <a:pt x="6380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6"/>
            <p:cNvSpPr/>
            <p:nvPr/>
          </p:nvSpPr>
          <p:spPr>
            <a:xfrm>
              <a:off x="4698797" y="5434718"/>
              <a:ext cx="184684" cy="327464"/>
            </a:xfrm>
            <a:custGeom>
              <a:rect b="b" l="l" r="r" t="t"/>
              <a:pathLst>
                <a:path extrusionOk="0" h="3415" w="1926">
                  <a:moveTo>
                    <a:pt x="868" y="720"/>
                  </a:moveTo>
                  <a:lnTo>
                    <a:pt x="868" y="1508"/>
                  </a:lnTo>
                  <a:cubicBezTo>
                    <a:pt x="609" y="1440"/>
                    <a:pt x="406" y="1342"/>
                    <a:pt x="406" y="1120"/>
                  </a:cubicBezTo>
                  <a:cubicBezTo>
                    <a:pt x="406" y="929"/>
                    <a:pt x="548" y="763"/>
                    <a:pt x="868" y="720"/>
                  </a:cubicBezTo>
                  <a:close/>
                  <a:moveTo>
                    <a:pt x="1095" y="1914"/>
                  </a:moveTo>
                  <a:cubicBezTo>
                    <a:pt x="1360" y="1981"/>
                    <a:pt x="1575" y="2074"/>
                    <a:pt x="1575" y="2308"/>
                  </a:cubicBezTo>
                  <a:cubicBezTo>
                    <a:pt x="1575" y="2504"/>
                    <a:pt x="1427" y="2658"/>
                    <a:pt x="1095" y="2695"/>
                  </a:cubicBezTo>
                  <a:lnTo>
                    <a:pt x="1095" y="1914"/>
                  </a:lnTo>
                  <a:close/>
                  <a:moveTo>
                    <a:pt x="868" y="1"/>
                  </a:moveTo>
                  <a:lnTo>
                    <a:pt x="868" y="413"/>
                  </a:lnTo>
                  <a:cubicBezTo>
                    <a:pt x="314" y="462"/>
                    <a:pt x="56" y="776"/>
                    <a:pt x="56" y="1132"/>
                  </a:cubicBezTo>
                  <a:cubicBezTo>
                    <a:pt x="56" y="1631"/>
                    <a:pt x="474" y="1754"/>
                    <a:pt x="868" y="1852"/>
                  </a:cubicBezTo>
                  <a:lnTo>
                    <a:pt x="868" y="2695"/>
                  </a:lnTo>
                  <a:cubicBezTo>
                    <a:pt x="579" y="2677"/>
                    <a:pt x="296" y="2560"/>
                    <a:pt x="129" y="2406"/>
                  </a:cubicBezTo>
                  <a:lnTo>
                    <a:pt x="0" y="2689"/>
                  </a:lnTo>
                  <a:cubicBezTo>
                    <a:pt x="185" y="2861"/>
                    <a:pt x="517" y="2990"/>
                    <a:pt x="868" y="3003"/>
                  </a:cubicBezTo>
                  <a:lnTo>
                    <a:pt x="868" y="3415"/>
                  </a:lnTo>
                  <a:lnTo>
                    <a:pt x="1095" y="3415"/>
                  </a:lnTo>
                  <a:lnTo>
                    <a:pt x="1095" y="3003"/>
                  </a:lnTo>
                  <a:cubicBezTo>
                    <a:pt x="1661" y="2960"/>
                    <a:pt x="1926" y="2646"/>
                    <a:pt x="1926" y="2289"/>
                  </a:cubicBezTo>
                  <a:cubicBezTo>
                    <a:pt x="1926" y="1791"/>
                    <a:pt x="1495" y="1668"/>
                    <a:pt x="1095" y="1569"/>
                  </a:cubicBezTo>
                  <a:lnTo>
                    <a:pt x="1095" y="720"/>
                  </a:lnTo>
                  <a:cubicBezTo>
                    <a:pt x="1298" y="733"/>
                    <a:pt x="1514" y="800"/>
                    <a:pt x="1704" y="923"/>
                  </a:cubicBezTo>
                  <a:lnTo>
                    <a:pt x="1821" y="634"/>
                  </a:lnTo>
                  <a:cubicBezTo>
                    <a:pt x="1631" y="499"/>
                    <a:pt x="1366" y="419"/>
                    <a:pt x="1095" y="413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56"/>
          <p:cNvSpPr/>
          <p:nvPr/>
        </p:nvSpPr>
        <p:spPr>
          <a:xfrm>
            <a:off x="4954287" y="1692471"/>
            <a:ext cx="503068" cy="470526"/>
          </a:xfrm>
          <a:custGeom>
            <a:rect b="b" l="l" r="r" t="t"/>
            <a:pathLst>
              <a:path extrusionOk="0" h="24204" w="25878">
                <a:moveTo>
                  <a:pt x="12840" y="871"/>
                </a:moveTo>
                <a:cubicBezTo>
                  <a:pt x="13206" y="871"/>
                  <a:pt x="13503" y="1168"/>
                  <a:pt x="13503" y="1535"/>
                </a:cubicBezTo>
                <a:lnTo>
                  <a:pt x="13503" y="2623"/>
                </a:lnTo>
                <a:lnTo>
                  <a:pt x="6712" y="2623"/>
                </a:lnTo>
                <a:lnTo>
                  <a:pt x="6712" y="1535"/>
                </a:lnTo>
                <a:cubicBezTo>
                  <a:pt x="6712" y="1168"/>
                  <a:pt x="7009" y="871"/>
                  <a:pt x="7376" y="871"/>
                </a:cubicBezTo>
                <a:close/>
                <a:moveTo>
                  <a:pt x="18651" y="3485"/>
                </a:moveTo>
                <a:cubicBezTo>
                  <a:pt x="19037" y="3485"/>
                  <a:pt x="19344" y="3792"/>
                  <a:pt x="19344" y="4178"/>
                </a:cubicBezTo>
                <a:lnTo>
                  <a:pt x="19344" y="8612"/>
                </a:lnTo>
                <a:lnTo>
                  <a:pt x="12038" y="8612"/>
                </a:lnTo>
                <a:lnTo>
                  <a:pt x="12038" y="7979"/>
                </a:lnTo>
                <a:cubicBezTo>
                  <a:pt x="12038" y="7494"/>
                  <a:pt x="11642" y="7098"/>
                  <a:pt x="11157" y="7098"/>
                </a:cubicBezTo>
                <a:lnTo>
                  <a:pt x="9049" y="7098"/>
                </a:lnTo>
                <a:cubicBezTo>
                  <a:pt x="8564" y="7098"/>
                  <a:pt x="8177" y="7494"/>
                  <a:pt x="8177" y="7979"/>
                </a:cubicBezTo>
                <a:lnTo>
                  <a:pt x="8177" y="8612"/>
                </a:lnTo>
                <a:lnTo>
                  <a:pt x="862" y="8612"/>
                </a:lnTo>
                <a:lnTo>
                  <a:pt x="862" y="4178"/>
                </a:lnTo>
                <a:cubicBezTo>
                  <a:pt x="862" y="3792"/>
                  <a:pt x="1179" y="3485"/>
                  <a:pt x="1555" y="3485"/>
                </a:cubicBezTo>
                <a:close/>
                <a:moveTo>
                  <a:pt x="11157" y="7969"/>
                </a:moveTo>
                <a:cubicBezTo>
                  <a:pt x="11157" y="7969"/>
                  <a:pt x="11167" y="7969"/>
                  <a:pt x="11167" y="7979"/>
                </a:cubicBezTo>
                <a:lnTo>
                  <a:pt x="11167" y="11216"/>
                </a:lnTo>
                <a:cubicBezTo>
                  <a:pt x="11167" y="11216"/>
                  <a:pt x="11167" y="11226"/>
                  <a:pt x="11157" y="11226"/>
                </a:cubicBezTo>
                <a:lnTo>
                  <a:pt x="9049" y="11226"/>
                </a:lnTo>
                <a:cubicBezTo>
                  <a:pt x="9049" y="11226"/>
                  <a:pt x="9039" y="11216"/>
                  <a:pt x="9039" y="11216"/>
                </a:cubicBezTo>
                <a:lnTo>
                  <a:pt x="9039" y="7979"/>
                </a:lnTo>
                <a:cubicBezTo>
                  <a:pt x="9039" y="7979"/>
                  <a:pt x="9049" y="7969"/>
                  <a:pt x="9049" y="7969"/>
                </a:cubicBezTo>
                <a:close/>
                <a:moveTo>
                  <a:pt x="19344" y="9483"/>
                </a:moveTo>
                <a:lnTo>
                  <a:pt x="19344" y="12314"/>
                </a:lnTo>
                <a:lnTo>
                  <a:pt x="18483" y="11899"/>
                </a:lnTo>
                <a:cubicBezTo>
                  <a:pt x="18304" y="11815"/>
                  <a:pt x="18116" y="11773"/>
                  <a:pt x="17928" y="11773"/>
                </a:cubicBezTo>
                <a:cubicBezTo>
                  <a:pt x="17740" y="11773"/>
                  <a:pt x="17552" y="11815"/>
                  <a:pt x="17374" y="11899"/>
                </a:cubicBezTo>
                <a:lnTo>
                  <a:pt x="10434" y="15314"/>
                </a:lnTo>
                <a:cubicBezTo>
                  <a:pt x="10207" y="15423"/>
                  <a:pt x="10068" y="15650"/>
                  <a:pt x="10068" y="15898"/>
                </a:cubicBezTo>
                <a:cubicBezTo>
                  <a:pt x="10068" y="16155"/>
                  <a:pt x="10207" y="16383"/>
                  <a:pt x="10434" y="16492"/>
                </a:cubicBezTo>
                <a:lnTo>
                  <a:pt x="10949" y="16749"/>
                </a:lnTo>
                <a:lnTo>
                  <a:pt x="1565" y="16749"/>
                </a:lnTo>
                <a:cubicBezTo>
                  <a:pt x="1179" y="16749"/>
                  <a:pt x="872" y="16432"/>
                  <a:pt x="872" y="16046"/>
                </a:cubicBezTo>
                <a:lnTo>
                  <a:pt x="862" y="16046"/>
                </a:lnTo>
                <a:lnTo>
                  <a:pt x="862" y="9483"/>
                </a:lnTo>
                <a:lnTo>
                  <a:pt x="8177" y="9483"/>
                </a:lnTo>
                <a:lnTo>
                  <a:pt x="8177" y="11216"/>
                </a:lnTo>
                <a:cubicBezTo>
                  <a:pt x="8177" y="11701"/>
                  <a:pt x="8564" y="12087"/>
                  <a:pt x="9049" y="12087"/>
                </a:cubicBezTo>
                <a:lnTo>
                  <a:pt x="11157" y="12087"/>
                </a:lnTo>
                <a:cubicBezTo>
                  <a:pt x="11642" y="12087"/>
                  <a:pt x="12038" y="11701"/>
                  <a:pt x="12038" y="11216"/>
                </a:cubicBezTo>
                <a:lnTo>
                  <a:pt x="12038" y="9483"/>
                </a:lnTo>
                <a:close/>
                <a:moveTo>
                  <a:pt x="17928" y="12636"/>
                </a:moveTo>
                <a:cubicBezTo>
                  <a:pt x="17985" y="12636"/>
                  <a:pt x="18042" y="12651"/>
                  <a:pt x="18096" y="12681"/>
                </a:cubicBezTo>
                <a:lnTo>
                  <a:pt x="24739" y="15908"/>
                </a:lnTo>
                <a:lnTo>
                  <a:pt x="18096" y="19125"/>
                </a:lnTo>
                <a:cubicBezTo>
                  <a:pt x="18044" y="19153"/>
                  <a:pt x="17990" y="19166"/>
                  <a:pt x="17936" y="19166"/>
                </a:cubicBezTo>
                <a:cubicBezTo>
                  <a:pt x="17876" y="19166"/>
                  <a:pt x="17817" y="19151"/>
                  <a:pt x="17760" y="19125"/>
                </a:cubicBezTo>
                <a:lnTo>
                  <a:pt x="13256" y="16908"/>
                </a:lnTo>
                <a:lnTo>
                  <a:pt x="18077" y="16264"/>
                </a:lnTo>
                <a:cubicBezTo>
                  <a:pt x="18314" y="16234"/>
                  <a:pt x="18483" y="16017"/>
                  <a:pt x="18453" y="15779"/>
                </a:cubicBezTo>
                <a:cubicBezTo>
                  <a:pt x="18426" y="15561"/>
                  <a:pt x="18239" y="15409"/>
                  <a:pt x="18025" y="15409"/>
                </a:cubicBezTo>
                <a:cubicBezTo>
                  <a:pt x="18006" y="15409"/>
                  <a:pt x="17987" y="15410"/>
                  <a:pt x="17968" y="15413"/>
                </a:cubicBezTo>
                <a:lnTo>
                  <a:pt x="11860" y="16225"/>
                </a:lnTo>
                <a:lnTo>
                  <a:pt x="11197" y="15898"/>
                </a:lnTo>
                <a:lnTo>
                  <a:pt x="17760" y="12681"/>
                </a:lnTo>
                <a:cubicBezTo>
                  <a:pt x="17814" y="12651"/>
                  <a:pt x="17871" y="12636"/>
                  <a:pt x="17928" y="12636"/>
                </a:cubicBezTo>
                <a:close/>
                <a:moveTo>
                  <a:pt x="22640" y="17878"/>
                </a:moveTo>
                <a:lnTo>
                  <a:pt x="22640" y="21045"/>
                </a:lnTo>
                <a:cubicBezTo>
                  <a:pt x="22640" y="21164"/>
                  <a:pt x="22591" y="21283"/>
                  <a:pt x="22502" y="21352"/>
                </a:cubicBezTo>
                <a:cubicBezTo>
                  <a:pt x="20931" y="22675"/>
                  <a:pt x="19403" y="23336"/>
                  <a:pt x="17894" y="23336"/>
                </a:cubicBezTo>
                <a:cubicBezTo>
                  <a:pt x="16389" y="23336"/>
                  <a:pt x="14903" y="22677"/>
                  <a:pt x="13414" y="21362"/>
                </a:cubicBezTo>
                <a:cubicBezTo>
                  <a:pt x="13325" y="21283"/>
                  <a:pt x="13276" y="21174"/>
                  <a:pt x="13276" y="21055"/>
                </a:cubicBezTo>
                <a:lnTo>
                  <a:pt x="13276" y="17888"/>
                </a:lnTo>
                <a:lnTo>
                  <a:pt x="17374" y="19907"/>
                </a:lnTo>
                <a:cubicBezTo>
                  <a:pt x="17552" y="19986"/>
                  <a:pt x="17740" y="20036"/>
                  <a:pt x="17928" y="20036"/>
                </a:cubicBezTo>
                <a:cubicBezTo>
                  <a:pt x="18116" y="20036"/>
                  <a:pt x="18304" y="19986"/>
                  <a:pt x="18483" y="19907"/>
                </a:cubicBezTo>
                <a:lnTo>
                  <a:pt x="22640" y="17878"/>
                </a:lnTo>
                <a:close/>
                <a:moveTo>
                  <a:pt x="7376" y="0"/>
                </a:moveTo>
                <a:cubicBezTo>
                  <a:pt x="6534" y="0"/>
                  <a:pt x="5851" y="683"/>
                  <a:pt x="5851" y="1535"/>
                </a:cubicBezTo>
                <a:lnTo>
                  <a:pt x="5851" y="2623"/>
                </a:lnTo>
                <a:lnTo>
                  <a:pt x="1565" y="2623"/>
                </a:lnTo>
                <a:cubicBezTo>
                  <a:pt x="704" y="2623"/>
                  <a:pt x="1" y="3316"/>
                  <a:pt x="1" y="4178"/>
                </a:cubicBezTo>
                <a:lnTo>
                  <a:pt x="1" y="16046"/>
                </a:lnTo>
                <a:cubicBezTo>
                  <a:pt x="1" y="16908"/>
                  <a:pt x="704" y="17610"/>
                  <a:pt x="1565" y="17610"/>
                </a:cubicBezTo>
                <a:lnTo>
                  <a:pt x="10959" y="17610"/>
                </a:lnTo>
                <a:lnTo>
                  <a:pt x="10959" y="19798"/>
                </a:lnTo>
                <a:cubicBezTo>
                  <a:pt x="10781" y="19937"/>
                  <a:pt x="10662" y="20145"/>
                  <a:pt x="10662" y="20382"/>
                </a:cubicBezTo>
                <a:cubicBezTo>
                  <a:pt x="10662" y="20620"/>
                  <a:pt x="10791" y="20857"/>
                  <a:pt x="10979" y="20986"/>
                </a:cubicBezTo>
                <a:lnTo>
                  <a:pt x="10286" y="22995"/>
                </a:lnTo>
                <a:lnTo>
                  <a:pt x="12335" y="22995"/>
                </a:lnTo>
                <a:lnTo>
                  <a:pt x="11731" y="21026"/>
                </a:lnTo>
                <a:cubicBezTo>
                  <a:pt x="11959" y="20907"/>
                  <a:pt x="12117" y="20659"/>
                  <a:pt x="12117" y="20382"/>
                </a:cubicBezTo>
                <a:cubicBezTo>
                  <a:pt x="12117" y="20145"/>
                  <a:pt x="11999" y="19937"/>
                  <a:pt x="11820" y="19798"/>
                </a:cubicBezTo>
                <a:lnTo>
                  <a:pt x="11820" y="17165"/>
                </a:lnTo>
                <a:lnTo>
                  <a:pt x="12414" y="17452"/>
                </a:lnTo>
                <a:lnTo>
                  <a:pt x="12414" y="21055"/>
                </a:lnTo>
                <a:cubicBezTo>
                  <a:pt x="12414" y="21422"/>
                  <a:pt x="12573" y="21768"/>
                  <a:pt x="12840" y="22006"/>
                </a:cubicBezTo>
                <a:cubicBezTo>
                  <a:pt x="14503" y="23471"/>
                  <a:pt x="16186" y="24203"/>
                  <a:pt x="17898" y="24203"/>
                </a:cubicBezTo>
                <a:cubicBezTo>
                  <a:pt x="19601" y="24203"/>
                  <a:pt x="21333" y="23471"/>
                  <a:pt x="23056" y="22015"/>
                </a:cubicBezTo>
                <a:cubicBezTo>
                  <a:pt x="23343" y="21778"/>
                  <a:pt x="23511" y="21422"/>
                  <a:pt x="23511" y="21045"/>
                </a:cubicBezTo>
                <a:lnTo>
                  <a:pt x="23511" y="17462"/>
                </a:lnTo>
                <a:lnTo>
                  <a:pt x="25511" y="16492"/>
                </a:lnTo>
                <a:cubicBezTo>
                  <a:pt x="25739" y="16373"/>
                  <a:pt x="25877" y="16155"/>
                  <a:pt x="25877" y="15898"/>
                </a:cubicBezTo>
                <a:cubicBezTo>
                  <a:pt x="25877" y="15641"/>
                  <a:pt x="25739" y="15413"/>
                  <a:pt x="25511" y="15304"/>
                </a:cubicBezTo>
                <a:lnTo>
                  <a:pt x="25511" y="15314"/>
                </a:lnTo>
                <a:lnTo>
                  <a:pt x="20215" y="12740"/>
                </a:lnTo>
                <a:lnTo>
                  <a:pt x="20215" y="4178"/>
                </a:lnTo>
                <a:cubicBezTo>
                  <a:pt x="20215" y="3316"/>
                  <a:pt x="19512" y="2623"/>
                  <a:pt x="18651" y="2623"/>
                </a:cubicBezTo>
                <a:lnTo>
                  <a:pt x="14364" y="2623"/>
                </a:lnTo>
                <a:lnTo>
                  <a:pt x="14364" y="1535"/>
                </a:lnTo>
                <a:cubicBezTo>
                  <a:pt x="14364" y="683"/>
                  <a:pt x="13681" y="0"/>
                  <a:pt x="12840" y="0"/>
                </a:cubicBezTo>
                <a:close/>
              </a:path>
            </a:pathLst>
          </a:custGeom>
          <a:solidFill>
            <a:srgbClr val="E666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6"/>
          <p:cNvSpPr/>
          <p:nvPr/>
        </p:nvSpPr>
        <p:spPr>
          <a:xfrm>
            <a:off x="96350" y="4070025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56"/>
          <p:cNvSpPr txBox="1"/>
          <p:nvPr/>
        </p:nvSpPr>
        <p:spPr>
          <a:xfrm>
            <a:off x="1066550" y="3948775"/>
            <a:ext cx="31866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Contribui para a inserção de jovens em vulnerabilidade social no mercado de trabalho e </a:t>
            </a: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fortalece a imagem da empresa como agente de transformação social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i="0" sz="10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9" name="Google Shape;729;p56"/>
          <p:cNvSpPr/>
          <p:nvPr/>
        </p:nvSpPr>
        <p:spPr>
          <a:xfrm>
            <a:off x="318417" y="4217143"/>
            <a:ext cx="478489" cy="472750"/>
          </a:xfrm>
          <a:custGeom>
            <a:rect b="b" l="l" r="r" t="t"/>
            <a:pathLst>
              <a:path extrusionOk="0" h="6590" w="6670">
                <a:moveTo>
                  <a:pt x="3224" y="259"/>
                </a:moveTo>
                <a:lnTo>
                  <a:pt x="3224" y="1705"/>
                </a:lnTo>
                <a:cubicBezTo>
                  <a:pt x="3114" y="1717"/>
                  <a:pt x="3009" y="1736"/>
                  <a:pt x="2904" y="1766"/>
                </a:cubicBezTo>
                <a:lnTo>
                  <a:pt x="2381" y="419"/>
                </a:lnTo>
                <a:cubicBezTo>
                  <a:pt x="2652" y="327"/>
                  <a:pt x="2941" y="272"/>
                  <a:pt x="3224" y="259"/>
                </a:cubicBezTo>
                <a:close/>
                <a:moveTo>
                  <a:pt x="3483" y="259"/>
                </a:moveTo>
                <a:cubicBezTo>
                  <a:pt x="3772" y="272"/>
                  <a:pt x="4055" y="327"/>
                  <a:pt x="4332" y="419"/>
                </a:cubicBezTo>
                <a:lnTo>
                  <a:pt x="3809" y="1766"/>
                </a:lnTo>
                <a:cubicBezTo>
                  <a:pt x="3704" y="1736"/>
                  <a:pt x="3593" y="1717"/>
                  <a:pt x="3483" y="1705"/>
                </a:cubicBezTo>
                <a:lnTo>
                  <a:pt x="3483" y="259"/>
                </a:lnTo>
                <a:close/>
                <a:moveTo>
                  <a:pt x="2142" y="511"/>
                </a:moveTo>
                <a:lnTo>
                  <a:pt x="2664" y="1859"/>
                </a:lnTo>
                <a:cubicBezTo>
                  <a:pt x="2560" y="1908"/>
                  <a:pt x="2468" y="1969"/>
                  <a:pt x="2381" y="2037"/>
                </a:cubicBezTo>
                <a:lnTo>
                  <a:pt x="1403" y="967"/>
                </a:lnTo>
                <a:cubicBezTo>
                  <a:pt x="1625" y="782"/>
                  <a:pt x="1871" y="628"/>
                  <a:pt x="2142" y="511"/>
                </a:cubicBezTo>
                <a:close/>
                <a:moveTo>
                  <a:pt x="4572" y="511"/>
                </a:moveTo>
                <a:cubicBezTo>
                  <a:pt x="4836" y="628"/>
                  <a:pt x="5082" y="782"/>
                  <a:pt x="5304" y="967"/>
                </a:cubicBezTo>
                <a:lnTo>
                  <a:pt x="4332" y="2037"/>
                </a:lnTo>
                <a:cubicBezTo>
                  <a:pt x="4239" y="1969"/>
                  <a:pt x="4147" y="1908"/>
                  <a:pt x="4049" y="1859"/>
                </a:cubicBezTo>
                <a:lnTo>
                  <a:pt x="4572" y="511"/>
                </a:lnTo>
                <a:close/>
                <a:moveTo>
                  <a:pt x="1219" y="1139"/>
                </a:moveTo>
                <a:lnTo>
                  <a:pt x="2191" y="2209"/>
                </a:lnTo>
                <a:cubicBezTo>
                  <a:pt x="2117" y="2289"/>
                  <a:pt x="2049" y="2375"/>
                  <a:pt x="1994" y="2474"/>
                </a:cubicBezTo>
                <a:lnTo>
                  <a:pt x="696" y="1828"/>
                </a:lnTo>
                <a:cubicBezTo>
                  <a:pt x="837" y="1570"/>
                  <a:pt x="1010" y="1342"/>
                  <a:pt x="1219" y="1139"/>
                </a:cubicBezTo>
                <a:close/>
                <a:moveTo>
                  <a:pt x="5494" y="1139"/>
                </a:moveTo>
                <a:cubicBezTo>
                  <a:pt x="5697" y="1342"/>
                  <a:pt x="5870" y="1570"/>
                  <a:pt x="6011" y="1828"/>
                </a:cubicBezTo>
                <a:lnTo>
                  <a:pt x="4719" y="2474"/>
                </a:lnTo>
                <a:cubicBezTo>
                  <a:pt x="4664" y="2375"/>
                  <a:pt x="4596" y="2289"/>
                  <a:pt x="4516" y="2209"/>
                </a:cubicBezTo>
                <a:lnTo>
                  <a:pt x="5494" y="1139"/>
                </a:lnTo>
                <a:close/>
                <a:moveTo>
                  <a:pt x="585" y="2056"/>
                </a:moveTo>
                <a:lnTo>
                  <a:pt x="1877" y="2702"/>
                </a:lnTo>
                <a:cubicBezTo>
                  <a:pt x="1834" y="2806"/>
                  <a:pt x="1803" y="2911"/>
                  <a:pt x="1785" y="3021"/>
                </a:cubicBezTo>
                <a:lnTo>
                  <a:pt x="345" y="2886"/>
                </a:lnTo>
                <a:cubicBezTo>
                  <a:pt x="376" y="2652"/>
                  <a:pt x="437" y="2425"/>
                  <a:pt x="524" y="2197"/>
                </a:cubicBezTo>
                <a:cubicBezTo>
                  <a:pt x="542" y="2148"/>
                  <a:pt x="560" y="2105"/>
                  <a:pt x="585" y="2056"/>
                </a:cubicBezTo>
                <a:close/>
                <a:moveTo>
                  <a:pt x="6128" y="2056"/>
                </a:moveTo>
                <a:cubicBezTo>
                  <a:pt x="6245" y="2320"/>
                  <a:pt x="6325" y="2603"/>
                  <a:pt x="6362" y="2886"/>
                </a:cubicBezTo>
                <a:lnTo>
                  <a:pt x="4922" y="3021"/>
                </a:lnTo>
                <a:cubicBezTo>
                  <a:pt x="4904" y="2911"/>
                  <a:pt x="4873" y="2806"/>
                  <a:pt x="4830" y="2702"/>
                </a:cubicBezTo>
                <a:lnTo>
                  <a:pt x="6128" y="2056"/>
                </a:lnTo>
                <a:close/>
                <a:moveTo>
                  <a:pt x="321" y="3144"/>
                </a:moveTo>
                <a:lnTo>
                  <a:pt x="1766" y="3274"/>
                </a:lnTo>
                <a:cubicBezTo>
                  <a:pt x="1766" y="3280"/>
                  <a:pt x="1766" y="3286"/>
                  <a:pt x="1766" y="3292"/>
                </a:cubicBezTo>
                <a:cubicBezTo>
                  <a:pt x="1766" y="3397"/>
                  <a:pt x="1772" y="3501"/>
                  <a:pt x="1797" y="3606"/>
                </a:cubicBezTo>
                <a:lnTo>
                  <a:pt x="407" y="4000"/>
                </a:lnTo>
                <a:cubicBezTo>
                  <a:pt x="339" y="3723"/>
                  <a:pt x="308" y="3434"/>
                  <a:pt x="321" y="3144"/>
                </a:cubicBezTo>
                <a:close/>
                <a:moveTo>
                  <a:pt x="6386" y="3144"/>
                </a:moveTo>
                <a:lnTo>
                  <a:pt x="6386" y="3144"/>
                </a:lnTo>
                <a:cubicBezTo>
                  <a:pt x="6399" y="3427"/>
                  <a:pt x="6374" y="3717"/>
                  <a:pt x="6306" y="4000"/>
                </a:cubicBezTo>
                <a:lnTo>
                  <a:pt x="4916" y="3606"/>
                </a:lnTo>
                <a:cubicBezTo>
                  <a:pt x="4935" y="3501"/>
                  <a:pt x="4947" y="3397"/>
                  <a:pt x="4947" y="3292"/>
                </a:cubicBezTo>
                <a:cubicBezTo>
                  <a:pt x="4947" y="3286"/>
                  <a:pt x="4947" y="3280"/>
                  <a:pt x="4947" y="3274"/>
                </a:cubicBezTo>
                <a:lnTo>
                  <a:pt x="6386" y="3144"/>
                </a:lnTo>
                <a:close/>
                <a:moveTo>
                  <a:pt x="3353" y="1957"/>
                </a:moveTo>
                <a:cubicBezTo>
                  <a:pt x="3520" y="1957"/>
                  <a:pt x="3686" y="1988"/>
                  <a:pt x="3839" y="2049"/>
                </a:cubicBezTo>
                <a:cubicBezTo>
                  <a:pt x="3993" y="2111"/>
                  <a:pt x="4135" y="2197"/>
                  <a:pt x="4252" y="2308"/>
                </a:cubicBezTo>
                <a:cubicBezTo>
                  <a:pt x="4375" y="2419"/>
                  <a:pt x="4479" y="2548"/>
                  <a:pt x="4553" y="2695"/>
                </a:cubicBezTo>
                <a:cubicBezTo>
                  <a:pt x="4553" y="2702"/>
                  <a:pt x="4553" y="2702"/>
                  <a:pt x="4553" y="2702"/>
                </a:cubicBezTo>
                <a:cubicBezTo>
                  <a:pt x="4627" y="2843"/>
                  <a:pt x="4670" y="3003"/>
                  <a:pt x="4682" y="3169"/>
                </a:cubicBezTo>
                <a:cubicBezTo>
                  <a:pt x="4688" y="3212"/>
                  <a:pt x="4688" y="3255"/>
                  <a:pt x="4688" y="3292"/>
                </a:cubicBezTo>
                <a:cubicBezTo>
                  <a:pt x="4688" y="3415"/>
                  <a:pt x="4676" y="3538"/>
                  <a:pt x="4639" y="3661"/>
                </a:cubicBezTo>
                <a:cubicBezTo>
                  <a:pt x="4596" y="3815"/>
                  <a:pt x="4522" y="3969"/>
                  <a:pt x="4424" y="4098"/>
                </a:cubicBezTo>
                <a:lnTo>
                  <a:pt x="4418" y="4098"/>
                </a:lnTo>
                <a:cubicBezTo>
                  <a:pt x="4319" y="4233"/>
                  <a:pt x="4196" y="4344"/>
                  <a:pt x="4055" y="4430"/>
                </a:cubicBezTo>
                <a:cubicBezTo>
                  <a:pt x="3919" y="4516"/>
                  <a:pt x="3766" y="4578"/>
                  <a:pt x="3600" y="4609"/>
                </a:cubicBezTo>
                <a:cubicBezTo>
                  <a:pt x="3520" y="4621"/>
                  <a:pt x="3437" y="4627"/>
                  <a:pt x="3353" y="4627"/>
                </a:cubicBezTo>
                <a:cubicBezTo>
                  <a:pt x="3270" y="4627"/>
                  <a:pt x="3187" y="4621"/>
                  <a:pt x="3107" y="4609"/>
                </a:cubicBezTo>
                <a:cubicBezTo>
                  <a:pt x="2947" y="4578"/>
                  <a:pt x="2794" y="4516"/>
                  <a:pt x="2652" y="4430"/>
                </a:cubicBezTo>
                <a:cubicBezTo>
                  <a:pt x="2511" y="4344"/>
                  <a:pt x="2388" y="4227"/>
                  <a:pt x="2289" y="4098"/>
                </a:cubicBezTo>
                <a:cubicBezTo>
                  <a:pt x="2191" y="3969"/>
                  <a:pt x="2117" y="3815"/>
                  <a:pt x="2068" y="3661"/>
                </a:cubicBezTo>
                <a:cubicBezTo>
                  <a:pt x="2037" y="3538"/>
                  <a:pt x="2018" y="3415"/>
                  <a:pt x="2018" y="3292"/>
                </a:cubicBezTo>
                <a:cubicBezTo>
                  <a:pt x="2018" y="3255"/>
                  <a:pt x="2025" y="3212"/>
                  <a:pt x="2025" y="3169"/>
                </a:cubicBezTo>
                <a:cubicBezTo>
                  <a:pt x="2043" y="3003"/>
                  <a:pt x="2086" y="2849"/>
                  <a:pt x="2160" y="2702"/>
                </a:cubicBezTo>
                <a:cubicBezTo>
                  <a:pt x="2160" y="2702"/>
                  <a:pt x="2160" y="2702"/>
                  <a:pt x="2160" y="2695"/>
                </a:cubicBezTo>
                <a:cubicBezTo>
                  <a:pt x="2234" y="2554"/>
                  <a:pt x="2332" y="2419"/>
                  <a:pt x="2455" y="2308"/>
                </a:cubicBezTo>
                <a:cubicBezTo>
                  <a:pt x="2578" y="2197"/>
                  <a:pt x="2720" y="2111"/>
                  <a:pt x="2874" y="2049"/>
                </a:cubicBezTo>
                <a:cubicBezTo>
                  <a:pt x="3027" y="1988"/>
                  <a:pt x="3187" y="1957"/>
                  <a:pt x="3353" y="1957"/>
                </a:cubicBezTo>
                <a:close/>
                <a:moveTo>
                  <a:pt x="1865" y="3852"/>
                </a:moveTo>
                <a:cubicBezTo>
                  <a:pt x="1902" y="3957"/>
                  <a:pt x="1951" y="4055"/>
                  <a:pt x="2012" y="4147"/>
                </a:cubicBezTo>
                <a:lnTo>
                  <a:pt x="856" y="5021"/>
                </a:lnTo>
                <a:cubicBezTo>
                  <a:pt x="696" y="4781"/>
                  <a:pt x="567" y="4523"/>
                  <a:pt x="474" y="4246"/>
                </a:cubicBezTo>
                <a:lnTo>
                  <a:pt x="1865" y="3852"/>
                </a:lnTo>
                <a:close/>
                <a:moveTo>
                  <a:pt x="4848" y="3852"/>
                </a:moveTo>
                <a:lnTo>
                  <a:pt x="6239" y="4246"/>
                </a:lnTo>
                <a:cubicBezTo>
                  <a:pt x="6220" y="4295"/>
                  <a:pt x="6202" y="4344"/>
                  <a:pt x="6183" y="4393"/>
                </a:cubicBezTo>
                <a:cubicBezTo>
                  <a:pt x="6097" y="4615"/>
                  <a:pt x="5987" y="4824"/>
                  <a:pt x="5851" y="5021"/>
                </a:cubicBezTo>
                <a:lnTo>
                  <a:pt x="4701" y="4147"/>
                </a:lnTo>
                <a:cubicBezTo>
                  <a:pt x="4756" y="4055"/>
                  <a:pt x="4805" y="3957"/>
                  <a:pt x="4848" y="3852"/>
                </a:cubicBezTo>
                <a:close/>
                <a:moveTo>
                  <a:pt x="2166" y="4350"/>
                </a:moveTo>
                <a:cubicBezTo>
                  <a:pt x="2240" y="4436"/>
                  <a:pt x="2320" y="4510"/>
                  <a:pt x="2412" y="4572"/>
                </a:cubicBezTo>
                <a:lnTo>
                  <a:pt x="1649" y="5802"/>
                </a:lnTo>
                <a:cubicBezTo>
                  <a:pt x="1409" y="5642"/>
                  <a:pt x="1194" y="5445"/>
                  <a:pt x="1016" y="5224"/>
                </a:cubicBezTo>
                <a:lnTo>
                  <a:pt x="2166" y="4350"/>
                </a:lnTo>
                <a:close/>
                <a:moveTo>
                  <a:pt x="4541" y="4350"/>
                </a:moveTo>
                <a:lnTo>
                  <a:pt x="5697" y="5224"/>
                </a:lnTo>
                <a:cubicBezTo>
                  <a:pt x="5519" y="5445"/>
                  <a:pt x="5304" y="5642"/>
                  <a:pt x="5064" y="5808"/>
                </a:cubicBezTo>
                <a:lnTo>
                  <a:pt x="4301" y="4572"/>
                </a:lnTo>
                <a:cubicBezTo>
                  <a:pt x="4387" y="4510"/>
                  <a:pt x="4473" y="4436"/>
                  <a:pt x="4541" y="4350"/>
                </a:cubicBezTo>
                <a:close/>
                <a:moveTo>
                  <a:pt x="2628" y="4707"/>
                </a:moveTo>
                <a:cubicBezTo>
                  <a:pt x="2726" y="4762"/>
                  <a:pt x="2831" y="4799"/>
                  <a:pt x="2935" y="4830"/>
                </a:cubicBezTo>
                <a:lnTo>
                  <a:pt x="2671" y="6251"/>
                </a:lnTo>
                <a:cubicBezTo>
                  <a:pt x="2535" y="6221"/>
                  <a:pt x="2394" y="6177"/>
                  <a:pt x="2258" y="6122"/>
                </a:cubicBezTo>
                <a:cubicBezTo>
                  <a:pt x="2123" y="6073"/>
                  <a:pt x="1994" y="6011"/>
                  <a:pt x="1865" y="5938"/>
                </a:cubicBezTo>
                <a:lnTo>
                  <a:pt x="2628" y="4707"/>
                </a:lnTo>
                <a:close/>
                <a:moveTo>
                  <a:pt x="4079" y="4707"/>
                </a:moveTo>
                <a:lnTo>
                  <a:pt x="4842" y="5938"/>
                </a:lnTo>
                <a:cubicBezTo>
                  <a:pt x="4584" y="6085"/>
                  <a:pt x="4319" y="6190"/>
                  <a:pt x="4036" y="6251"/>
                </a:cubicBezTo>
                <a:lnTo>
                  <a:pt x="3772" y="4830"/>
                </a:lnTo>
                <a:cubicBezTo>
                  <a:pt x="3883" y="4799"/>
                  <a:pt x="3981" y="4762"/>
                  <a:pt x="4079" y="4707"/>
                </a:cubicBezTo>
                <a:close/>
                <a:moveTo>
                  <a:pt x="3520" y="4879"/>
                </a:moveTo>
                <a:lnTo>
                  <a:pt x="3784" y="6300"/>
                </a:lnTo>
                <a:cubicBezTo>
                  <a:pt x="3643" y="6322"/>
                  <a:pt x="3500" y="6333"/>
                  <a:pt x="3356" y="6333"/>
                </a:cubicBezTo>
                <a:cubicBezTo>
                  <a:pt x="3212" y="6333"/>
                  <a:pt x="3067" y="6322"/>
                  <a:pt x="2923" y="6300"/>
                </a:cubicBezTo>
                <a:lnTo>
                  <a:pt x="3187" y="4879"/>
                </a:lnTo>
                <a:cubicBezTo>
                  <a:pt x="3243" y="4879"/>
                  <a:pt x="3298" y="4886"/>
                  <a:pt x="3353" y="4886"/>
                </a:cubicBezTo>
                <a:cubicBezTo>
                  <a:pt x="3409" y="4886"/>
                  <a:pt x="3464" y="4879"/>
                  <a:pt x="3520" y="4879"/>
                </a:cubicBezTo>
                <a:close/>
                <a:moveTo>
                  <a:pt x="3357" y="1"/>
                </a:moveTo>
                <a:cubicBezTo>
                  <a:pt x="2954" y="1"/>
                  <a:pt x="2551" y="75"/>
                  <a:pt x="2166" y="222"/>
                </a:cubicBezTo>
                <a:cubicBezTo>
                  <a:pt x="1397" y="524"/>
                  <a:pt x="770" y="1090"/>
                  <a:pt x="407" y="1828"/>
                </a:cubicBezTo>
                <a:cubicBezTo>
                  <a:pt x="364" y="1914"/>
                  <a:pt x="321" y="2006"/>
                  <a:pt x="284" y="2105"/>
                </a:cubicBezTo>
                <a:cubicBezTo>
                  <a:pt x="19" y="2794"/>
                  <a:pt x="1" y="3520"/>
                  <a:pt x="185" y="4184"/>
                </a:cubicBezTo>
                <a:cubicBezTo>
                  <a:pt x="185" y="4184"/>
                  <a:pt x="185" y="4190"/>
                  <a:pt x="185" y="4196"/>
                </a:cubicBezTo>
                <a:cubicBezTo>
                  <a:pt x="191" y="4203"/>
                  <a:pt x="191" y="4209"/>
                  <a:pt x="191" y="4215"/>
                </a:cubicBezTo>
                <a:cubicBezTo>
                  <a:pt x="308" y="4590"/>
                  <a:pt x="487" y="4953"/>
                  <a:pt x="720" y="5267"/>
                </a:cubicBezTo>
                <a:cubicBezTo>
                  <a:pt x="720" y="5273"/>
                  <a:pt x="727" y="5273"/>
                  <a:pt x="727" y="5279"/>
                </a:cubicBezTo>
                <a:cubicBezTo>
                  <a:pt x="727" y="5279"/>
                  <a:pt x="733" y="5285"/>
                  <a:pt x="733" y="5285"/>
                </a:cubicBezTo>
                <a:cubicBezTo>
                  <a:pt x="1090" y="5753"/>
                  <a:pt x="1576" y="6134"/>
                  <a:pt x="2166" y="6362"/>
                </a:cubicBezTo>
                <a:cubicBezTo>
                  <a:pt x="2554" y="6516"/>
                  <a:pt x="2960" y="6590"/>
                  <a:pt x="3360" y="6590"/>
                </a:cubicBezTo>
                <a:cubicBezTo>
                  <a:pt x="3963" y="6590"/>
                  <a:pt x="4559" y="6424"/>
                  <a:pt x="5088" y="6091"/>
                </a:cubicBezTo>
                <a:cubicBezTo>
                  <a:pt x="5704" y="5716"/>
                  <a:pt x="6165" y="5156"/>
                  <a:pt x="6423" y="4486"/>
                </a:cubicBezTo>
                <a:cubicBezTo>
                  <a:pt x="6460" y="4387"/>
                  <a:pt x="6491" y="4295"/>
                  <a:pt x="6522" y="4196"/>
                </a:cubicBezTo>
                <a:cubicBezTo>
                  <a:pt x="6522" y="4196"/>
                  <a:pt x="6522" y="4190"/>
                  <a:pt x="6522" y="4190"/>
                </a:cubicBezTo>
                <a:cubicBezTo>
                  <a:pt x="6632" y="3803"/>
                  <a:pt x="6669" y="3397"/>
                  <a:pt x="6632" y="3003"/>
                </a:cubicBezTo>
                <a:cubicBezTo>
                  <a:pt x="6632" y="2997"/>
                  <a:pt x="6632" y="2991"/>
                  <a:pt x="6632" y="2991"/>
                </a:cubicBezTo>
                <a:cubicBezTo>
                  <a:pt x="6632" y="2985"/>
                  <a:pt x="6632" y="2985"/>
                  <a:pt x="6632" y="2978"/>
                </a:cubicBezTo>
                <a:cubicBezTo>
                  <a:pt x="6596" y="2585"/>
                  <a:pt x="6485" y="2191"/>
                  <a:pt x="6300" y="1828"/>
                </a:cubicBezTo>
                <a:cubicBezTo>
                  <a:pt x="5937" y="1090"/>
                  <a:pt x="5310" y="518"/>
                  <a:pt x="4547" y="222"/>
                </a:cubicBezTo>
                <a:cubicBezTo>
                  <a:pt x="4162" y="75"/>
                  <a:pt x="3759" y="1"/>
                  <a:pt x="3357" y="1"/>
                </a:cubicBezTo>
                <a:close/>
              </a:path>
            </a:pathLst>
          </a:custGeom>
          <a:solidFill>
            <a:srgbClr val="E666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6"/>
          <p:cNvSpPr/>
          <p:nvPr/>
        </p:nvSpPr>
        <p:spPr>
          <a:xfrm>
            <a:off x="4744500" y="4077225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56"/>
          <p:cNvSpPr txBox="1"/>
          <p:nvPr/>
        </p:nvSpPr>
        <p:spPr>
          <a:xfrm>
            <a:off x="5714700" y="4055870"/>
            <a:ext cx="3186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Ao formar os aprendizes na cultura da empresa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há redução de cursos de integração, treinamento e capacitação.</a:t>
            </a:r>
            <a:endParaRPr b="1" i="0" sz="10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32" name="Google Shape;732;p56"/>
          <p:cNvGrpSpPr/>
          <p:nvPr/>
        </p:nvGrpSpPr>
        <p:grpSpPr>
          <a:xfrm>
            <a:off x="4971372" y="4266715"/>
            <a:ext cx="468988" cy="469050"/>
            <a:chOff x="6293368" y="5133237"/>
            <a:chExt cx="625400" cy="625401"/>
          </a:xfrm>
        </p:grpSpPr>
        <p:sp>
          <p:nvSpPr>
            <p:cNvPr id="733" name="Google Shape;733;p56"/>
            <p:cNvSpPr/>
            <p:nvPr/>
          </p:nvSpPr>
          <p:spPr>
            <a:xfrm>
              <a:off x="6515739" y="5284265"/>
              <a:ext cx="180561" cy="319889"/>
            </a:xfrm>
            <a:custGeom>
              <a:rect b="b" l="l" r="r" t="t"/>
              <a:pathLst>
                <a:path extrusionOk="0" h="3336" w="1883">
                  <a:moveTo>
                    <a:pt x="849" y="708"/>
                  </a:moveTo>
                  <a:lnTo>
                    <a:pt x="849" y="1471"/>
                  </a:lnTo>
                  <a:cubicBezTo>
                    <a:pt x="597" y="1410"/>
                    <a:pt x="400" y="1317"/>
                    <a:pt x="400" y="1096"/>
                  </a:cubicBezTo>
                  <a:cubicBezTo>
                    <a:pt x="400" y="905"/>
                    <a:pt x="536" y="745"/>
                    <a:pt x="849" y="708"/>
                  </a:cubicBezTo>
                  <a:close/>
                  <a:moveTo>
                    <a:pt x="1071" y="1865"/>
                  </a:moveTo>
                  <a:cubicBezTo>
                    <a:pt x="1329" y="1939"/>
                    <a:pt x="1538" y="2025"/>
                    <a:pt x="1538" y="2252"/>
                  </a:cubicBezTo>
                  <a:cubicBezTo>
                    <a:pt x="1538" y="2443"/>
                    <a:pt x="1397" y="2597"/>
                    <a:pt x="1071" y="2628"/>
                  </a:cubicBezTo>
                  <a:lnTo>
                    <a:pt x="1071" y="1865"/>
                  </a:lnTo>
                  <a:close/>
                  <a:moveTo>
                    <a:pt x="849" y="1"/>
                  </a:moveTo>
                  <a:lnTo>
                    <a:pt x="849" y="407"/>
                  </a:lnTo>
                  <a:cubicBezTo>
                    <a:pt x="308" y="450"/>
                    <a:pt x="56" y="757"/>
                    <a:pt x="56" y="1108"/>
                  </a:cubicBezTo>
                  <a:cubicBezTo>
                    <a:pt x="56" y="1588"/>
                    <a:pt x="462" y="1717"/>
                    <a:pt x="849" y="1809"/>
                  </a:cubicBezTo>
                  <a:lnTo>
                    <a:pt x="849" y="2634"/>
                  </a:lnTo>
                  <a:cubicBezTo>
                    <a:pt x="566" y="2615"/>
                    <a:pt x="290" y="2505"/>
                    <a:pt x="130" y="2351"/>
                  </a:cubicBezTo>
                  <a:lnTo>
                    <a:pt x="0" y="2628"/>
                  </a:lnTo>
                  <a:cubicBezTo>
                    <a:pt x="179" y="2800"/>
                    <a:pt x="505" y="2917"/>
                    <a:pt x="849" y="2935"/>
                  </a:cubicBezTo>
                  <a:lnTo>
                    <a:pt x="849" y="3335"/>
                  </a:lnTo>
                  <a:lnTo>
                    <a:pt x="1071" y="3335"/>
                  </a:lnTo>
                  <a:lnTo>
                    <a:pt x="1071" y="2935"/>
                  </a:lnTo>
                  <a:cubicBezTo>
                    <a:pt x="1625" y="2886"/>
                    <a:pt x="1883" y="2585"/>
                    <a:pt x="1883" y="2234"/>
                  </a:cubicBezTo>
                  <a:cubicBezTo>
                    <a:pt x="1883" y="1748"/>
                    <a:pt x="1465" y="1631"/>
                    <a:pt x="1071" y="1533"/>
                  </a:cubicBezTo>
                  <a:lnTo>
                    <a:pt x="1071" y="702"/>
                  </a:lnTo>
                  <a:cubicBezTo>
                    <a:pt x="1268" y="714"/>
                    <a:pt x="1477" y="782"/>
                    <a:pt x="1668" y="905"/>
                  </a:cubicBezTo>
                  <a:lnTo>
                    <a:pt x="1778" y="622"/>
                  </a:lnTo>
                  <a:cubicBezTo>
                    <a:pt x="1594" y="493"/>
                    <a:pt x="1335" y="413"/>
                    <a:pt x="1071" y="401"/>
                  </a:cubicBezTo>
                  <a:lnTo>
                    <a:pt x="1071" y="1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56"/>
            <p:cNvSpPr/>
            <p:nvPr/>
          </p:nvSpPr>
          <p:spPr>
            <a:xfrm>
              <a:off x="6593603" y="5133237"/>
              <a:ext cx="24836" cy="62041"/>
            </a:xfrm>
            <a:custGeom>
              <a:rect b="b" l="l" r="r" t="t"/>
              <a:pathLst>
                <a:path extrusionOk="0" h="647" w="259">
                  <a:moveTo>
                    <a:pt x="130" y="1"/>
                  </a:moveTo>
                  <a:cubicBezTo>
                    <a:pt x="56" y="1"/>
                    <a:pt x="0" y="62"/>
                    <a:pt x="0" y="130"/>
                  </a:cubicBezTo>
                  <a:lnTo>
                    <a:pt x="0" y="518"/>
                  </a:lnTo>
                  <a:cubicBezTo>
                    <a:pt x="0" y="591"/>
                    <a:pt x="56" y="647"/>
                    <a:pt x="130" y="647"/>
                  </a:cubicBezTo>
                  <a:cubicBezTo>
                    <a:pt x="197" y="647"/>
                    <a:pt x="259" y="591"/>
                    <a:pt x="259" y="518"/>
                  </a:cubicBezTo>
                  <a:lnTo>
                    <a:pt x="259" y="130"/>
                  </a:lnTo>
                  <a:cubicBezTo>
                    <a:pt x="259" y="62"/>
                    <a:pt x="197" y="1"/>
                    <a:pt x="130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56"/>
            <p:cNvSpPr/>
            <p:nvPr/>
          </p:nvSpPr>
          <p:spPr>
            <a:xfrm>
              <a:off x="6593603" y="5696693"/>
              <a:ext cx="24836" cy="61945"/>
            </a:xfrm>
            <a:custGeom>
              <a:rect b="b" l="l" r="r" t="t"/>
              <a:pathLst>
                <a:path extrusionOk="0" h="646" w="259">
                  <a:moveTo>
                    <a:pt x="130" y="0"/>
                  </a:moveTo>
                  <a:cubicBezTo>
                    <a:pt x="56" y="0"/>
                    <a:pt x="0" y="55"/>
                    <a:pt x="0" y="129"/>
                  </a:cubicBezTo>
                  <a:lnTo>
                    <a:pt x="0" y="517"/>
                  </a:lnTo>
                  <a:cubicBezTo>
                    <a:pt x="0" y="591"/>
                    <a:pt x="56" y="646"/>
                    <a:pt x="130" y="646"/>
                  </a:cubicBezTo>
                  <a:cubicBezTo>
                    <a:pt x="197" y="646"/>
                    <a:pt x="259" y="591"/>
                    <a:pt x="259" y="517"/>
                  </a:cubicBezTo>
                  <a:lnTo>
                    <a:pt x="259" y="129"/>
                  </a:lnTo>
                  <a:cubicBezTo>
                    <a:pt x="259" y="55"/>
                    <a:pt x="197" y="0"/>
                    <a:pt x="130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56"/>
            <p:cNvSpPr/>
            <p:nvPr/>
          </p:nvSpPr>
          <p:spPr>
            <a:xfrm>
              <a:off x="6293368" y="5433568"/>
              <a:ext cx="62041" cy="24836"/>
            </a:xfrm>
            <a:custGeom>
              <a:rect b="b" l="l" r="r" t="t"/>
              <a:pathLst>
                <a:path extrusionOk="0" h="259" w="647">
                  <a:moveTo>
                    <a:pt x="129" y="0"/>
                  </a:moveTo>
                  <a:cubicBezTo>
                    <a:pt x="55" y="0"/>
                    <a:pt x="0" y="56"/>
                    <a:pt x="0" y="129"/>
                  </a:cubicBezTo>
                  <a:cubicBezTo>
                    <a:pt x="0" y="203"/>
                    <a:pt x="55" y="259"/>
                    <a:pt x="129" y="259"/>
                  </a:cubicBezTo>
                  <a:lnTo>
                    <a:pt x="517" y="259"/>
                  </a:lnTo>
                  <a:cubicBezTo>
                    <a:pt x="585" y="259"/>
                    <a:pt x="646" y="203"/>
                    <a:pt x="646" y="129"/>
                  </a:cubicBezTo>
                  <a:cubicBezTo>
                    <a:pt x="646" y="56"/>
                    <a:pt x="585" y="0"/>
                    <a:pt x="517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56"/>
            <p:cNvSpPr/>
            <p:nvPr/>
          </p:nvSpPr>
          <p:spPr>
            <a:xfrm>
              <a:off x="6856728" y="5433568"/>
              <a:ext cx="62041" cy="24836"/>
            </a:xfrm>
            <a:custGeom>
              <a:rect b="b" l="l" r="r" t="t"/>
              <a:pathLst>
                <a:path extrusionOk="0" h="259" w="647">
                  <a:moveTo>
                    <a:pt x="129" y="0"/>
                  </a:moveTo>
                  <a:cubicBezTo>
                    <a:pt x="56" y="0"/>
                    <a:pt x="0" y="56"/>
                    <a:pt x="0" y="129"/>
                  </a:cubicBezTo>
                  <a:cubicBezTo>
                    <a:pt x="0" y="203"/>
                    <a:pt x="56" y="259"/>
                    <a:pt x="129" y="259"/>
                  </a:cubicBezTo>
                  <a:lnTo>
                    <a:pt x="517" y="259"/>
                  </a:lnTo>
                  <a:cubicBezTo>
                    <a:pt x="585" y="259"/>
                    <a:pt x="646" y="203"/>
                    <a:pt x="646" y="129"/>
                  </a:cubicBezTo>
                  <a:cubicBezTo>
                    <a:pt x="646" y="56"/>
                    <a:pt x="585" y="0"/>
                    <a:pt x="517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56"/>
            <p:cNvSpPr/>
            <p:nvPr/>
          </p:nvSpPr>
          <p:spPr>
            <a:xfrm>
              <a:off x="6380054" y="5221169"/>
              <a:ext cx="53794" cy="51397"/>
            </a:xfrm>
            <a:custGeom>
              <a:rect b="b" l="l" r="r" t="t"/>
              <a:pathLst>
                <a:path extrusionOk="0" h="536" w="561">
                  <a:moveTo>
                    <a:pt x="142" y="0"/>
                  </a:moveTo>
                  <a:cubicBezTo>
                    <a:pt x="108" y="0"/>
                    <a:pt x="74" y="13"/>
                    <a:pt x="50" y="37"/>
                  </a:cubicBezTo>
                  <a:cubicBezTo>
                    <a:pt x="0" y="93"/>
                    <a:pt x="0" y="173"/>
                    <a:pt x="50" y="222"/>
                  </a:cubicBezTo>
                  <a:lnTo>
                    <a:pt x="320" y="499"/>
                  </a:lnTo>
                  <a:cubicBezTo>
                    <a:pt x="351" y="523"/>
                    <a:pt x="382" y="536"/>
                    <a:pt x="413" y="536"/>
                  </a:cubicBezTo>
                  <a:cubicBezTo>
                    <a:pt x="450" y="536"/>
                    <a:pt x="480" y="523"/>
                    <a:pt x="505" y="499"/>
                  </a:cubicBezTo>
                  <a:cubicBezTo>
                    <a:pt x="560" y="443"/>
                    <a:pt x="560" y="363"/>
                    <a:pt x="505" y="314"/>
                  </a:cubicBezTo>
                  <a:lnTo>
                    <a:pt x="234" y="37"/>
                  </a:lnTo>
                  <a:cubicBezTo>
                    <a:pt x="210" y="13"/>
                    <a:pt x="176" y="0"/>
                    <a:pt x="142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56"/>
            <p:cNvSpPr/>
            <p:nvPr/>
          </p:nvSpPr>
          <p:spPr>
            <a:xfrm>
              <a:off x="6778289" y="5619500"/>
              <a:ext cx="53698" cy="51301"/>
            </a:xfrm>
            <a:custGeom>
              <a:rect b="b" l="l" r="r" t="t"/>
              <a:pathLst>
                <a:path extrusionOk="0" h="535" w="560">
                  <a:moveTo>
                    <a:pt x="142" y="1"/>
                  </a:moveTo>
                  <a:cubicBezTo>
                    <a:pt x="108" y="1"/>
                    <a:pt x="74" y="14"/>
                    <a:pt x="49" y="42"/>
                  </a:cubicBezTo>
                  <a:cubicBezTo>
                    <a:pt x="0" y="91"/>
                    <a:pt x="0" y="171"/>
                    <a:pt x="49" y="221"/>
                  </a:cubicBezTo>
                  <a:lnTo>
                    <a:pt x="326" y="497"/>
                  </a:lnTo>
                  <a:cubicBezTo>
                    <a:pt x="351" y="522"/>
                    <a:pt x="381" y="534"/>
                    <a:pt x="418" y="534"/>
                  </a:cubicBezTo>
                  <a:cubicBezTo>
                    <a:pt x="449" y="534"/>
                    <a:pt x="480" y="522"/>
                    <a:pt x="511" y="497"/>
                  </a:cubicBezTo>
                  <a:cubicBezTo>
                    <a:pt x="560" y="448"/>
                    <a:pt x="560" y="362"/>
                    <a:pt x="511" y="313"/>
                  </a:cubicBezTo>
                  <a:lnTo>
                    <a:pt x="234" y="42"/>
                  </a:lnTo>
                  <a:cubicBezTo>
                    <a:pt x="209" y="14"/>
                    <a:pt x="175" y="1"/>
                    <a:pt x="142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56"/>
            <p:cNvSpPr/>
            <p:nvPr/>
          </p:nvSpPr>
          <p:spPr>
            <a:xfrm>
              <a:off x="6380054" y="5619500"/>
              <a:ext cx="53794" cy="51301"/>
            </a:xfrm>
            <a:custGeom>
              <a:rect b="b" l="l" r="r" t="t"/>
              <a:pathLst>
                <a:path extrusionOk="0" h="535" w="561">
                  <a:moveTo>
                    <a:pt x="415" y="1"/>
                  </a:moveTo>
                  <a:cubicBezTo>
                    <a:pt x="382" y="1"/>
                    <a:pt x="348" y="14"/>
                    <a:pt x="320" y="42"/>
                  </a:cubicBezTo>
                  <a:lnTo>
                    <a:pt x="50" y="313"/>
                  </a:lnTo>
                  <a:cubicBezTo>
                    <a:pt x="0" y="362"/>
                    <a:pt x="0" y="448"/>
                    <a:pt x="50" y="497"/>
                  </a:cubicBezTo>
                  <a:cubicBezTo>
                    <a:pt x="74" y="522"/>
                    <a:pt x="111" y="534"/>
                    <a:pt x="142" y="534"/>
                  </a:cubicBezTo>
                  <a:cubicBezTo>
                    <a:pt x="173" y="534"/>
                    <a:pt x="210" y="522"/>
                    <a:pt x="234" y="497"/>
                  </a:cubicBezTo>
                  <a:lnTo>
                    <a:pt x="505" y="221"/>
                  </a:lnTo>
                  <a:cubicBezTo>
                    <a:pt x="560" y="171"/>
                    <a:pt x="560" y="91"/>
                    <a:pt x="505" y="42"/>
                  </a:cubicBezTo>
                  <a:cubicBezTo>
                    <a:pt x="480" y="14"/>
                    <a:pt x="448" y="1"/>
                    <a:pt x="415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56"/>
            <p:cNvSpPr/>
            <p:nvPr/>
          </p:nvSpPr>
          <p:spPr>
            <a:xfrm>
              <a:off x="6778289" y="5221169"/>
              <a:ext cx="53698" cy="51397"/>
            </a:xfrm>
            <a:custGeom>
              <a:rect b="b" l="l" r="r" t="t"/>
              <a:pathLst>
                <a:path extrusionOk="0" h="536" w="560">
                  <a:moveTo>
                    <a:pt x="416" y="0"/>
                  </a:moveTo>
                  <a:cubicBezTo>
                    <a:pt x="383" y="0"/>
                    <a:pt x="351" y="13"/>
                    <a:pt x="326" y="37"/>
                  </a:cubicBezTo>
                  <a:lnTo>
                    <a:pt x="49" y="314"/>
                  </a:lnTo>
                  <a:cubicBezTo>
                    <a:pt x="0" y="363"/>
                    <a:pt x="0" y="443"/>
                    <a:pt x="49" y="499"/>
                  </a:cubicBezTo>
                  <a:cubicBezTo>
                    <a:pt x="74" y="523"/>
                    <a:pt x="111" y="536"/>
                    <a:pt x="142" y="536"/>
                  </a:cubicBezTo>
                  <a:cubicBezTo>
                    <a:pt x="178" y="536"/>
                    <a:pt x="209" y="523"/>
                    <a:pt x="234" y="499"/>
                  </a:cubicBezTo>
                  <a:lnTo>
                    <a:pt x="511" y="222"/>
                  </a:lnTo>
                  <a:cubicBezTo>
                    <a:pt x="560" y="173"/>
                    <a:pt x="560" y="93"/>
                    <a:pt x="511" y="37"/>
                  </a:cubicBezTo>
                  <a:cubicBezTo>
                    <a:pt x="483" y="13"/>
                    <a:pt x="449" y="0"/>
                    <a:pt x="416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56"/>
            <p:cNvSpPr/>
            <p:nvPr/>
          </p:nvSpPr>
          <p:spPr>
            <a:xfrm>
              <a:off x="6314560" y="5318594"/>
              <a:ext cx="62616" cy="39507"/>
            </a:xfrm>
            <a:custGeom>
              <a:rect b="b" l="l" r="r" t="t"/>
              <a:pathLst>
                <a:path extrusionOk="0" h="412" w="653">
                  <a:moveTo>
                    <a:pt x="147" y="1"/>
                  </a:moveTo>
                  <a:cubicBezTo>
                    <a:pt x="96" y="1"/>
                    <a:pt x="48" y="33"/>
                    <a:pt x="25" y="80"/>
                  </a:cubicBezTo>
                  <a:cubicBezTo>
                    <a:pt x="1" y="147"/>
                    <a:pt x="31" y="221"/>
                    <a:pt x="99" y="252"/>
                  </a:cubicBezTo>
                  <a:lnTo>
                    <a:pt x="456" y="399"/>
                  </a:lnTo>
                  <a:cubicBezTo>
                    <a:pt x="468" y="406"/>
                    <a:pt x="487" y="412"/>
                    <a:pt x="505" y="412"/>
                  </a:cubicBezTo>
                  <a:cubicBezTo>
                    <a:pt x="554" y="412"/>
                    <a:pt x="603" y="381"/>
                    <a:pt x="622" y="326"/>
                  </a:cubicBezTo>
                  <a:cubicBezTo>
                    <a:pt x="653" y="264"/>
                    <a:pt x="622" y="184"/>
                    <a:pt x="554" y="160"/>
                  </a:cubicBezTo>
                  <a:lnTo>
                    <a:pt x="197" y="12"/>
                  </a:lnTo>
                  <a:cubicBezTo>
                    <a:pt x="181" y="4"/>
                    <a:pt x="164" y="1"/>
                    <a:pt x="147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56"/>
            <p:cNvSpPr/>
            <p:nvPr/>
          </p:nvSpPr>
          <p:spPr>
            <a:xfrm>
              <a:off x="6834865" y="5534157"/>
              <a:ext cx="62616" cy="39315"/>
            </a:xfrm>
            <a:custGeom>
              <a:rect b="b" l="l" r="r" t="t"/>
              <a:pathLst>
                <a:path extrusionOk="0" h="410" w="653">
                  <a:moveTo>
                    <a:pt x="150" y="1"/>
                  </a:moveTo>
                  <a:cubicBezTo>
                    <a:pt x="98" y="1"/>
                    <a:pt x="49" y="31"/>
                    <a:pt x="25" y="83"/>
                  </a:cubicBezTo>
                  <a:cubicBezTo>
                    <a:pt x="1" y="145"/>
                    <a:pt x="31" y="225"/>
                    <a:pt x="99" y="249"/>
                  </a:cubicBezTo>
                  <a:lnTo>
                    <a:pt x="456" y="397"/>
                  </a:lnTo>
                  <a:cubicBezTo>
                    <a:pt x="468" y="403"/>
                    <a:pt x="487" y="409"/>
                    <a:pt x="505" y="409"/>
                  </a:cubicBezTo>
                  <a:cubicBezTo>
                    <a:pt x="554" y="409"/>
                    <a:pt x="604" y="378"/>
                    <a:pt x="622" y="329"/>
                  </a:cubicBezTo>
                  <a:cubicBezTo>
                    <a:pt x="653" y="262"/>
                    <a:pt x="622" y="188"/>
                    <a:pt x="554" y="157"/>
                  </a:cubicBezTo>
                  <a:lnTo>
                    <a:pt x="198" y="9"/>
                  </a:lnTo>
                  <a:cubicBezTo>
                    <a:pt x="182" y="4"/>
                    <a:pt x="166" y="1"/>
                    <a:pt x="150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56"/>
            <p:cNvSpPr/>
            <p:nvPr/>
          </p:nvSpPr>
          <p:spPr>
            <a:xfrm>
              <a:off x="6476808" y="5676651"/>
              <a:ext cx="42575" cy="59068"/>
            </a:xfrm>
            <a:custGeom>
              <a:rect b="b" l="l" r="r" t="t"/>
              <a:pathLst>
                <a:path extrusionOk="0" h="616" w="444">
                  <a:moveTo>
                    <a:pt x="291" y="0"/>
                  </a:moveTo>
                  <a:cubicBezTo>
                    <a:pt x="242" y="0"/>
                    <a:pt x="197" y="30"/>
                    <a:pt x="179" y="80"/>
                  </a:cubicBezTo>
                  <a:lnTo>
                    <a:pt x="31" y="437"/>
                  </a:lnTo>
                  <a:cubicBezTo>
                    <a:pt x="0" y="504"/>
                    <a:pt x="31" y="578"/>
                    <a:pt x="99" y="609"/>
                  </a:cubicBezTo>
                  <a:cubicBezTo>
                    <a:pt x="117" y="615"/>
                    <a:pt x="130" y="615"/>
                    <a:pt x="148" y="615"/>
                  </a:cubicBezTo>
                  <a:cubicBezTo>
                    <a:pt x="197" y="615"/>
                    <a:pt x="246" y="584"/>
                    <a:pt x="271" y="535"/>
                  </a:cubicBezTo>
                  <a:lnTo>
                    <a:pt x="419" y="178"/>
                  </a:lnTo>
                  <a:cubicBezTo>
                    <a:pt x="443" y="111"/>
                    <a:pt x="413" y="37"/>
                    <a:pt x="345" y="12"/>
                  </a:cubicBezTo>
                  <a:cubicBezTo>
                    <a:pt x="327" y="4"/>
                    <a:pt x="309" y="0"/>
                    <a:pt x="291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56"/>
            <p:cNvSpPr/>
            <p:nvPr/>
          </p:nvSpPr>
          <p:spPr>
            <a:xfrm>
              <a:off x="6692083" y="5156059"/>
              <a:ext cx="42575" cy="59260"/>
            </a:xfrm>
            <a:custGeom>
              <a:rect b="b" l="l" r="r" t="t"/>
              <a:pathLst>
                <a:path extrusionOk="0" h="618" w="444">
                  <a:moveTo>
                    <a:pt x="303" y="1"/>
                  </a:moveTo>
                  <a:cubicBezTo>
                    <a:pt x="250" y="1"/>
                    <a:pt x="198" y="31"/>
                    <a:pt x="179" y="83"/>
                  </a:cubicBezTo>
                  <a:lnTo>
                    <a:pt x="32" y="440"/>
                  </a:lnTo>
                  <a:cubicBezTo>
                    <a:pt x="1" y="507"/>
                    <a:pt x="38" y="581"/>
                    <a:pt x="99" y="612"/>
                  </a:cubicBezTo>
                  <a:cubicBezTo>
                    <a:pt x="118" y="618"/>
                    <a:pt x="136" y="618"/>
                    <a:pt x="149" y="618"/>
                  </a:cubicBezTo>
                  <a:cubicBezTo>
                    <a:pt x="204" y="618"/>
                    <a:pt x="253" y="587"/>
                    <a:pt x="272" y="538"/>
                  </a:cubicBezTo>
                  <a:lnTo>
                    <a:pt x="419" y="181"/>
                  </a:lnTo>
                  <a:cubicBezTo>
                    <a:pt x="444" y="114"/>
                    <a:pt x="413" y="40"/>
                    <a:pt x="352" y="9"/>
                  </a:cubicBezTo>
                  <a:cubicBezTo>
                    <a:pt x="336" y="3"/>
                    <a:pt x="320" y="1"/>
                    <a:pt x="303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56"/>
            <p:cNvSpPr/>
            <p:nvPr/>
          </p:nvSpPr>
          <p:spPr>
            <a:xfrm>
              <a:off x="6314560" y="5534157"/>
              <a:ext cx="62616" cy="39315"/>
            </a:xfrm>
            <a:custGeom>
              <a:rect b="b" l="l" r="r" t="t"/>
              <a:pathLst>
                <a:path extrusionOk="0" h="410" w="653">
                  <a:moveTo>
                    <a:pt x="501" y="1"/>
                  </a:moveTo>
                  <a:cubicBezTo>
                    <a:pt x="485" y="1"/>
                    <a:pt x="470" y="4"/>
                    <a:pt x="456" y="9"/>
                  </a:cubicBezTo>
                  <a:lnTo>
                    <a:pt x="99" y="157"/>
                  </a:lnTo>
                  <a:cubicBezTo>
                    <a:pt x="31" y="188"/>
                    <a:pt x="1" y="262"/>
                    <a:pt x="25" y="329"/>
                  </a:cubicBezTo>
                  <a:cubicBezTo>
                    <a:pt x="44" y="378"/>
                    <a:pt x="93" y="409"/>
                    <a:pt x="148" y="409"/>
                  </a:cubicBezTo>
                  <a:cubicBezTo>
                    <a:pt x="161" y="409"/>
                    <a:pt x="179" y="403"/>
                    <a:pt x="197" y="397"/>
                  </a:cubicBezTo>
                  <a:lnTo>
                    <a:pt x="554" y="249"/>
                  </a:lnTo>
                  <a:cubicBezTo>
                    <a:pt x="622" y="225"/>
                    <a:pt x="653" y="145"/>
                    <a:pt x="622" y="83"/>
                  </a:cubicBezTo>
                  <a:cubicBezTo>
                    <a:pt x="603" y="31"/>
                    <a:pt x="551" y="1"/>
                    <a:pt x="501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56"/>
            <p:cNvSpPr/>
            <p:nvPr/>
          </p:nvSpPr>
          <p:spPr>
            <a:xfrm>
              <a:off x="6834865" y="5318594"/>
              <a:ext cx="62616" cy="39507"/>
            </a:xfrm>
            <a:custGeom>
              <a:rect b="b" l="l" r="r" t="t"/>
              <a:pathLst>
                <a:path extrusionOk="0" h="412" w="653">
                  <a:moveTo>
                    <a:pt x="506" y="1"/>
                  </a:moveTo>
                  <a:cubicBezTo>
                    <a:pt x="490" y="1"/>
                    <a:pt x="473" y="4"/>
                    <a:pt x="456" y="12"/>
                  </a:cubicBezTo>
                  <a:lnTo>
                    <a:pt x="99" y="160"/>
                  </a:lnTo>
                  <a:cubicBezTo>
                    <a:pt x="31" y="184"/>
                    <a:pt x="1" y="264"/>
                    <a:pt x="25" y="326"/>
                  </a:cubicBezTo>
                  <a:cubicBezTo>
                    <a:pt x="50" y="381"/>
                    <a:pt x="99" y="412"/>
                    <a:pt x="148" y="412"/>
                  </a:cubicBezTo>
                  <a:cubicBezTo>
                    <a:pt x="167" y="412"/>
                    <a:pt x="179" y="406"/>
                    <a:pt x="198" y="399"/>
                  </a:cubicBezTo>
                  <a:lnTo>
                    <a:pt x="554" y="252"/>
                  </a:lnTo>
                  <a:cubicBezTo>
                    <a:pt x="622" y="221"/>
                    <a:pt x="653" y="147"/>
                    <a:pt x="622" y="80"/>
                  </a:cubicBezTo>
                  <a:cubicBezTo>
                    <a:pt x="603" y="33"/>
                    <a:pt x="557" y="1"/>
                    <a:pt x="506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56"/>
            <p:cNvSpPr/>
            <p:nvPr/>
          </p:nvSpPr>
          <p:spPr>
            <a:xfrm>
              <a:off x="6692083" y="5676651"/>
              <a:ext cx="42575" cy="59068"/>
            </a:xfrm>
            <a:custGeom>
              <a:rect b="b" l="l" r="r" t="t"/>
              <a:pathLst>
                <a:path extrusionOk="0" h="616" w="444">
                  <a:moveTo>
                    <a:pt x="153" y="0"/>
                  </a:moveTo>
                  <a:cubicBezTo>
                    <a:pt x="135" y="0"/>
                    <a:pt x="117" y="4"/>
                    <a:pt x="99" y="12"/>
                  </a:cubicBezTo>
                  <a:cubicBezTo>
                    <a:pt x="38" y="37"/>
                    <a:pt x="1" y="111"/>
                    <a:pt x="32" y="178"/>
                  </a:cubicBezTo>
                  <a:lnTo>
                    <a:pt x="179" y="535"/>
                  </a:lnTo>
                  <a:cubicBezTo>
                    <a:pt x="198" y="584"/>
                    <a:pt x="247" y="615"/>
                    <a:pt x="296" y="615"/>
                  </a:cubicBezTo>
                  <a:cubicBezTo>
                    <a:pt x="315" y="615"/>
                    <a:pt x="333" y="615"/>
                    <a:pt x="352" y="609"/>
                  </a:cubicBezTo>
                  <a:cubicBezTo>
                    <a:pt x="413" y="578"/>
                    <a:pt x="444" y="504"/>
                    <a:pt x="419" y="437"/>
                  </a:cubicBezTo>
                  <a:lnTo>
                    <a:pt x="272" y="80"/>
                  </a:lnTo>
                  <a:cubicBezTo>
                    <a:pt x="249" y="30"/>
                    <a:pt x="203" y="0"/>
                    <a:pt x="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56"/>
            <p:cNvSpPr/>
            <p:nvPr/>
          </p:nvSpPr>
          <p:spPr>
            <a:xfrm>
              <a:off x="6476808" y="5156059"/>
              <a:ext cx="42575" cy="59260"/>
            </a:xfrm>
            <a:custGeom>
              <a:rect b="b" l="l" r="r" t="t"/>
              <a:pathLst>
                <a:path extrusionOk="0" h="618" w="444">
                  <a:moveTo>
                    <a:pt x="146" y="1"/>
                  </a:moveTo>
                  <a:cubicBezTo>
                    <a:pt x="130" y="1"/>
                    <a:pt x="114" y="3"/>
                    <a:pt x="99" y="9"/>
                  </a:cubicBezTo>
                  <a:cubicBezTo>
                    <a:pt x="31" y="40"/>
                    <a:pt x="0" y="114"/>
                    <a:pt x="31" y="181"/>
                  </a:cubicBezTo>
                  <a:lnTo>
                    <a:pt x="179" y="538"/>
                  </a:lnTo>
                  <a:cubicBezTo>
                    <a:pt x="197" y="587"/>
                    <a:pt x="246" y="618"/>
                    <a:pt x="296" y="618"/>
                  </a:cubicBezTo>
                  <a:cubicBezTo>
                    <a:pt x="314" y="618"/>
                    <a:pt x="333" y="618"/>
                    <a:pt x="345" y="612"/>
                  </a:cubicBezTo>
                  <a:cubicBezTo>
                    <a:pt x="413" y="581"/>
                    <a:pt x="443" y="507"/>
                    <a:pt x="419" y="440"/>
                  </a:cubicBezTo>
                  <a:lnTo>
                    <a:pt x="271" y="83"/>
                  </a:lnTo>
                  <a:cubicBezTo>
                    <a:pt x="247" y="31"/>
                    <a:pt x="198" y="1"/>
                    <a:pt x="146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0" name="Google Shape;750;p56"/>
          <p:cNvSpPr txBox="1"/>
          <p:nvPr/>
        </p:nvSpPr>
        <p:spPr>
          <a:xfrm>
            <a:off x="1107900" y="1619650"/>
            <a:ext cx="31866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regularidade na contratação de aprendizes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habilita a empresa em licitações,</a:t>
            </a:r>
            <a:r>
              <a:rPr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protege contra sanções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 melhora o resultado competitivo ao reduzir rivais desabilitados.</a:t>
            </a:r>
            <a:endParaRPr b="1" i="0" sz="1000" u="none" cap="none" strike="noStrike">
              <a:solidFill>
                <a:schemeClr val="lt1"/>
              </a:solidFill>
              <a:highlight>
                <a:srgbClr val="E51157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56"/>
          <p:cNvSpPr/>
          <p:nvPr/>
        </p:nvSpPr>
        <p:spPr>
          <a:xfrm>
            <a:off x="130075" y="1878125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56"/>
          <p:cNvSpPr txBox="1"/>
          <p:nvPr/>
        </p:nvSpPr>
        <p:spPr>
          <a:xfrm>
            <a:off x="1107900" y="552850"/>
            <a:ext cx="31866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Cumprimento de obrigação legal </a:t>
            </a:r>
            <a:r>
              <a:rPr b="0" i="0" lang="pt-BR" sz="10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assegurar a presença de  5% a 15% de aprendizes do quadro de funcionários da empresa</a:t>
            </a:r>
            <a:r>
              <a:rPr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1" i="0" sz="1000" u="none" cap="none" strike="noStrike">
              <a:solidFill>
                <a:schemeClr val="lt1"/>
              </a:solidFill>
              <a:highlight>
                <a:srgbClr val="E51157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3" name="Google Shape;753;p56"/>
          <p:cNvSpPr/>
          <p:nvPr/>
        </p:nvSpPr>
        <p:spPr>
          <a:xfrm>
            <a:off x="130075" y="811325"/>
            <a:ext cx="922500" cy="79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4" name="Google Shape;754;p56"/>
          <p:cNvSpPr/>
          <p:nvPr/>
        </p:nvSpPr>
        <p:spPr>
          <a:xfrm>
            <a:off x="307049" y="970219"/>
            <a:ext cx="568540" cy="474816"/>
          </a:xfrm>
          <a:custGeom>
            <a:rect b="b" l="l" r="r" t="t"/>
            <a:pathLst>
              <a:path extrusionOk="0" h="6602" w="7906">
                <a:moveTo>
                  <a:pt x="3950" y="253"/>
                </a:moveTo>
                <a:cubicBezTo>
                  <a:pt x="4061" y="253"/>
                  <a:pt x="4159" y="321"/>
                  <a:pt x="4209" y="413"/>
                </a:cubicBezTo>
                <a:cubicBezTo>
                  <a:pt x="4227" y="450"/>
                  <a:pt x="4239" y="499"/>
                  <a:pt x="4239" y="542"/>
                </a:cubicBezTo>
                <a:cubicBezTo>
                  <a:pt x="4239" y="591"/>
                  <a:pt x="4227" y="628"/>
                  <a:pt x="4209" y="671"/>
                </a:cubicBezTo>
                <a:cubicBezTo>
                  <a:pt x="4209" y="671"/>
                  <a:pt x="4209" y="671"/>
                  <a:pt x="4209" y="677"/>
                </a:cubicBezTo>
                <a:cubicBezTo>
                  <a:pt x="4178" y="727"/>
                  <a:pt x="4135" y="770"/>
                  <a:pt x="4085" y="801"/>
                </a:cubicBezTo>
                <a:cubicBezTo>
                  <a:pt x="4049" y="819"/>
                  <a:pt x="4006" y="831"/>
                  <a:pt x="3956" y="831"/>
                </a:cubicBezTo>
                <a:lnTo>
                  <a:pt x="3944" y="831"/>
                </a:lnTo>
                <a:cubicBezTo>
                  <a:pt x="3895" y="831"/>
                  <a:pt x="3852" y="819"/>
                  <a:pt x="3815" y="801"/>
                </a:cubicBezTo>
                <a:cubicBezTo>
                  <a:pt x="3766" y="770"/>
                  <a:pt x="3723" y="727"/>
                  <a:pt x="3692" y="677"/>
                </a:cubicBezTo>
                <a:cubicBezTo>
                  <a:pt x="3673" y="634"/>
                  <a:pt x="3661" y="591"/>
                  <a:pt x="3661" y="542"/>
                </a:cubicBezTo>
                <a:cubicBezTo>
                  <a:pt x="3661" y="499"/>
                  <a:pt x="3673" y="456"/>
                  <a:pt x="3692" y="419"/>
                </a:cubicBezTo>
                <a:cubicBezTo>
                  <a:pt x="3735" y="321"/>
                  <a:pt x="3833" y="253"/>
                  <a:pt x="3950" y="253"/>
                </a:cubicBezTo>
                <a:close/>
                <a:moveTo>
                  <a:pt x="997" y="960"/>
                </a:moveTo>
                <a:lnTo>
                  <a:pt x="1674" y="2720"/>
                </a:lnTo>
                <a:lnTo>
                  <a:pt x="314" y="2720"/>
                </a:lnTo>
                <a:lnTo>
                  <a:pt x="997" y="960"/>
                </a:lnTo>
                <a:close/>
                <a:moveTo>
                  <a:pt x="6909" y="960"/>
                </a:moveTo>
                <a:lnTo>
                  <a:pt x="7592" y="2720"/>
                </a:lnTo>
                <a:lnTo>
                  <a:pt x="6233" y="2720"/>
                </a:lnTo>
                <a:lnTo>
                  <a:pt x="6909" y="960"/>
                </a:lnTo>
                <a:close/>
                <a:moveTo>
                  <a:pt x="1723" y="2972"/>
                </a:moveTo>
                <a:cubicBezTo>
                  <a:pt x="1662" y="3323"/>
                  <a:pt x="1360" y="3587"/>
                  <a:pt x="997" y="3587"/>
                </a:cubicBezTo>
                <a:cubicBezTo>
                  <a:pt x="634" y="3587"/>
                  <a:pt x="327" y="3323"/>
                  <a:pt x="271" y="2972"/>
                </a:cubicBezTo>
                <a:close/>
                <a:moveTo>
                  <a:pt x="7641" y="2972"/>
                </a:moveTo>
                <a:cubicBezTo>
                  <a:pt x="7580" y="3323"/>
                  <a:pt x="7272" y="3587"/>
                  <a:pt x="6909" y="3587"/>
                </a:cubicBezTo>
                <a:cubicBezTo>
                  <a:pt x="6546" y="3587"/>
                  <a:pt x="6245" y="3323"/>
                  <a:pt x="6183" y="2972"/>
                </a:cubicBezTo>
                <a:close/>
                <a:moveTo>
                  <a:pt x="3969" y="1090"/>
                </a:moveTo>
                <a:lnTo>
                  <a:pt x="4165" y="5901"/>
                </a:lnTo>
                <a:lnTo>
                  <a:pt x="3735" y="5901"/>
                </a:lnTo>
                <a:lnTo>
                  <a:pt x="3932" y="1090"/>
                </a:lnTo>
                <a:close/>
                <a:moveTo>
                  <a:pt x="5101" y="6153"/>
                </a:moveTo>
                <a:lnTo>
                  <a:pt x="5205" y="6350"/>
                </a:lnTo>
                <a:lnTo>
                  <a:pt x="2695" y="6350"/>
                </a:lnTo>
                <a:lnTo>
                  <a:pt x="2800" y="6153"/>
                </a:lnTo>
                <a:close/>
                <a:moveTo>
                  <a:pt x="3950" y="1"/>
                </a:moveTo>
                <a:cubicBezTo>
                  <a:pt x="3692" y="1"/>
                  <a:pt x="3476" y="179"/>
                  <a:pt x="3421" y="425"/>
                </a:cubicBezTo>
                <a:lnTo>
                  <a:pt x="1009" y="450"/>
                </a:lnTo>
                <a:cubicBezTo>
                  <a:pt x="960" y="456"/>
                  <a:pt x="923" y="481"/>
                  <a:pt x="899" y="518"/>
                </a:cubicBezTo>
                <a:cubicBezTo>
                  <a:pt x="899" y="518"/>
                  <a:pt x="899" y="524"/>
                  <a:pt x="899" y="524"/>
                </a:cubicBezTo>
                <a:cubicBezTo>
                  <a:pt x="893" y="524"/>
                  <a:pt x="893" y="530"/>
                  <a:pt x="886" y="530"/>
                </a:cubicBezTo>
                <a:cubicBezTo>
                  <a:pt x="886" y="536"/>
                  <a:pt x="886" y="536"/>
                  <a:pt x="886" y="542"/>
                </a:cubicBezTo>
                <a:cubicBezTo>
                  <a:pt x="880" y="548"/>
                  <a:pt x="880" y="548"/>
                  <a:pt x="880" y="554"/>
                </a:cubicBezTo>
                <a:lnTo>
                  <a:pt x="874" y="554"/>
                </a:lnTo>
                <a:lnTo>
                  <a:pt x="7" y="2800"/>
                </a:lnTo>
                <a:cubicBezTo>
                  <a:pt x="7" y="2806"/>
                  <a:pt x="7" y="2806"/>
                  <a:pt x="7" y="2812"/>
                </a:cubicBezTo>
                <a:cubicBezTo>
                  <a:pt x="7" y="2812"/>
                  <a:pt x="7" y="2818"/>
                  <a:pt x="1" y="2825"/>
                </a:cubicBezTo>
                <a:cubicBezTo>
                  <a:pt x="1" y="2831"/>
                  <a:pt x="1" y="2831"/>
                  <a:pt x="1" y="2837"/>
                </a:cubicBezTo>
                <a:cubicBezTo>
                  <a:pt x="1" y="2843"/>
                  <a:pt x="1" y="2843"/>
                  <a:pt x="1" y="2849"/>
                </a:cubicBezTo>
                <a:cubicBezTo>
                  <a:pt x="7" y="3397"/>
                  <a:pt x="450" y="3840"/>
                  <a:pt x="997" y="3840"/>
                </a:cubicBezTo>
                <a:cubicBezTo>
                  <a:pt x="1545" y="3840"/>
                  <a:pt x="1988" y="3397"/>
                  <a:pt x="1988" y="2849"/>
                </a:cubicBezTo>
                <a:cubicBezTo>
                  <a:pt x="1988" y="2843"/>
                  <a:pt x="1988" y="2843"/>
                  <a:pt x="1988" y="2837"/>
                </a:cubicBezTo>
                <a:cubicBezTo>
                  <a:pt x="1988" y="2831"/>
                  <a:pt x="1988" y="2831"/>
                  <a:pt x="1988" y="2825"/>
                </a:cubicBezTo>
                <a:cubicBezTo>
                  <a:pt x="1988" y="2818"/>
                  <a:pt x="1988" y="2812"/>
                  <a:pt x="1981" y="2812"/>
                </a:cubicBezTo>
                <a:cubicBezTo>
                  <a:pt x="1981" y="2806"/>
                  <a:pt x="1981" y="2806"/>
                  <a:pt x="1981" y="2800"/>
                </a:cubicBezTo>
                <a:lnTo>
                  <a:pt x="1176" y="708"/>
                </a:lnTo>
                <a:lnTo>
                  <a:pt x="3421" y="677"/>
                </a:lnTo>
                <a:cubicBezTo>
                  <a:pt x="3458" y="825"/>
                  <a:pt x="3550" y="942"/>
                  <a:pt x="3679" y="1016"/>
                </a:cubicBezTo>
                <a:lnTo>
                  <a:pt x="3483" y="5901"/>
                </a:lnTo>
                <a:lnTo>
                  <a:pt x="2720" y="5901"/>
                </a:lnTo>
                <a:cubicBezTo>
                  <a:pt x="2671" y="5901"/>
                  <a:pt x="2627" y="5925"/>
                  <a:pt x="2609" y="5968"/>
                </a:cubicBezTo>
                <a:lnTo>
                  <a:pt x="2369" y="6417"/>
                </a:lnTo>
                <a:cubicBezTo>
                  <a:pt x="2351" y="6454"/>
                  <a:pt x="2351" y="6503"/>
                  <a:pt x="2375" y="6540"/>
                </a:cubicBezTo>
                <a:cubicBezTo>
                  <a:pt x="2394" y="6577"/>
                  <a:pt x="2437" y="6602"/>
                  <a:pt x="2480" y="6602"/>
                </a:cubicBezTo>
                <a:lnTo>
                  <a:pt x="5414" y="6602"/>
                </a:lnTo>
                <a:cubicBezTo>
                  <a:pt x="5464" y="6602"/>
                  <a:pt x="5507" y="6577"/>
                  <a:pt x="5525" y="6540"/>
                </a:cubicBezTo>
                <a:cubicBezTo>
                  <a:pt x="5550" y="6503"/>
                  <a:pt x="5550" y="6454"/>
                  <a:pt x="5531" y="6417"/>
                </a:cubicBezTo>
                <a:lnTo>
                  <a:pt x="5291" y="5968"/>
                </a:lnTo>
                <a:cubicBezTo>
                  <a:pt x="5273" y="5925"/>
                  <a:pt x="5230" y="5901"/>
                  <a:pt x="5181" y="5901"/>
                </a:cubicBezTo>
                <a:lnTo>
                  <a:pt x="4418" y="5901"/>
                </a:lnTo>
                <a:lnTo>
                  <a:pt x="4221" y="1016"/>
                </a:lnTo>
                <a:cubicBezTo>
                  <a:pt x="4350" y="942"/>
                  <a:pt x="4448" y="813"/>
                  <a:pt x="4479" y="665"/>
                </a:cubicBezTo>
                <a:lnTo>
                  <a:pt x="6762" y="634"/>
                </a:lnTo>
                <a:lnTo>
                  <a:pt x="5925" y="2800"/>
                </a:lnTo>
                <a:cubicBezTo>
                  <a:pt x="5925" y="2806"/>
                  <a:pt x="5925" y="2806"/>
                  <a:pt x="5925" y="2812"/>
                </a:cubicBezTo>
                <a:cubicBezTo>
                  <a:pt x="5919" y="2812"/>
                  <a:pt x="5919" y="2818"/>
                  <a:pt x="5919" y="2825"/>
                </a:cubicBezTo>
                <a:cubicBezTo>
                  <a:pt x="5919" y="2831"/>
                  <a:pt x="5919" y="2831"/>
                  <a:pt x="5919" y="2837"/>
                </a:cubicBezTo>
                <a:cubicBezTo>
                  <a:pt x="5919" y="2843"/>
                  <a:pt x="5919" y="2843"/>
                  <a:pt x="5919" y="2849"/>
                </a:cubicBezTo>
                <a:cubicBezTo>
                  <a:pt x="5919" y="3397"/>
                  <a:pt x="6362" y="3840"/>
                  <a:pt x="6909" y="3840"/>
                </a:cubicBezTo>
                <a:cubicBezTo>
                  <a:pt x="7457" y="3840"/>
                  <a:pt x="7906" y="3397"/>
                  <a:pt x="7906" y="2849"/>
                </a:cubicBezTo>
                <a:cubicBezTo>
                  <a:pt x="7906" y="2843"/>
                  <a:pt x="7906" y="2843"/>
                  <a:pt x="7906" y="2837"/>
                </a:cubicBezTo>
                <a:cubicBezTo>
                  <a:pt x="7906" y="2831"/>
                  <a:pt x="7906" y="2831"/>
                  <a:pt x="7906" y="2825"/>
                </a:cubicBezTo>
                <a:cubicBezTo>
                  <a:pt x="7900" y="2818"/>
                  <a:pt x="7900" y="2812"/>
                  <a:pt x="7900" y="2812"/>
                </a:cubicBezTo>
                <a:cubicBezTo>
                  <a:pt x="7900" y="2806"/>
                  <a:pt x="7900" y="2806"/>
                  <a:pt x="7900" y="2800"/>
                </a:cubicBezTo>
                <a:lnTo>
                  <a:pt x="7032" y="554"/>
                </a:lnTo>
                <a:cubicBezTo>
                  <a:pt x="7026" y="548"/>
                  <a:pt x="7026" y="548"/>
                  <a:pt x="7020" y="542"/>
                </a:cubicBezTo>
                <a:cubicBezTo>
                  <a:pt x="7020" y="536"/>
                  <a:pt x="7020" y="536"/>
                  <a:pt x="7020" y="530"/>
                </a:cubicBezTo>
                <a:lnTo>
                  <a:pt x="7014" y="530"/>
                </a:lnTo>
                <a:cubicBezTo>
                  <a:pt x="7014" y="524"/>
                  <a:pt x="7020" y="511"/>
                  <a:pt x="7020" y="505"/>
                </a:cubicBezTo>
                <a:cubicBezTo>
                  <a:pt x="7014" y="438"/>
                  <a:pt x="6958" y="376"/>
                  <a:pt x="6891" y="376"/>
                </a:cubicBezTo>
                <a:lnTo>
                  <a:pt x="6885" y="376"/>
                </a:lnTo>
                <a:lnTo>
                  <a:pt x="4479" y="407"/>
                </a:lnTo>
                <a:cubicBezTo>
                  <a:pt x="4418" y="173"/>
                  <a:pt x="4202" y="1"/>
                  <a:pt x="3950" y="1"/>
                </a:cubicBezTo>
                <a:close/>
              </a:path>
            </a:pathLst>
          </a:custGeom>
          <a:solidFill>
            <a:srgbClr val="E666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5" name="Google Shape;755;p56"/>
          <p:cNvGrpSpPr/>
          <p:nvPr/>
        </p:nvGrpSpPr>
        <p:grpSpPr>
          <a:xfrm>
            <a:off x="387007" y="2080566"/>
            <a:ext cx="433608" cy="465454"/>
            <a:chOff x="2243509" y="4117463"/>
            <a:chExt cx="578221" cy="620605"/>
          </a:xfrm>
        </p:grpSpPr>
        <p:sp>
          <p:nvSpPr>
            <p:cNvPr id="756" name="Google Shape;756;p56"/>
            <p:cNvSpPr/>
            <p:nvPr/>
          </p:nvSpPr>
          <p:spPr>
            <a:xfrm>
              <a:off x="2243509" y="4598165"/>
              <a:ext cx="162342" cy="139904"/>
            </a:xfrm>
            <a:custGeom>
              <a:rect b="b" l="l" r="r" t="t"/>
              <a:pathLst>
                <a:path extrusionOk="0" h="1459" w="1693">
                  <a:moveTo>
                    <a:pt x="1434" y="253"/>
                  </a:moveTo>
                  <a:lnTo>
                    <a:pt x="1434" y="1201"/>
                  </a:lnTo>
                  <a:lnTo>
                    <a:pt x="259" y="1201"/>
                  </a:lnTo>
                  <a:lnTo>
                    <a:pt x="259" y="253"/>
                  </a:lnTo>
                  <a:close/>
                  <a:moveTo>
                    <a:pt x="130" y="1"/>
                  </a:moveTo>
                  <a:cubicBezTo>
                    <a:pt x="56" y="1"/>
                    <a:pt x="1" y="56"/>
                    <a:pt x="1" y="130"/>
                  </a:cubicBezTo>
                  <a:lnTo>
                    <a:pt x="1" y="1330"/>
                  </a:lnTo>
                  <a:cubicBezTo>
                    <a:pt x="1" y="1397"/>
                    <a:pt x="56" y="1459"/>
                    <a:pt x="130" y="1459"/>
                  </a:cubicBezTo>
                  <a:lnTo>
                    <a:pt x="1563" y="1459"/>
                  </a:lnTo>
                  <a:cubicBezTo>
                    <a:pt x="1631" y="1459"/>
                    <a:pt x="1692" y="1397"/>
                    <a:pt x="1692" y="1330"/>
                  </a:cubicBezTo>
                  <a:lnTo>
                    <a:pt x="1692" y="130"/>
                  </a:lnTo>
                  <a:cubicBezTo>
                    <a:pt x="1692" y="56"/>
                    <a:pt x="1631" y="1"/>
                    <a:pt x="1563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56"/>
            <p:cNvSpPr/>
            <p:nvPr/>
          </p:nvSpPr>
          <p:spPr>
            <a:xfrm>
              <a:off x="2451784" y="4496712"/>
              <a:ext cx="161671" cy="241355"/>
            </a:xfrm>
            <a:custGeom>
              <a:rect b="b" l="l" r="r" t="t"/>
              <a:pathLst>
                <a:path extrusionOk="0" h="2517" w="1686">
                  <a:moveTo>
                    <a:pt x="1434" y="259"/>
                  </a:moveTo>
                  <a:lnTo>
                    <a:pt x="1434" y="2259"/>
                  </a:lnTo>
                  <a:lnTo>
                    <a:pt x="252" y="2259"/>
                  </a:lnTo>
                  <a:lnTo>
                    <a:pt x="252" y="259"/>
                  </a:lnTo>
                  <a:close/>
                  <a:moveTo>
                    <a:pt x="123" y="1"/>
                  </a:moveTo>
                  <a:cubicBezTo>
                    <a:pt x="56" y="1"/>
                    <a:pt x="0" y="62"/>
                    <a:pt x="0" y="130"/>
                  </a:cubicBezTo>
                  <a:lnTo>
                    <a:pt x="0" y="2388"/>
                  </a:lnTo>
                  <a:cubicBezTo>
                    <a:pt x="0" y="2455"/>
                    <a:pt x="56" y="2517"/>
                    <a:pt x="123" y="2517"/>
                  </a:cubicBezTo>
                  <a:lnTo>
                    <a:pt x="1563" y="2517"/>
                  </a:lnTo>
                  <a:cubicBezTo>
                    <a:pt x="1631" y="2517"/>
                    <a:pt x="1686" y="2455"/>
                    <a:pt x="1686" y="2388"/>
                  </a:cubicBezTo>
                  <a:lnTo>
                    <a:pt x="1686" y="130"/>
                  </a:lnTo>
                  <a:cubicBezTo>
                    <a:pt x="1686" y="62"/>
                    <a:pt x="1631" y="1"/>
                    <a:pt x="1563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6"/>
            <p:cNvSpPr/>
            <p:nvPr/>
          </p:nvSpPr>
          <p:spPr>
            <a:xfrm>
              <a:off x="2659388" y="4356903"/>
              <a:ext cx="162342" cy="381163"/>
            </a:xfrm>
            <a:custGeom>
              <a:rect b="b" l="l" r="r" t="t"/>
              <a:pathLst>
                <a:path extrusionOk="0" h="3975" w="1693">
                  <a:moveTo>
                    <a:pt x="1434" y="253"/>
                  </a:moveTo>
                  <a:lnTo>
                    <a:pt x="1434" y="3717"/>
                  </a:lnTo>
                  <a:lnTo>
                    <a:pt x="259" y="3717"/>
                  </a:lnTo>
                  <a:lnTo>
                    <a:pt x="259" y="253"/>
                  </a:lnTo>
                  <a:close/>
                  <a:moveTo>
                    <a:pt x="130" y="1"/>
                  </a:moveTo>
                  <a:cubicBezTo>
                    <a:pt x="62" y="1"/>
                    <a:pt x="1" y="56"/>
                    <a:pt x="1" y="124"/>
                  </a:cubicBezTo>
                  <a:lnTo>
                    <a:pt x="1" y="3846"/>
                  </a:lnTo>
                  <a:cubicBezTo>
                    <a:pt x="1" y="3913"/>
                    <a:pt x="62" y="3975"/>
                    <a:pt x="130" y="3975"/>
                  </a:cubicBezTo>
                  <a:lnTo>
                    <a:pt x="1563" y="3975"/>
                  </a:lnTo>
                  <a:cubicBezTo>
                    <a:pt x="1637" y="3975"/>
                    <a:pt x="1693" y="3913"/>
                    <a:pt x="1693" y="3846"/>
                  </a:cubicBezTo>
                  <a:lnTo>
                    <a:pt x="1693" y="124"/>
                  </a:lnTo>
                  <a:cubicBezTo>
                    <a:pt x="1693" y="56"/>
                    <a:pt x="1637" y="1"/>
                    <a:pt x="1563" y="1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56"/>
            <p:cNvSpPr/>
            <p:nvPr/>
          </p:nvSpPr>
          <p:spPr>
            <a:xfrm>
              <a:off x="2288386" y="4187080"/>
              <a:ext cx="458450" cy="361697"/>
            </a:xfrm>
            <a:custGeom>
              <a:rect b="b" l="l" r="r" t="t"/>
              <a:pathLst>
                <a:path extrusionOk="0" h="3772" w="4781">
                  <a:moveTo>
                    <a:pt x="4651" y="0"/>
                  </a:moveTo>
                  <a:cubicBezTo>
                    <a:pt x="4608" y="0"/>
                    <a:pt x="3648" y="6"/>
                    <a:pt x="2596" y="449"/>
                  </a:cubicBezTo>
                  <a:cubicBezTo>
                    <a:pt x="1612" y="861"/>
                    <a:pt x="369" y="1747"/>
                    <a:pt x="12" y="3617"/>
                  </a:cubicBezTo>
                  <a:cubicBezTo>
                    <a:pt x="0" y="3691"/>
                    <a:pt x="43" y="3759"/>
                    <a:pt x="117" y="3771"/>
                  </a:cubicBezTo>
                  <a:lnTo>
                    <a:pt x="142" y="3771"/>
                  </a:lnTo>
                  <a:cubicBezTo>
                    <a:pt x="197" y="3771"/>
                    <a:pt x="252" y="3728"/>
                    <a:pt x="265" y="3667"/>
                  </a:cubicBezTo>
                  <a:cubicBezTo>
                    <a:pt x="529" y="2258"/>
                    <a:pt x="1347" y="1255"/>
                    <a:pt x="2689" y="689"/>
                  </a:cubicBezTo>
                  <a:cubicBezTo>
                    <a:pt x="3697" y="265"/>
                    <a:pt x="4639" y="258"/>
                    <a:pt x="4651" y="258"/>
                  </a:cubicBezTo>
                  <a:cubicBezTo>
                    <a:pt x="4725" y="258"/>
                    <a:pt x="4780" y="197"/>
                    <a:pt x="4780" y="129"/>
                  </a:cubicBezTo>
                  <a:cubicBezTo>
                    <a:pt x="4780" y="55"/>
                    <a:pt x="4725" y="0"/>
                    <a:pt x="4651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56"/>
            <p:cNvSpPr/>
            <p:nvPr/>
          </p:nvSpPr>
          <p:spPr>
            <a:xfrm>
              <a:off x="2657662" y="4117463"/>
              <a:ext cx="95027" cy="164068"/>
            </a:xfrm>
            <a:custGeom>
              <a:rect b="b" l="l" r="r" t="t"/>
              <a:pathLst>
                <a:path extrusionOk="0" h="1711" w="991">
                  <a:moveTo>
                    <a:pt x="139" y="0"/>
                  </a:moveTo>
                  <a:cubicBezTo>
                    <a:pt x="106" y="0"/>
                    <a:pt x="74" y="12"/>
                    <a:pt x="49" y="37"/>
                  </a:cubicBezTo>
                  <a:cubicBezTo>
                    <a:pt x="0" y="86"/>
                    <a:pt x="0" y="172"/>
                    <a:pt x="49" y="222"/>
                  </a:cubicBezTo>
                  <a:lnTo>
                    <a:pt x="683" y="855"/>
                  </a:lnTo>
                  <a:lnTo>
                    <a:pt x="49" y="1489"/>
                  </a:lnTo>
                  <a:cubicBezTo>
                    <a:pt x="0" y="1538"/>
                    <a:pt x="0" y="1624"/>
                    <a:pt x="49" y="1673"/>
                  </a:cubicBezTo>
                  <a:cubicBezTo>
                    <a:pt x="74" y="1698"/>
                    <a:pt x="105" y="1710"/>
                    <a:pt x="142" y="1710"/>
                  </a:cubicBezTo>
                  <a:cubicBezTo>
                    <a:pt x="173" y="1710"/>
                    <a:pt x="203" y="1698"/>
                    <a:pt x="228" y="1673"/>
                  </a:cubicBezTo>
                  <a:lnTo>
                    <a:pt x="954" y="947"/>
                  </a:lnTo>
                  <a:cubicBezTo>
                    <a:pt x="978" y="923"/>
                    <a:pt x="991" y="886"/>
                    <a:pt x="991" y="855"/>
                  </a:cubicBezTo>
                  <a:cubicBezTo>
                    <a:pt x="991" y="818"/>
                    <a:pt x="978" y="788"/>
                    <a:pt x="954" y="763"/>
                  </a:cubicBezTo>
                  <a:lnTo>
                    <a:pt x="228" y="37"/>
                  </a:lnTo>
                  <a:cubicBezTo>
                    <a:pt x="203" y="12"/>
                    <a:pt x="171" y="0"/>
                    <a:pt x="13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1" name="Google Shape;761;p56"/>
          <p:cNvSpPr/>
          <p:nvPr/>
        </p:nvSpPr>
        <p:spPr>
          <a:xfrm>
            <a:off x="323226" y="2029500"/>
            <a:ext cx="114298" cy="230128"/>
          </a:xfrm>
          <a:custGeom>
            <a:rect b="b" l="l" r="r" t="t"/>
            <a:pathLst>
              <a:path extrusionOk="0" h="3415" w="1926">
                <a:moveTo>
                  <a:pt x="868" y="720"/>
                </a:moveTo>
                <a:lnTo>
                  <a:pt x="868" y="1508"/>
                </a:lnTo>
                <a:cubicBezTo>
                  <a:pt x="609" y="1440"/>
                  <a:pt x="406" y="1342"/>
                  <a:pt x="406" y="1120"/>
                </a:cubicBezTo>
                <a:cubicBezTo>
                  <a:pt x="406" y="929"/>
                  <a:pt x="548" y="763"/>
                  <a:pt x="868" y="720"/>
                </a:cubicBezTo>
                <a:close/>
                <a:moveTo>
                  <a:pt x="1095" y="1914"/>
                </a:moveTo>
                <a:cubicBezTo>
                  <a:pt x="1360" y="1981"/>
                  <a:pt x="1575" y="2074"/>
                  <a:pt x="1575" y="2308"/>
                </a:cubicBezTo>
                <a:cubicBezTo>
                  <a:pt x="1575" y="2504"/>
                  <a:pt x="1427" y="2658"/>
                  <a:pt x="1095" y="2695"/>
                </a:cubicBezTo>
                <a:lnTo>
                  <a:pt x="1095" y="1914"/>
                </a:lnTo>
                <a:close/>
                <a:moveTo>
                  <a:pt x="868" y="1"/>
                </a:moveTo>
                <a:lnTo>
                  <a:pt x="868" y="413"/>
                </a:lnTo>
                <a:cubicBezTo>
                  <a:pt x="314" y="462"/>
                  <a:pt x="56" y="776"/>
                  <a:pt x="56" y="1132"/>
                </a:cubicBezTo>
                <a:cubicBezTo>
                  <a:pt x="56" y="1631"/>
                  <a:pt x="474" y="1754"/>
                  <a:pt x="868" y="1852"/>
                </a:cubicBezTo>
                <a:lnTo>
                  <a:pt x="868" y="2695"/>
                </a:lnTo>
                <a:cubicBezTo>
                  <a:pt x="579" y="2677"/>
                  <a:pt x="296" y="2560"/>
                  <a:pt x="129" y="2406"/>
                </a:cubicBezTo>
                <a:lnTo>
                  <a:pt x="0" y="2689"/>
                </a:lnTo>
                <a:cubicBezTo>
                  <a:pt x="185" y="2861"/>
                  <a:pt x="517" y="2990"/>
                  <a:pt x="868" y="3003"/>
                </a:cubicBezTo>
                <a:lnTo>
                  <a:pt x="868" y="3415"/>
                </a:lnTo>
                <a:lnTo>
                  <a:pt x="1095" y="3415"/>
                </a:lnTo>
                <a:lnTo>
                  <a:pt x="1095" y="3003"/>
                </a:lnTo>
                <a:cubicBezTo>
                  <a:pt x="1661" y="2960"/>
                  <a:pt x="1926" y="2646"/>
                  <a:pt x="1926" y="2289"/>
                </a:cubicBezTo>
                <a:cubicBezTo>
                  <a:pt x="1926" y="1791"/>
                  <a:pt x="1495" y="1668"/>
                  <a:pt x="1095" y="1569"/>
                </a:cubicBezTo>
                <a:lnTo>
                  <a:pt x="1095" y="720"/>
                </a:lnTo>
                <a:cubicBezTo>
                  <a:pt x="1298" y="733"/>
                  <a:pt x="1514" y="800"/>
                  <a:pt x="1704" y="923"/>
                </a:cubicBezTo>
                <a:lnTo>
                  <a:pt x="1821" y="634"/>
                </a:lnTo>
                <a:cubicBezTo>
                  <a:pt x="1631" y="499"/>
                  <a:pt x="1366" y="419"/>
                  <a:pt x="1095" y="413"/>
                </a:cubicBezTo>
                <a:lnTo>
                  <a:pt x="1095" y="1"/>
                </a:lnTo>
                <a:close/>
              </a:path>
            </a:pathLst>
          </a:custGeom>
          <a:solidFill>
            <a:srgbClr val="E666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7"/>
          <p:cNvSpPr txBox="1"/>
          <p:nvPr>
            <p:ph type="title"/>
          </p:nvPr>
        </p:nvSpPr>
        <p:spPr>
          <a:xfrm>
            <a:off x="4145250" y="979200"/>
            <a:ext cx="4511700" cy="3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>
                <a:highlight>
                  <a:srgbClr val="E51157"/>
                </a:highlight>
              </a:rPr>
              <a:t>5. Por que estamos nos conectando?</a:t>
            </a:r>
            <a:endParaRPr>
              <a:highlight>
                <a:srgbClr val="E51157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8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Por que estamos nos conectando?</a:t>
            </a:r>
            <a:endParaRPr/>
          </a:p>
        </p:txBody>
      </p:sp>
      <p:sp>
        <p:nvSpPr>
          <p:cNvPr id="772" name="Google Shape;772;p58"/>
          <p:cNvSpPr/>
          <p:nvPr/>
        </p:nvSpPr>
        <p:spPr>
          <a:xfrm>
            <a:off x="0" y="738825"/>
            <a:ext cx="9144000" cy="845100"/>
          </a:xfrm>
          <a:prstGeom prst="rect">
            <a:avLst/>
          </a:prstGeom>
          <a:solidFill>
            <a:srgbClr val="FAE9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3" name="Google Shape;773;p58"/>
          <p:cNvSpPr txBox="1"/>
          <p:nvPr/>
        </p:nvSpPr>
        <p:spPr>
          <a:xfrm>
            <a:off x="1719299" y="811579"/>
            <a:ext cx="5705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 o objetivo de fomentar a contratação de estudantes </a:t>
            </a:r>
            <a:br>
              <a:rPr b="0" i="0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pt-BR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 rede estadual no </a:t>
            </a:r>
            <a:r>
              <a:rPr b="1" i="0" lang="pt-BR" sz="1400" u="none" cap="none" strike="noStrike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  <a:t>Programa Aprendiz Potiguar</a:t>
            </a:r>
            <a:endParaRPr b="1" i="0" sz="14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74" name="Google Shape;774;p58"/>
          <p:cNvGrpSpPr/>
          <p:nvPr/>
        </p:nvGrpSpPr>
        <p:grpSpPr>
          <a:xfrm>
            <a:off x="1376123" y="810009"/>
            <a:ext cx="421416" cy="601915"/>
            <a:chOff x="1271375" y="2023419"/>
            <a:chExt cx="486175" cy="700390"/>
          </a:xfrm>
        </p:grpSpPr>
        <p:sp>
          <p:nvSpPr>
            <p:cNvPr id="775" name="Google Shape;775;p58"/>
            <p:cNvSpPr/>
            <p:nvPr/>
          </p:nvSpPr>
          <p:spPr>
            <a:xfrm>
              <a:off x="1415305" y="2023419"/>
              <a:ext cx="198306" cy="221320"/>
            </a:xfrm>
            <a:custGeom>
              <a:rect b="b" l="l" r="r" t="t"/>
              <a:pathLst>
                <a:path extrusionOk="0" h="2308" w="2068">
                  <a:moveTo>
                    <a:pt x="1034" y="259"/>
                  </a:moveTo>
                  <a:cubicBezTo>
                    <a:pt x="1464" y="259"/>
                    <a:pt x="1809" y="659"/>
                    <a:pt x="1809" y="1157"/>
                  </a:cubicBezTo>
                  <a:cubicBezTo>
                    <a:pt x="1809" y="1649"/>
                    <a:pt x="1464" y="2055"/>
                    <a:pt x="1034" y="2055"/>
                  </a:cubicBezTo>
                  <a:cubicBezTo>
                    <a:pt x="603" y="2055"/>
                    <a:pt x="252" y="1649"/>
                    <a:pt x="252" y="1157"/>
                  </a:cubicBezTo>
                  <a:cubicBezTo>
                    <a:pt x="252" y="659"/>
                    <a:pt x="603" y="259"/>
                    <a:pt x="1034" y="259"/>
                  </a:cubicBezTo>
                  <a:close/>
                  <a:moveTo>
                    <a:pt x="1034" y="1"/>
                  </a:moveTo>
                  <a:cubicBezTo>
                    <a:pt x="462" y="1"/>
                    <a:pt x="0" y="517"/>
                    <a:pt x="0" y="1157"/>
                  </a:cubicBezTo>
                  <a:cubicBezTo>
                    <a:pt x="0" y="1791"/>
                    <a:pt x="462" y="2308"/>
                    <a:pt x="1034" y="2308"/>
                  </a:cubicBezTo>
                  <a:cubicBezTo>
                    <a:pt x="1606" y="2308"/>
                    <a:pt x="2067" y="1791"/>
                    <a:pt x="2067" y="1157"/>
                  </a:cubicBezTo>
                  <a:cubicBezTo>
                    <a:pt x="2067" y="517"/>
                    <a:pt x="1606" y="1"/>
                    <a:pt x="1034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8"/>
            <p:cNvSpPr/>
            <p:nvPr/>
          </p:nvSpPr>
          <p:spPr>
            <a:xfrm>
              <a:off x="1271375" y="2303608"/>
              <a:ext cx="486175" cy="420201"/>
            </a:xfrm>
            <a:custGeom>
              <a:rect b="b" l="l" r="r" t="t"/>
              <a:pathLst>
                <a:path extrusionOk="0" h="4382" w="5070">
                  <a:moveTo>
                    <a:pt x="2898" y="259"/>
                  </a:moveTo>
                  <a:cubicBezTo>
                    <a:pt x="3033" y="265"/>
                    <a:pt x="3162" y="272"/>
                    <a:pt x="3273" y="290"/>
                  </a:cubicBezTo>
                  <a:cubicBezTo>
                    <a:pt x="3968" y="382"/>
                    <a:pt x="4226" y="622"/>
                    <a:pt x="4313" y="985"/>
                  </a:cubicBezTo>
                  <a:lnTo>
                    <a:pt x="2750" y="1237"/>
                  </a:lnTo>
                  <a:lnTo>
                    <a:pt x="2319" y="1237"/>
                  </a:lnTo>
                  <a:lnTo>
                    <a:pt x="757" y="985"/>
                  </a:lnTo>
                  <a:cubicBezTo>
                    <a:pt x="837" y="622"/>
                    <a:pt x="1101" y="382"/>
                    <a:pt x="1790" y="290"/>
                  </a:cubicBezTo>
                  <a:cubicBezTo>
                    <a:pt x="1907" y="272"/>
                    <a:pt x="2036" y="265"/>
                    <a:pt x="2172" y="259"/>
                  </a:cubicBezTo>
                  <a:close/>
                  <a:moveTo>
                    <a:pt x="517" y="1828"/>
                  </a:moveTo>
                  <a:cubicBezTo>
                    <a:pt x="566" y="1834"/>
                    <a:pt x="609" y="1853"/>
                    <a:pt x="646" y="1890"/>
                  </a:cubicBezTo>
                  <a:cubicBezTo>
                    <a:pt x="708" y="1951"/>
                    <a:pt x="751" y="2049"/>
                    <a:pt x="751" y="2154"/>
                  </a:cubicBezTo>
                  <a:cubicBezTo>
                    <a:pt x="751" y="2252"/>
                    <a:pt x="720" y="2345"/>
                    <a:pt x="664" y="2406"/>
                  </a:cubicBezTo>
                  <a:cubicBezTo>
                    <a:pt x="658" y="2412"/>
                    <a:pt x="652" y="2412"/>
                    <a:pt x="646" y="2419"/>
                  </a:cubicBezTo>
                  <a:cubicBezTo>
                    <a:pt x="609" y="2456"/>
                    <a:pt x="566" y="2480"/>
                    <a:pt x="517" y="2480"/>
                  </a:cubicBezTo>
                  <a:cubicBezTo>
                    <a:pt x="517" y="2486"/>
                    <a:pt x="511" y="2486"/>
                    <a:pt x="505" y="2486"/>
                  </a:cubicBezTo>
                  <a:cubicBezTo>
                    <a:pt x="461" y="2486"/>
                    <a:pt x="425" y="2468"/>
                    <a:pt x="394" y="2443"/>
                  </a:cubicBezTo>
                  <a:cubicBezTo>
                    <a:pt x="314" y="2388"/>
                    <a:pt x="258" y="2277"/>
                    <a:pt x="258" y="2154"/>
                  </a:cubicBezTo>
                  <a:cubicBezTo>
                    <a:pt x="258" y="2031"/>
                    <a:pt x="314" y="1920"/>
                    <a:pt x="394" y="1865"/>
                  </a:cubicBezTo>
                  <a:cubicBezTo>
                    <a:pt x="425" y="1840"/>
                    <a:pt x="461" y="1828"/>
                    <a:pt x="498" y="1828"/>
                  </a:cubicBezTo>
                  <a:close/>
                  <a:moveTo>
                    <a:pt x="4565" y="1828"/>
                  </a:moveTo>
                  <a:cubicBezTo>
                    <a:pt x="4608" y="1828"/>
                    <a:pt x="4645" y="1840"/>
                    <a:pt x="4676" y="1865"/>
                  </a:cubicBezTo>
                  <a:cubicBezTo>
                    <a:pt x="4756" y="1920"/>
                    <a:pt x="4811" y="2031"/>
                    <a:pt x="4811" y="2154"/>
                  </a:cubicBezTo>
                  <a:cubicBezTo>
                    <a:pt x="4811" y="2277"/>
                    <a:pt x="4756" y="2388"/>
                    <a:pt x="4676" y="2443"/>
                  </a:cubicBezTo>
                  <a:cubicBezTo>
                    <a:pt x="4639" y="2468"/>
                    <a:pt x="4602" y="2486"/>
                    <a:pt x="4565" y="2486"/>
                  </a:cubicBezTo>
                  <a:cubicBezTo>
                    <a:pt x="4559" y="2486"/>
                    <a:pt x="4553" y="2486"/>
                    <a:pt x="4546" y="2480"/>
                  </a:cubicBezTo>
                  <a:cubicBezTo>
                    <a:pt x="4497" y="2480"/>
                    <a:pt x="4454" y="2456"/>
                    <a:pt x="4417" y="2419"/>
                  </a:cubicBezTo>
                  <a:cubicBezTo>
                    <a:pt x="4411" y="2412"/>
                    <a:pt x="4411" y="2412"/>
                    <a:pt x="4405" y="2406"/>
                  </a:cubicBezTo>
                  <a:cubicBezTo>
                    <a:pt x="4350" y="2345"/>
                    <a:pt x="4313" y="2252"/>
                    <a:pt x="4313" y="2154"/>
                  </a:cubicBezTo>
                  <a:cubicBezTo>
                    <a:pt x="4313" y="2049"/>
                    <a:pt x="4356" y="1951"/>
                    <a:pt x="4417" y="1890"/>
                  </a:cubicBezTo>
                  <a:cubicBezTo>
                    <a:pt x="4454" y="1853"/>
                    <a:pt x="4497" y="1834"/>
                    <a:pt x="4546" y="1828"/>
                  </a:cubicBezTo>
                  <a:close/>
                  <a:moveTo>
                    <a:pt x="646" y="1225"/>
                  </a:moveTo>
                  <a:lnTo>
                    <a:pt x="726" y="1237"/>
                  </a:lnTo>
                  <a:lnTo>
                    <a:pt x="1249" y="1324"/>
                  </a:lnTo>
                  <a:lnTo>
                    <a:pt x="1483" y="1360"/>
                  </a:lnTo>
                  <a:lnTo>
                    <a:pt x="2178" y="1477"/>
                  </a:lnTo>
                  <a:lnTo>
                    <a:pt x="2178" y="2148"/>
                  </a:lnTo>
                  <a:lnTo>
                    <a:pt x="2178" y="2406"/>
                  </a:lnTo>
                  <a:lnTo>
                    <a:pt x="2178" y="4098"/>
                  </a:lnTo>
                  <a:lnTo>
                    <a:pt x="646" y="3846"/>
                  </a:lnTo>
                  <a:lnTo>
                    <a:pt x="646" y="2714"/>
                  </a:lnTo>
                  <a:cubicBezTo>
                    <a:pt x="788" y="2671"/>
                    <a:pt x="898" y="2554"/>
                    <a:pt x="960" y="2406"/>
                  </a:cubicBezTo>
                  <a:cubicBezTo>
                    <a:pt x="991" y="2326"/>
                    <a:pt x="1009" y="2246"/>
                    <a:pt x="1009" y="2154"/>
                  </a:cubicBezTo>
                  <a:cubicBezTo>
                    <a:pt x="1009" y="2154"/>
                    <a:pt x="1009" y="2148"/>
                    <a:pt x="1009" y="2148"/>
                  </a:cubicBezTo>
                  <a:cubicBezTo>
                    <a:pt x="1003" y="1926"/>
                    <a:pt x="898" y="1736"/>
                    <a:pt x="744" y="1643"/>
                  </a:cubicBezTo>
                  <a:cubicBezTo>
                    <a:pt x="714" y="1625"/>
                    <a:pt x="683" y="1607"/>
                    <a:pt x="646" y="1594"/>
                  </a:cubicBezTo>
                  <a:lnTo>
                    <a:pt x="646" y="1225"/>
                  </a:lnTo>
                  <a:close/>
                  <a:moveTo>
                    <a:pt x="4417" y="1225"/>
                  </a:moveTo>
                  <a:lnTo>
                    <a:pt x="4417" y="1594"/>
                  </a:lnTo>
                  <a:cubicBezTo>
                    <a:pt x="4386" y="1607"/>
                    <a:pt x="4356" y="1625"/>
                    <a:pt x="4325" y="1643"/>
                  </a:cubicBezTo>
                  <a:cubicBezTo>
                    <a:pt x="4171" y="1736"/>
                    <a:pt x="4060" y="1926"/>
                    <a:pt x="4060" y="2148"/>
                  </a:cubicBezTo>
                  <a:cubicBezTo>
                    <a:pt x="4060" y="2148"/>
                    <a:pt x="4060" y="2154"/>
                    <a:pt x="4060" y="2154"/>
                  </a:cubicBezTo>
                  <a:cubicBezTo>
                    <a:pt x="4060" y="2246"/>
                    <a:pt x="4079" y="2326"/>
                    <a:pt x="4110" y="2406"/>
                  </a:cubicBezTo>
                  <a:cubicBezTo>
                    <a:pt x="4171" y="2554"/>
                    <a:pt x="4282" y="2671"/>
                    <a:pt x="4417" y="2714"/>
                  </a:cubicBezTo>
                  <a:lnTo>
                    <a:pt x="4417" y="3846"/>
                  </a:lnTo>
                  <a:lnTo>
                    <a:pt x="2885" y="4098"/>
                  </a:lnTo>
                  <a:lnTo>
                    <a:pt x="2885" y="2406"/>
                  </a:lnTo>
                  <a:lnTo>
                    <a:pt x="2885" y="2148"/>
                  </a:lnTo>
                  <a:lnTo>
                    <a:pt x="2885" y="1477"/>
                  </a:lnTo>
                  <a:lnTo>
                    <a:pt x="3482" y="1379"/>
                  </a:lnTo>
                  <a:lnTo>
                    <a:pt x="3722" y="1342"/>
                  </a:lnTo>
                  <a:lnTo>
                    <a:pt x="4337" y="1237"/>
                  </a:lnTo>
                  <a:lnTo>
                    <a:pt x="4417" y="1225"/>
                  </a:lnTo>
                  <a:close/>
                  <a:moveTo>
                    <a:pt x="2633" y="1496"/>
                  </a:moveTo>
                  <a:lnTo>
                    <a:pt x="2633" y="2148"/>
                  </a:lnTo>
                  <a:lnTo>
                    <a:pt x="2633" y="2406"/>
                  </a:lnTo>
                  <a:lnTo>
                    <a:pt x="2633" y="4123"/>
                  </a:lnTo>
                  <a:lnTo>
                    <a:pt x="2436" y="4123"/>
                  </a:lnTo>
                  <a:lnTo>
                    <a:pt x="2436" y="2406"/>
                  </a:lnTo>
                  <a:lnTo>
                    <a:pt x="2436" y="2148"/>
                  </a:lnTo>
                  <a:lnTo>
                    <a:pt x="2436" y="1496"/>
                  </a:lnTo>
                  <a:close/>
                  <a:moveTo>
                    <a:pt x="2159" y="1"/>
                  </a:moveTo>
                  <a:cubicBezTo>
                    <a:pt x="2018" y="7"/>
                    <a:pt x="1883" y="19"/>
                    <a:pt x="1760" y="38"/>
                  </a:cubicBezTo>
                  <a:cubicBezTo>
                    <a:pt x="898" y="149"/>
                    <a:pt x="591" y="499"/>
                    <a:pt x="505" y="948"/>
                  </a:cubicBezTo>
                  <a:cubicBezTo>
                    <a:pt x="480" y="948"/>
                    <a:pt x="455" y="961"/>
                    <a:pt x="437" y="973"/>
                  </a:cubicBezTo>
                  <a:cubicBezTo>
                    <a:pt x="406" y="997"/>
                    <a:pt x="394" y="1034"/>
                    <a:pt x="394" y="1071"/>
                  </a:cubicBezTo>
                  <a:lnTo>
                    <a:pt x="394" y="1588"/>
                  </a:lnTo>
                  <a:cubicBezTo>
                    <a:pt x="166" y="1650"/>
                    <a:pt x="0" y="1877"/>
                    <a:pt x="0" y="2154"/>
                  </a:cubicBezTo>
                  <a:cubicBezTo>
                    <a:pt x="0" y="2431"/>
                    <a:pt x="166" y="2665"/>
                    <a:pt x="394" y="2726"/>
                  </a:cubicBezTo>
                  <a:lnTo>
                    <a:pt x="394" y="3957"/>
                  </a:lnTo>
                  <a:cubicBezTo>
                    <a:pt x="394" y="4018"/>
                    <a:pt x="437" y="4073"/>
                    <a:pt x="498" y="4086"/>
                  </a:cubicBezTo>
                  <a:lnTo>
                    <a:pt x="2289" y="4375"/>
                  </a:lnTo>
                  <a:cubicBezTo>
                    <a:pt x="2295" y="4381"/>
                    <a:pt x="2301" y="4381"/>
                    <a:pt x="2307" y="4381"/>
                  </a:cubicBezTo>
                  <a:lnTo>
                    <a:pt x="2762" y="4381"/>
                  </a:lnTo>
                  <a:cubicBezTo>
                    <a:pt x="2768" y="4381"/>
                    <a:pt x="2775" y="4381"/>
                    <a:pt x="2781" y="4375"/>
                  </a:cubicBezTo>
                  <a:lnTo>
                    <a:pt x="4571" y="4086"/>
                  </a:lnTo>
                  <a:cubicBezTo>
                    <a:pt x="4633" y="4073"/>
                    <a:pt x="4676" y="4018"/>
                    <a:pt x="4676" y="3957"/>
                  </a:cubicBezTo>
                  <a:lnTo>
                    <a:pt x="4676" y="2726"/>
                  </a:lnTo>
                  <a:cubicBezTo>
                    <a:pt x="4897" y="2665"/>
                    <a:pt x="5069" y="2431"/>
                    <a:pt x="5069" y="2154"/>
                  </a:cubicBezTo>
                  <a:cubicBezTo>
                    <a:pt x="5069" y="1877"/>
                    <a:pt x="4897" y="1650"/>
                    <a:pt x="4676" y="1588"/>
                  </a:cubicBezTo>
                  <a:lnTo>
                    <a:pt x="4676" y="1071"/>
                  </a:lnTo>
                  <a:cubicBezTo>
                    <a:pt x="4676" y="1034"/>
                    <a:pt x="4657" y="997"/>
                    <a:pt x="4633" y="973"/>
                  </a:cubicBezTo>
                  <a:cubicBezTo>
                    <a:pt x="4614" y="961"/>
                    <a:pt x="4589" y="948"/>
                    <a:pt x="4565" y="948"/>
                  </a:cubicBezTo>
                  <a:cubicBezTo>
                    <a:pt x="4473" y="499"/>
                    <a:pt x="4165" y="149"/>
                    <a:pt x="3310" y="38"/>
                  </a:cubicBezTo>
                  <a:cubicBezTo>
                    <a:pt x="3187" y="19"/>
                    <a:pt x="3051" y="7"/>
                    <a:pt x="2910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7" name="Google Shape;777;p58"/>
          <p:cNvCxnSpPr/>
          <p:nvPr/>
        </p:nvCxnSpPr>
        <p:spPr>
          <a:xfrm>
            <a:off x="581700" y="1775875"/>
            <a:ext cx="7980600" cy="0"/>
          </a:xfrm>
          <a:prstGeom prst="straightConnector1">
            <a:avLst/>
          </a:prstGeom>
          <a:noFill/>
          <a:ln cap="flat" cmpd="sng" w="9525">
            <a:solidFill>
              <a:srgbClr val="5C5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58"/>
          <p:cNvSpPr txBox="1"/>
          <p:nvPr/>
        </p:nvSpPr>
        <p:spPr>
          <a:xfrm>
            <a:off x="-466050" y="1910875"/>
            <a:ext cx="1007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highlight>
                  <a:srgbClr val="E51157"/>
                </a:highlight>
                <a:latin typeface="Montserrat"/>
                <a:ea typeface="Montserrat"/>
                <a:cs typeface="Montserrat"/>
                <a:sym typeface="Montserrat"/>
              </a:rPr>
              <a:t>Mas, além da aprendizagem profissional , também existem outras possibilidades de parcerias que estão dispostas abaixo:</a:t>
            </a:r>
            <a:endParaRPr b="0" i="0" sz="1100" u="none" cap="none" strike="noStrike">
              <a:solidFill>
                <a:schemeClr val="lt1"/>
              </a:solidFill>
              <a:highlight>
                <a:srgbClr val="E51157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9" name="Google Shape;779;p58"/>
          <p:cNvSpPr/>
          <p:nvPr/>
        </p:nvSpPr>
        <p:spPr>
          <a:xfrm>
            <a:off x="1964395" y="2382523"/>
            <a:ext cx="2125800" cy="1087500"/>
          </a:xfrm>
          <a:prstGeom prst="rect">
            <a:avLst/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0" name="Google Shape;780;p58"/>
          <p:cNvSpPr txBox="1"/>
          <p:nvPr/>
        </p:nvSpPr>
        <p:spPr>
          <a:xfrm>
            <a:off x="1964350" y="2353777"/>
            <a:ext cx="21258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Contratar estudantes para estágio e efetivar egressos dos cursos técnicos da rede.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58"/>
          <p:cNvSpPr/>
          <p:nvPr/>
        </p:nvSpPr>
        <p:spPr>
          <a:xfrm>
            <a:off x="4224287" y="2382523"/>
            <a:ext cx="2125800" cy="1087500"/>
          </a:xfrm>
          <a:prstGeom prst="rect">
            <a:avLst/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58"/>
          <p:cNvSpPr txBox="1"/>
          <p:nvPr/>
        </p:nvSpPr>
        <p:spPr>
          <a:xfrm>
            <a:off x="4328417" y="2369219"/>
            <a:ext cx="19173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Apoiar na atualização curricular do curso técnico, a fim de que responda às demandas do setor produtivo..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58"/>
          <p:cNvSpPr/>
          <p:nvPr/>
        </p:nvSpPr>
        <p:spPr>
          <a:xfrm>
            <a:off x="6484174" y="2382525"/>
            <a:ext cx="2235600" cy="1087500"/>
          </a:xfrm>
          <a:prstGeom prst="rect">
            <a:avLst/>
          </a:prstGeom>
          <a:solidFill>
            <a:srgbClr val="F49A1C">
              <a:alpha val="2980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58"/>
          <p:cNvSpPr txBox="1"/>
          <p:nvPr/>
        </p:nvSpPr>
        <p:spPr>
          <a:xfrm>
            <a:off x="6484173" y="2353700"/>
            <a:ext cx="21258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Fornecer treinamentos práticos para estudantes e/ou professores, pelos profissionais da instituição.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58"/>
          <p:cNvSpPr txBox="1"/>
          <p:nvPr/>
        </p:nvSpPr>
        <p:spPr>
          <a:xfrm rot="-5400000">
            <a:off x="-38932" y="2606906"/>
            <a:ext cx="10371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E6660D"/>
                </a:solidFill>
                <a:latin typeface="Montserrat"/>
                <a:ea typeface="Montserrat"/>
                <a:cs typeface="Montserrat"/>
                <a:sym typeface="Montserrat"/>
              </a:rPr>
              <a:t>AÇÕES DA </a:t>
            </a:r>
            <a:endParaRPr b="1" i="0" sz="900" u="none" cap="none" strike="noStrike">
              <a:solidFill>
                <a:srgbClr val="E6660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E6660D"/>
                </a:solidFill>
                <a:latin typeface="Montserrat"/>
                <a:ea typeface="Montserrat"/>
                <a:cs typeface="Montserrat"/>
                <a:sym typeface="Montserrat"/>
              </a:rPr>
              <a:t>INSTITUIÇÃO </a:t>
            </a:r>
            <a:br>
              <a:rPr b="1" i="0" lang="pt-BR" sz="900" u="none" cap="none" strike="noStrike">
                <a:solidFill>
                  <a:srgbClr val="E6660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900" u="none" cap="none" strike="noStrike">
                <a:solidFill>
                  <a:srgbClr val="E6660D"/>
                </a:solidFill>
                <a:latin typeface="Montserrat"/>
                <a:ea typeface="Montserrat"/>
                <a:cs typeface="Montserrat"/>
                <a:sym typeface="Montserrat"/>
              </a:rPr>
              <a:t>PARCEIRA</a:t>
            </a:r>
            <a:endParaRPr b="1" i="0" sz="900" u="none" cap="none" strike="noStrike">
              <a:solidFill>
                <a:srgbClr val="E6660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86" name="Google Shape;786;p58"/>
          <p:cNvGrpSpPr/>
          <p:nvPr/>
        </p:nvGrpSpPr>
        <p:grpSpPr>
          <a:xfrm>
            <a:off x="1026314" y="2559521"/>
            <a:ext cx="656708" cy="627790"/>
            <a:chOff x="4191545" y="-19644298"/>
            <a:chExt cx="713813" cy="682529"/>
          </a:xfrm>
        </p:grpSpPr>
        <p:sp>
          <p:nvSpPr>
            <p:cNvPr id="787" name="Google Shape;787;p58"/>
            <p:cNvSpPr/>
            <p:nvPr/>
          </p:nvSpPr>
          <p:spPr>
            <a:xfrm>
              <a:off x="4304892" y="-19307683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5332" y="0"/>
                    <a:pt x="0" y="5704"/>
                    <a:pt x="0" y="12150"/>
                  </a:cubicBezTo>
                  <a:lnTo>
                    <a:pt x="0" y="21325"/>
                  </a:lnTo>
                  <a:cubicBezTo>
                    <a:pt x="0" y="28269"/>
                    <a:pt x="5208" y="33476"/>
                    <a:pt x="12153" y="33476"/>
                  </a:cubicBezTo>
                  <a:cubicBezTo>
                    <a:pt x="18478" y="33476"/>
                    <a:pt x="24306" y="28269"/>
                    <a:pt x="24306" y="21325"/>
                  </a:cubicBezTo>
                  <a:lnTo>
                    <a:pt x="24306" y="12150"/>
                  </a:lnTo>
                  <a:cubicBezTo>
                    <a:pt x="24306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88" name="Google Shape;788;p58"/>
            <p:cNvSpPr/>
            <p:nvPr/>
          </p:nvSpPr>
          <p:spPr>
            <a:xfrm>
              <a:off x="4348792" y="-19307683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11037" y="0"/>
                    <a:pt x="9797" y="621"/>
                    <a:pt x="8681" y="621"/>
                  </a:cubicBezTo>
                  <a:cubicBezTo>
                    <a:pt x="3472" y="2356"/>
                    <a:pt x="0" y="6944"/>
                    <a:pt x="0" y="12150"/>
                  </a:cubicBezTo>
                  <a:lnTo>
                    <a:pt x="0" y="21325"/>
                  </a:lnTo>
                  <a:cubicBezTo>
                    <a:pt x="0" y="27153"/>
                    <a:pt x="3472" y="31740"/>
                    <a:pt x="8681" y="32856"/>
                  </a:cubicBezTo>
                  <a:cubicBezTo>
                    <a:pt x="9797" y="33476"/>
                    <a:pt x="11037" y="33476"/>
                    <a:pt x="12153" y="33476"/>
                  </a:cubicBezTo>
                  <a:cubicBezTo>
                    <a:pt x="18478" y="33476"/>
                    <a:pt x="24307" y="28269"/>
                    <a:pt x="24307" y="21325"/>
                  </a:cubicBezTo>
                  <a:lnTo>
                    <a:pt x="24307" y="12150"/>
                  </a:lnTo>
                  <a:cubicBezTo>
                    <a:pt x="24183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89" name="Google Shape;789;p58"/>
            <p:cNvSpPr/>
            <p:nvPr/>
          </p:nvSpPr>
          <p:spPr>
            <a:xfrm>
              <a:off x="4304892" y="-19247674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332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8" y="32978"/>
                    <a:pt x="12153" y="32978"/>
                  </a:cubicBezTo>
                  <a:cubicBezTo>
                    <a:pt x="18478" y="32978"/>
                    <a:pt x="24306" y="27772"/>
                    <a:pt x="24306" y="20828"/>
                  </a:cubicBezTo>
                  <a:lnTo>
                    <a:pt x="24306" y="12150"/>
                  </a:lnTo>
                  <a:cubicBezTo>
                    <a:pt x="24306" y="5206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0" name="Google Shape;790;p58"/>
            <p:cNvSpPr/>
            <p:nvPr/>
          </p:nvSpPr>
          <p:spPr>
            <a:xfrm>
              <a:off x="4348792" y="-19247674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8681" y="0"/>
                  </a:moveTo>
                  <a:cubicBezTo>
                    <a:pt x="3472" y="1734"/>
                    <a:pt x="0" y="6322"/>
                    <a:pt x="0" y="12150"/>
                  </a:cubicBezTo>
                  <a:lnTo>
                    <a:pt x="0" y="20828"/>
                  </a:lnTo>
                  <a:cubicBezTo>
                    <a:pt x="0" y="26531"/>
                    <a:pt x="3472" y="31243"/>
                    <a:pt x="8681" y="32359"/>
                  </a:cubicBezTo>
                  <a:cubicBezTo>
                    <a:pt x="9797" y="32978"/>
                    <a:pt x="11037" y="32978"/>
                    <a:pt x="12153" y="32978"/>
                  </a:cubicBezTo>
                  <a:cubicBezTo>
                    <a:pt x="1847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307" y="5206"/>
                    <a:pt x="18602" y="0"/>
                    <a:pt x="12153" y="0"/>
                  </a:cubicBezTo>
                  <a:lnTo>
                    <a:pt x="8681" y="0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1" name="Google Shape;791;p58"/>
            <p:cNvSpPr/>
            <p:nvPr/>
          </p:nvSpPr>
          <p:spPr>
            <a:xfrm>
              <a:off x="4304892" y="-19188162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332" y="0"/>
                    <a:pt x="0" y="5208"/>
                    <a:pt x="0" y="12150"/>
                  </a:cubicBezTo>
                  <a:lnTo>
                    <a:pt x="0" y="20830"/>
                  </a:lnTo>
                  <a:cubicBezTo>
                    <a:pt x="0" y="27772"/>
                    <a:pt x="5208" y="32980"/>
                    <a:pt x="12153" y="32980"/>
                  </a:cubicBezTo>
                  <a:cubicBezTo>
                    <a:pt x="18478" y="32980"/>
                    <a:pt x="24306" y="27772"/>
                    <a:pt x="24306" y="20830"/>
                  </a:cubicBezTo>
                  <a:lnTo>
                    <a:pt x="24306" y="12150"/>
                  </a:lnTo>
                  <a:cubicBezTo>
                    <a:pt x="24306" y="508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2" name="Google Shape;792;p58"/>
            <p:cNvSpPr/>
            <p:nvPr/>
          </p:nvSpPr>
          <p:spPr>
            <a:xfrm>
              <a:off x="4348792" y="-19188162"/>
              <a:ext cx="24306" cy="33104"/>
            </a:xfrm>
            <a:custGeom>
              <a:rect b="b" l="l" r="r" t="t"/>
              <a:pathLst>
                <a:path extrusionOk="0" h="33104" w="24306">
                  <a:moveTo>
                    <a:pt x="8681" y="0"/>
                  </a:moveTo>
                  <a:cubicBezTo>
                    <a:pt x="3472" y="1736"/>
                    <a:pt x="0" y="6323"/>
                    <a:pt x="0" y="12150"/>
                  </a:cubicBezTo>
                  <a:lnTo>
                    <a:pt x="0" y="20830"/>
                  </a:lnTo>
                  <a:cubicBezTo>
                    <a:pt x="0" y="26657"/>
                    <a:pt x="3472" y="31244"/>
                    <a:pt x="8681" y="32484"/>
                  </a:cubicBezTo>
                  <a:cubicBezTo>
                    <a:pt x="9797" y="33104"/>
                    <a:pt x="11037" y="33104"/>
                    <a:pt x="12153" y="33104"/>
                  </a:cubicBezTo>
                  <a:cubicBezTo>
                    <a:pt x="18478" y="33104"/>
                    <a:pt x="24307" y="27896"/>
                    <a:pt x="24307" y="20954"/>
                  </a:cubicBezTo>
                  <a:lnTo>
                    <a:pt x="24307" y="12274"/>
                  </a:lnTo>
                  <a:cubicBezTo>
                    <a:pt x="24307" y="5332"/>
                    <a:pt x="18602" y="124"/>
                    <a:pt x="12153" y="124"/>
                  </a:cubicBezTo>
                  <a:lnTo>
                    <a:pt x="8681" y="124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3" name="Google Shape;793;p58"/>
            <p:cNvSpPr/>
            <p:nvPr/>
          </p:nvSpPr>
          <p:spPr>
            <a:xfrm>
              <a:off x="4304892" y="-19128650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332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8" y="32978"/>
                    <a:pt x="12153" y="32978"/>
                  </a:cubicBezTo>
                  <a:cubicBezTo>
                    <a:pt x="18478" y="32978"/>
                    <a:pt x="24306" y="27772"/>
                    <a:pt x="24306" y="20828"/>
                  </a:cubicBezTo>
                  <a:lnTo>
                    <a:pt x="24306" y="12150"/>
                  </a:lnTo>
                  <a:cubicBezTo>
                    <a:pt x="24306" y="5082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4" name="Google Shape;794;p58"/>
            <p:cNvSpPr/>
            <p:nvPr/>
          </p:nvSpPr>
          <p:spPr>
            <a:xfrm>
              <a:off x="4348792" y="-19128650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11037" y="0"/>
                    <a:pt x="9797" y="0"/>
                    <a:pt x="8681" y="619"/>
                  </a:cubicBezTo>
                  <a:cubicBezTo>
                    <a:pt x="3472" y="1736"/>
                    <a:pt x="0" y="6323"/>
                    <a:pt x="0" y="12150"/>
                  </a:cubicBezTo>
                  <a:lnTo>
                    <a:pt x="0" y="20828"/>
                  </a:lnTo>
                  <a:cubicBezTo>
                    <a:pt x="0" y="26657"/>
                    <a:pt x="3472" y="31244"/>
                    <a:pt x="8681" y="32359"/>
                  </a:cubicBezTo>
                  <a:cubicBezTo>
                    <a:pt x="9797" y="32978"/>
                    <a:pt x="11037" y="32978"/>
                    <a:pt x="12153" y="32978"/>
                  </a:cubicBezTo>
                  <a:cubicBezTo>
                    <a:pt x="1847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082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5" name="Google Shape;795;p58"/>
            <p:cNvSpPr/>
            <p:nvPr/>
          </p:nvSpPr>
          <p:spPr>
            <a:xfrm>
              <a:off x="4304892" y="-19069263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332" y="0"/>
                    <a:pt x="0" y="5208"/>
                    <a:pt x="0" y="12152"/>
                  </a:cubicBezTo>
                  <a:lnTo>
                    <a:pt x="0" y="20830"/>
                  </a:lnTo>
                  <a:cubicBezTo>
                    <a:pt x="0" y="27772"/>
                    <a:pt x="5208" y="32980"/>
                    <a:pt x="12153" y="32980"/>
                  </a:cubicBezTo>
                  <a:cubicBezTo>
                    <a:pt x="18478" y="32980"/>
                    <a:pt x="24306" y="27772"/>
                    <a:pt x="24306" y="20830"/>
                  </a:cubicBezTo>
                  <a:lnTo>
                    <a:pt x="24306" y="12152"/>
                  </a:lnTo>
                  <a:cubicBezTo>
                    <a:pt x="24306" y="5208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6" name="Google Shape;796;p58"/>
            <p:cNvSpPr/>
            <p:nvPr/>
          </p:nvSpPr>
          <p:spPr>
            <a:xfrm>
              <a:off x="4348792" y="-19069263"/>
              <a:ext cx="24306" cy="32855"/>
            </a:xfrm>
            <a:custGeom>
              <a:rect b="b" l="l" r="r" t="t"/>
              <a:pathLst>
                <a:path extrusionOk="0" h="32855" w="24306">
                  <a:moveTo>
                    <a:pt x="12153" y="0"/>
                  </a:moveTo>
                  <a:cubicBezTo>
                    <a:pt x="6325" y="0"/>
                    <a:pt x="1736" y="3472"/>
                    <a:pt x="620" y="8680"/>
                  </a:cubicBezTo>
                  <a:cubicBezTo>
                    <a:pt x="0" y="9795"/>
                    <a:pt x="0" y="10911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209" y="32856"/>
                    <a:pt x="12153" y="32856"/>
                  </a:cubicBezTo>
                  <a:cubicBezTo>
                    <a:pt x="18478" y="32856"/>
                    <a:pt x="24307" y="27650"/>
                    <a:pt x="24307" y="20706"/>
                  </a:cubicBezTo>
                  <a:lnTo>
                    <a:pt x="24307" y="12028"/>
                  </a:lnTo>
                  <a:cubicBezTo>
                    <a:pt x="24307" y="10911"/>
                    <a:pt x="23686" y="9795"/>
                    <a:pt x="23686" y="8680"/>
                  </a:cubicBezTo>
                  <a:cubicBezTo>
                    <a:pt x="21950" y="3472"/>
                    <a:pt x="1723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7" name="Google Shape;797;p58"/>
            <p:cNvSpPr/>
            <p:nvPr/>
          </p:nvSpPr>
          <p:spPr>
            <a:xfrm>
              <a:off x="4459659" y="-19247674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829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829" y="32978"/>
                    <a:pt x="12153" y="32978"/>
                  </a:cubicBezTo>
                  <a:cubicBezTo>
                    <a:pt x="1909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206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8" name="Google Shape;798;p58"/>
            <p:cNvSpPr/>
            <p:nvPr/>
          </p:nvSpPr>
          <p:spPr>
            <a:xfrm>
              <a:off x="4503559" y="-19247674"/>
              <a:ext cx="24802" cy="32978"/>
            </a:xfrm>
            <a:custGeom>
              <a:rect b="b" l="l" r="r" t="t"/>
              <a:pathLst>
                <a:path extrusionOk="0" h="32978" w="24802">
                  <a:moveTo>
                    <a:pt x="12649" y="0"/>
                  </a:moveTo>
                  <a:cubicBezTo>
                    <a:pt x="5704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704" y="32978"/>
                    <a:pt x="12649" y="32978"/>
                  </a:cubicBezTo>
                  <a:cubicBezTo>
                    <a:pt x="17238" y="32978"/>
                    <a:pt x="21330" y="30127"/>
                    <a:pt x="23066" y="26036"/>
                  </a:cubicBezTo>
                  <a:cubicBezTo>
                    <a:pt x="24183" y="24300"/>
                    <a:pt x="24802" y="22564"/>
                    <a:pt x="24802" y="20828"/>
                  </a:cubicBezTo>
                  <a:lnTo>
                    <a:pt x="24802" y="12150"/>
                  </a:lnTo>
                  <a:cubicBezTo>
                    <a:pt x="24802" y="9794"/>
                    <a:pt x="24183" y="8058"/>
                    <a:pt x="23066" y="6322"/>
                  </a:cubicBezTo>
                  <a:cubicBezTo>
                    <a:pt x="21330" y="2355"/>
                    <a:pt x="17362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9" name="Google Shape;799;p58"/>
            <p:cNvSpPr/>
            <p:nvPr/>
          </p:nvSpPr>
          <p:spPr>
            <a:xfrm>
              <a:off x="4549692" y="-19247674"/>
              <a:ext cx="24802" cy="32978"/>
            </a:xfrm>
            <a:custGeom>
              <a:rect b="b" l="l" r="r" t="t"/>
              <a:pathLst>
                <a:path extrusionOk="0" h="32978" w="24802">
                  <a:moveTo>
                    <a:pt x="12153" y="0"/>
                  </a:moveTo>
                  <a:cubicBezTo>
                    <a:pt x="7565" y="0"/>
                    <a:pt x="3472" y="2355"/>
                    <a:pt x="1736" y="6322"/>
                  </a:cubicBezTo>
                  <a:cubicBezTo>
                    <a:pt x="620" y="8058"/>
                    <a:pt x="0" y="9794"/>
                    <a:pt x="0" y="12150"/>
                  </a:cubicBezTo>
                  <a:lnTo>
                    <a:pt x="0" y="20828"/>
                  </a:lnTo>
                  <a:cubicBezTo>
                    <a:pt x="0" y="22564"/>
                    <a:pt x="620" y="24300"/>
                    <a:pt x="1736" y="26036"/>
                  </a:cubicBezTo>
                  <a:cubicBezTo>
                    <a:pt x="3472" y="30127"/>
                    <a:pt x="7565" y="32978"/>
                    <a:pt x="12153" y="32978"/>
                  </a:cubicBezTo>
                  <a:cubicBezTo>
                    <a:pt x="19098" y="32978"/>
                    <a:pt x="24802" y="27772"/>
                    <a:pt x="24802" y="20828"/>
                  </a:cubicBezTo>
                  <a:lnTo>
                    <a:pt x="24802" y="12150"/>
                  </a:lnTo>
                  <a:cubicBezTo>
                    <a:pt x="24802" y="5206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0" name="Google Shape;800;p58"/>
            <p:cNvSpPr/>
            <p:nvPr/>
          </p:nvSpPr>
          <p:spPr>
            <a:xfrm>
              <a:off x="4594212" y="-19247674"/>
              <a:ext cx="24182" cy="33102"/>
            </a:xfrm>
            <a:custGeom>
              <a:rect b="b" l="l" r="r" t="t"/>
              <a:pathLst>
                <a:path extrusionOk="0" h="33102" w="24182">
                  <a:moveTo>
                    <a:pt x="12153" y="0"/>
                  </a:moveTo>
                  <a:cubicBezTo>
                    <a:pt x="10417" y="0"/>
                    <a:pt x="8681" y="0"/>
                    <a:pt x="6945" y="619"/>
                  </a:cubicBezTo>
                  <a:cubicBezTo>
                    <a:pt x="2852" y="2355"/>
                    <a:pt x="0" y="6942"/>
                    <a:pt x="0" y="12274"/>
                  </a:cubicBezTo>
                  <a:lnTo>
                    <a:pt x="0" y="20952"/>
                  </a:lnTo>
                  <a:cubicBezTo>
                    <a:pt x="0" y="26160"/>
                    <a:pt x="2852" y="30127"/>
                    <a:pt x="6945" y="31987"/>
                  </a:cubicBezTo>
                  <a:cubicBezTo>
                    <a:pt x="8681" y="32606"/>
                    <a:pt x="10417" y="33103"/>
                    <a:pt x="12153" y="33103"/>
                  </a:cubicBezTo>
                  <a:cubicBezTo>
                    <a:pt x="15005" y="33103"/>
                    <a:pt x="17362" y="31987"/>
                    <a:pt x="18974" y="30748"/>
                  </a:cubicBezTo>
                  <a:cubicBezTo>
                    <a:pt x="21826" y="28515"/>
                    <a:pt x="24183" y="25043"/>
                    <a:pt x="24183" y="20952"/>
                  </a:cubicBezTo>
                  <a:lnTo>
                    <a:pt x="24183" y="12274"/>
                  </a:lnTo>
                  <a:cubicBezTo>
                    <a:pt x="24183" y="8182"/>
                    <a:pt x="21826" y="4710"/>
                    <a:pt x="18974" y="2479"/>
                  </a:cubicBezTo>
                  <a:cubicBezTo>
                    <a:pt x="17362" y="495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1" name="Google Shape;801;p58"/>
            <p:cNvSpPr/>
            <p:nvPr/>
          </p:nvSpPr>
          <p:spPr>
            <a:xfrm>
              <a:off x="4393933" y="-19488450"/>
              <a:ext cx="24802" cy="32980"/>
            </a:xfrm>
            <a:custGeom>
              <a:rect b="b" l="l" r="r" t="t"/>
              <a:pathLst>
                <a:path extrusionOk="0" h="32980" w="24802">
                  <a:moveTo>
                    <a:pt x="12649" y="0"/>
                  </a:moveTo>
                  <a:cubicBezTo>
                    <a:pt x="5704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704" y="32980"/>
                    <a:pt x="12649" y="32980"/>
                  </a:cubicBezTo>
                  <a:cubicBezTo>
                    <a:pt x="18974" y="32980"/>
                    <a:pt x="24802" y="27772"/>
                    <a:pt x="24802" y="20828"/>
                  </a:cubicBezTo>
                  <a:lnTo>
                    <a:pt x="24802" y="12150"/>
                  </a:lnTo>
                  <a:cubicBezTo>
                    <a:pt x="24678" y="5208"/>
                    <a:pt x="18974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2" name="Google Shape;802;p58"/>
            <p:cNvSpPr/>
            <p:nvPr/>
          </p:nvSpPr>
          <p:spPr>
            <a:xfrm>
              <a:off x="4438329" y="-19488450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209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9" y="32980"/>
                    <a:pt x="12153" y="32980"/>
                  </a:cubicBezTo>
                  <a:cubicBezTo>
                    <a:pt x="18478" y="32980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208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3" name="Google Shape;803;p58"/>
            <p:cNvSpPr/>
            <p:nvPr/>
          </p:nvSpPr>
          <p:spPr>
            <a:xfrm>
              <a:off x="4484461" y="-19488450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209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9" y="32980"/>
                    <a:pt x="12153" y="32980"/>
                  </a:cubicBezTo>
                  <a:cubicBezTo>
                    <a:pt x="18478" y="32980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307" y="5208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4" name="Google Shape;804;p58"/>
            <p:cNvSpPr/>
            <p:nvPr/>
          </p:nvSpPr>
          <p:spPr>
            <a:xfrm>
              <a:off x="4528362" y="-19488450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209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9" y="32980"/>
                    <a:pt x="12153" y="32980"/>
                  </a:cubicBezTo>
                  <a:cubicBezTo>
                    <a:pt x="19098" y="32980"/>
                    <a:pt x="24306" y="27772"/>
                    <a:pt x="24306" y="20828"/>
                  </a:cubicBezTo>
                  <a:lnTo>
                    <a:pt x="24306" y="12150"/>
                  </a:lnTo>
                  <a:cubicBezTo>
                    <a:pt x="24183" y="5208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5" name="Google Shape;805;p58"/>
            <p:cNvSpPr/>
            <p:nvPr/>
          </p:nvSpPr>
          <p:spPr>
            <a:xfrm>
              <a:off x="4393933" y="-19424846"/>
              <a:ext cx="24802" cy="33474"/>
            </a:xfrm>
            <a:custGeom>
              <a:rect b="b" l="l" r="r" t="t"/>
              <a:pathLst>
                <a:path extrusionOk="0" h="33474" w="24802">
                  <a:moveTo>
                    <a:pt x="12649" y="0"/>
                  </a:moveTo>
                  <a:cubicBezTo>
                    <a:pt x="5704" y="0"/>
                    <a:pt x="0" y="5703"/>
                    <a:pt x="0" y="12647"/>
                  </a:cubicBezTo>
                  <a:lnTo>
                    <a:pt x="0" y="21325"/>
                  </a:lnTo>
                  <a:cubicBezTo>
                    <a:pt x="0" y="28269"/>
                    <a:pt x="5704" y="33475"/>
                    <a:pt x="12649" y="33475"/>
                  </a:cubicBezTo>
                  <a:cubicBezTo>
                    <a:pt x="18974" y="33475"/>
                    <a:pt x="24802" y="28269"/>
                    <a:pt x="24802" y="21325"/>
                  </a:cubicBezTo>
                  <a:lnTo>
                    <a:pt x="24802" y="12647"/>
                  </a:lnTo>
                  <a:cubicBezTo>
                    <a:pt x="24678" y="5703"/>
                    <a:pt x="18974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6" name="Google Shape;806;p58"/>
            <p:cNvSpPr/>
            <p:nvPr/>
          </p:nvSpPr>
          <p:spPr>
            <a:xfrm>
              <a:off x="4438329" y="-19424846"/>
              <a:ext cx="24306" cy="33474"/>
            </a:xfrm>
            <a:custGeom>
              <a:rect b="b" l="l" r="r" t="t"/>
              <a:pathLst>
                <a:path extrusionOk="0" h="33474" w="24306">
                  <a:moveTo>
                    <a:pt x="12153" y="0"/>
                  </a:moveTo>
                  <a:cubicBezTo>
                    <a:pt x="5209" y="0"/>
                    <a:pt x="0" y="5703"/>
                    <a:pt x="0" y="12150"/>
                  </a:cubicBezTo>
                  <a:lnTo>
                    <a:pt x="0" y="21325"/>
                  </a:lnTo>
                  <a:cubicBezTo>
                    <a:pt x="0" y="28269"/>
                    <a:pt x="5209" y="33475"/>
                    <a:pt x="12153" y="33475"/>
                  </a:cubicBezTo>
                  <a:cubicBezTo>
                    <a:pt x="18478" y="33475"/>
                    <a:pt x="24307" y="28269"/>
                    <a:pt x="24307" y="21325"/>
                  </a:cubicBezTo>
                  <a:lnTo>
                    <a:pt x="24307" y="12150"/>
                  </a:lnTo>
                  <a:cubicBezTo>
                    <a:pt x="24183" y="5703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7" name="Google Shape;807;p58"/>
            <p:cNvSpPr/>
            <p:nvPr/>
          </p:nvSpPr>
          <p:spPr>
            <a:xfrm>
              <a:off x="4484461" y="-19424846"/>
              <a:ext cx="24306" cy="33474"/>
            </a:xfrm>
            <a:custGeom>
              <a:rect b="b" l="l" r="r" t="t"/>
              <a:pathLst>
                <a:path extrusionOk="0" h="33474" w="24306">
                  <a:moveTo>
                    <a:pt x="12153" y="0"/>
                  </a:moveTo>
                  <a:cubicBezTo>
                    <a:pt x="5209" y="0"/>
                    <a:pt x="0" y="5703"/>
                    <a:pt x="0" y="12150"/>
                  </a:cubicBezTo>
                  <a:lnTo>
                    <a:pt x="0" y="21325"/>
                  </a:lnTo>
                  <a:cubicBezTo>
                    <a:pt x="0" y="28269"/>
                    <a:pt x="5209" y="33475"/>
                    <a:pt x="12153" y="33475"/>
                  </a:cubicBezTo>
                  <a:cubicBezTo>
                    <a:pt x="18478" y="33475"/>
                    <a:pt x="24307" y="28269"/>
                    <a:pt x="24307" y="21325"/>
                  </a:cubicBezTo>
                  <a:lnTo>
                    <a:pt x="24307" y="12150"/>
                  </a:lnTo>
                  <a:cubicBezTo>
                    <a:pt x="24307" y="5703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8" name="Google Shape;808;p58"/>
            <p:cNvSpPr/>
            <p:nvPr/>
          </p:nvSpPr>
          <p:spPr>
            <a:xfrm>
              <a:off x="4438329" y="-19360748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5209" y="0"/>
                    <a:pt x="0" y="5704"/>
                    <a:pt x="0" y="12152"/>
                  </a:cubicBezTo>
                  <a:lnTo>
                    <a:pt x="0" y="21326"/>
                  </a:lnTo>
                  <a:cubicBezTo>
                    <a:pt x="0" y="27650"/>
                    <a:pt x="5209" y="33476"/>
                    <a:pt x="12153" y="33476"/>
                  </a:cubicBezTo>
                  <a:cubicBezTo>
                    <a:pt x="18478" y="33476"/>
                    <a:pt x="24307" y="27774"/>
                    <a:pt x="24307" y="21326"/>
                  </a:cubicBezTo>
                  <a:lnTo>
                    <a:pt x="24307" y="12152"/>
                  </a:lnTo>
                  <a:cubicBezTo>
                    <a:pt x="24183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9" name="Google Shape;809;p58"/>
            <p:cNvSpPr/>
            <p:nvPr/>
          </p:nvSpPr>
          <p:spPr>
            <a:xfrm>
              <a:off x="4484461" y="-19360748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5209" y="0"/>
                    <a:pt x="0" y="5704"/>
                    <a:pt x="0" y="12152"/>
                  </a:cubicBezTo>
                  <a:lnTo>
                    <a:pt x="0" y="21326"/>
                  </a:lnTo>
                  <a:cubicBezTo>
                    <a:pt x="0" y="27650"/>
                    <a:pt x="5209" y="33476"/>
                    <a:pt x="12153" y="33476"/>
                  </a:cubicBezTo>
                  <a:cubicBezTo>
                    <a:pt x="18478" y="33476"/>
                    <a:pt x="24307" y="27774"/>
                    <a:pt x="24307" y="21326"/>
                  </a:cubicBezTo>
                  <a:lnTo>
                    <a:pt x="24307" y="12152"/>
                  </a:lnTo>
                  <a:cubicBezTo>
                    <a:pt x="24307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0" name="Google Shape;810;p58"/>
            <p:cNvSpPr/>
            <p:nvPr/>
          </p:nvSpPr>
          <p:spPr>
            <a:xfrm>
              <a:off x="4459783" y="-19188162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029" y="0"/>
                  </a:moveTo>
                  <a:cubicBezTo>
                    <a:pt x="8557" y="0"/>
                    <a:pt x="5085" y="1736"/>
                    <a:pt x="2852" y="4587"/>
                  </a:cubicBezTo>
                  <a:cubicBezTo>
                    <a:pt x="1116" y="6323"/>
                    <a:pt x="0" y="9175"/>
                    <a:pt x="0" y="12150"/>
                  </a:cubicBezTo>
                  <a:lnTo>
                    <a:pt x="0" y="20830"/>
                  </a:lnTo>
                  <a:cubicBezTo>
                    <a:pt x="0" y="27772"/>
                    <a:pt x="5829" y="32980"/>
                    <a:pt x="12153" y="32980"/>
                  </a:cubicBezTo>
                  <a:cubicBezTo>
                    <a:pt x="19098" y="32980"/>
                    <a:pt x="24306" y="27772"/>
                    <a:pt x="24306" y="20830"/>
                  </a:cubicBezTo>
                  <a:lnTo>
                    <a:pt x="24306" y="12150"/>
                  </a:lnTo>
                  <a:cubicBezTo>
                    <a:pt x="24306" y="9299"/>
                    <a:pt x="23686" y="6447"/>
                    <a:pt x="22074" y="4587"/>
                  </a:cubicBezTo>
                  <a:cubicBezTo>
                    <a:pt x="19470" y="1612"/>
                    <a:pt x="15998" y="0"/>
                    <a:pt x="1202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1" name="Google Shape;811;p58"/>
            <p:cNvSpPr/>
            <p:nvPr/>
          </p:nvSpPr>
          <p:spPr>
            <a:xfrm>
              <a:off x="4503559" y="-19188162"/>
              <a:ext cx="24802" cy="32980"/>
            </a:xfrm>
            <a:custGeom>
              <a:rect b="b" l="l" r="r" t="t"/>
              <a:pathLst>
                <a:path extrusionOk="0" h="32980" w="24802">
                  <a:moveTo>
                    <a:pt x="12649" y="0"/>
                  </a:moveTo>
                  <a:cubicBezTo>
                    <a:pt x="8557" y="0"/>
                    <a:pt x="5085" y="1736"/>
                    <a:pt x="2852" y="4587"/>
                  </a:cubicBezTo>
                  <a:cubicBezTo>
                    <a:pt x="1116" y="6323"/>
                    <a:pt x="0" y="9175"/>
                    <a:pt x="0" y="12150"/>
                  </a:cubicBezTo>
                  <a:lnTo>
                    <a:pt x="0" y="20830"/>
                  </a:lnTo>
                  <a:cubicBezTo>
                    <a:pt x="0" y="25541"/>
                    <a:pt x="2232" y="29012"/>
                    <a:pt x="5704" y="31244"/>
                  </a:cubicBezTo>
                  <a:cubicBezTo>
                    <a:pt x="8061" y="32484"/>
                    <a:pt x="9797" y="32980"/>
                    <a:pt x="12649" y="32980"/>
                  </a:cubicBezTo>
                  <a:cubicBezTo>
                    <a:pt x="14385" y="32980"/>
                    <a:pt x="16121" y="32359"/>
                    <a:pt x="17858" y="31740"/>
                  </a:cubicBezTo>
                  <a:cubicBezTo>
                    <a:pt x="20214" y="30005"/>
                    <a:pt x="21950" y="28269"/>
                    <a:pt x="23066" y="26036"/>
                  </a:cubicBezTo>
                  <a:cubicBezTo>
                    <a:pt x="24183" y="24300"/>
                    <a:pt x="24802" y="22566"/>
                    <a:pt x="24802" y="20830"/>
                  </a:cubicBezTo>
                  <a:lnTo>
                    <a:pt x="24802" y="12150"/>
                  </a:lnTo>
                  <a:cubicBezTo>
                    <a:pt x="24802" y="9919"/>
                    <a:pt x="24183" y="8059"/>
                    <a:pt x="23066" y="6447"/>
                  </a:cubicBezTo>
                  <a:cubicBezTo>
                    <a:pt x="21826" y="4711"/>
                    <a:pt x="20214" y="2356"/>
                    <a:pt x="17858" y="1240"/>
                  </a:cubicBezTo>
                  <a:cubicBezTo>
                    <a:pt x="16121" y="496"/>
                    <a:pt x="14385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2" name="Google Shape;812;p58"/>
            <p:cNvSpPr/>
            <p:nvPr/>
          </p:nvSpPr>
          <p:spPr>
            <a:xfrm>
              <a:off x="4549692" y="-19188162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153" y="0"/>
                  </a:moveTo>
                  <a:cubicBezTo>
                    <a:pt x="7565" y="0"/>
                    <a:pt x="3472" y="2356"/>
                    <a:pt x="1736" y="6323"/>
                  </a:cubicBezTo>
                  <a:cubicBezTo>
                    <a:pt x="620" y="8059"/>
                    <a:pt x="0" y="9795"/>
                    <a:pt x="0" y="12026"/>
                  </a:cubicBezTo>
                  <a:lnTo>
                    <a:pt x="0" y="20706"/>
                  </a:lnTo>
                  <a:cubicBezTo>
                    <a:pt x="0" y="22442"/>
                    <a:pt x="620" y="24178"/>
                    <a:pt x="1736" y="25912"/>
                  </a:cubicBezTo>
                  <a:cubicBezTo>
                    <a:pt x="3472" y="30005"/>
                    <a:pt x="7565" y="32856"/>
                    <a:pt x="12153" y="32856"/>
                  </a:cubicBezTo>
                  <a:cubicBezTo>
                    <a:pt x="19098" y="32856"/>
                    <a:pt x="24802" y="27648"/>
                    <a:pt x="24802" y="20706"/>
                  </a:cubicBezTo>
                  <a:lnTo>
                    <a:pt x="24802" y="12026"/>
                  </a:lnTo>
                  <a:cubicBezTo>
                    <a:pt x="24802" y="5084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3" name="Google Shape;813;p58"/>
            <p:cNvSpPr/>
            <p:nvPr/>
          </p:nvSpPr>
          <p:spPr>
            <a:xfrm>
              <a:off x="4594212" y="-19188162"/>
              <a:ext cx="24182" cy="33104"/>
            </a:xfrm>
            <a:custGeom>
              <a:rect b="b" l="l" r="r" t="t"/>
              <a:pathLst>
                <a:path extrusionOk="0" h="33104" w="24182">
                  <a:moveTo>
                    <a:pt x="12153" y="0"/>
                  </a:moveTo>
                  <a:cubicBezTo>
                    <a:pt x="10417" y="0"/>
                    <a:pt x="8681" y="0"/>
                    <a:pt x="6945" y="621"/>
                  </a:cubicBezTo>
                  <a:cubicBezTo>
                    <a:pt x="2852" y="2975"/>
                    <a:pt x="0" y="6944"/>
                    <a:pt x="0" y="12150"/>
                  </a:cubicBezTo>
                  <a:lnTo>
                    <a:pt x="0" y="20830"/>
                  </a:lnTo>
                  <a:cubicBezTo>
                    <a:pt x="0" y="26036"/>
                    <a:pt x="2852" y="30129"/>
                    <a:pt x="6945" y="31865"/>
                  </a:cubicBezTo>
                  <a:cubicBezTo>
                    <a:pt x="8681" y="33104"/>
                    <a:pt x="10417" y="33104"/>
                    <a:pt x="12153" y="33104"/>
                  </a:cubicBezTo>
                  <a:cubicBezTo>
                    <a:pt x="15005" y="33104"/>
                    <a:pt x="17362" y="31865"/>
                    <a:pt x="18974" y="30748"/>
                  </a:cubicBezTo>
                  <a:cubicBezTo>
                    <a:pt x="21826" y="28393"/>
                    <a:pt x="24183" y="25045"/>
                    <a:pt x="24183" y="20954"/>
                  </a:cubicBezTo>
                  <a:lnTo>
                    <a:pt x="24183" y="12274"/>
                  </a:lnTo>
                  <a:cubicBezTo>
                    <a:pt x="24183" y="8183"/>
                    <a:pt x="21826" y="4711"/>
                    <a:pt x="18974" y="2481"/>
                  </a:cubicBezTo>
                  <a:cubicBezTo>
                    <a:pt x="17362" y="496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4" name="Google Shape;814;p58"/>
            <p:cNvSpPr/>
            <p:nvPr/>
          </p:nvSpPr>
          <p:spPr>
            <a:xfrm>
              <a:off x="4459659" y="-19128650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829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829" y="32978"/>
                    <a:pt x="12153" y="32978"/>
                  </a:cubicBezTo>
                  <a:cubicBezTo>
                    <a:pt x="1909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082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5" name="Google Shape;815;p58"/>
            <p:cNvSpPr/>
            <p:nvPr/>
          </p:nvSpPr>
          <p:spPr>
            <a:xfrm>
              <a:off x="4503559" y="-19128650"/>
              <a:ext cx="24802" cy="32978"/>
            </a:xfrm>
            <a:custGeom>
              <a:rect b="b" l="l" r="r" t="t"/>
              <a:pathLst>
                <a:path extrusionOk="0" h="32978" w="24802">
                  <a:moveTo>
                    <a:pt x="12649" y="0"/>
                  </a:moveTo>
                  <a:cubicBezTo>
                    <a:pt x="9797" y="0"/>
                    <a:pt x="8061" y="619"/>
                    <a:pt x="5704" y="1736"/>
                  </a:cubicBezTo>
                  <a:cubicBezTo>
                    <a:pt x="2232" y="4091"/>
                    <a:pt x="0" y="7563"/>
                    <a:pt x="0" y="12150"/>
                  </a:cubicBezTo>
                  <a:lnTo>
                    <a:pt x="0" y="20828"/>
                  </a:lnTo>
                  <a:cubicBezTo>
                    <a:pt x="0" y="25416"/>
                    <a:pt x="2232" y="28888"/>
                    <a:pt x="5704" y="31244"/>
                  </a:cubicBezTo>
                  <a:cubicBezTo>
                    <a:pt x="8061" y="32359"/>
                    <a:pt x="9797" y="32978"/>
                    <a:pt x="12649" y="32978"/>
                  </a:cubicBezTo>
                  <a:cubicBezTo>
                    <a:pt x="14385" y="32978"/>
                    <a:pt x="16121" y="32359"/>
                    <a:pt x="17858" y="31863"/>
                  </a:cubicBezTo>
                  <a:cubicBezTo>
                    <a:pt x="20214" y="30748"/>
                    <a:pt x="21950" y="28391"/>
                    <a:pt x="23066" y="26036"/>
                  </a:cubicBezTo>
                  <a:cubicBezTo>
                    <a:pt x="24183" y="24921"/>
                    <a:pt x="24802" y="22688"/>
                    <a:pt x="24802" y="20828"/>
                  </a:cubicBezTo>
                  <a:lnTo>
                    <a:pt x="24802" y="12150"/>
                  </a:lnTo>
                  <a:cubicBezTo>
                    <a:pt x="24802" y="9794"/>
                    <a:pt x="24183" y="8059"/>
                    <a:pt x="23066" y="6942"/>
                  </a:cubicBezTo>
                  <a:cubicBezTo>
                    <a:pt x="21826" y="4711"/>
                    <a:pt x="20214" y="2355"/>
                    <a:pt x="17858" y="1240"/>
                  </a:cubicBezTo>
                  <a:cubicBezTo>
                    <a:pt x="16121" y="495"/>
                    <a:pt x="14385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6" name="Google Shape;816;p58"/>
            <p:cNvSpPr/>
            <p:nvPr/>
          </p:nvSpPr>
          <p:spPr>
            <a:xfrm>
              <a:off x="4549692" y="-19128650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153" y="0"/>
                  </a:moveTo>
                  <a:cubicBezTo>
                    <a:pt x="7565" y="0"/>
                    <a:pt x="3472" y="2851"/>
                    <a:pt x="1736" y="6818"/>
                  </a:cubicBezTo>
                  <a:cubicBezTo>
                    <a:pt x="620" y="8059"/>
                    <a:pt x="0" y="9670"/>
                    <a:pt x="0" y="12026"/>
                  </a:cubicBezTo>
                  <a:lnTo>
                    <a:pt x="0" y="20704"/>
                  </a:lnTo>
                  <a:cubicBezTo>
                    <a:pt x="0" y="22440"/>
                    <a:pt x="620" y="24797"/>
                    <a:pt x="1736" y="25912"/>
                  </a:cubicBezTo>
                  <a:cubicBezTo>
                    <a:pt x="3472" y="30003"/>
                    <a:pt x="7565" y="32856"/>
                    <a:pt x="12153" y="32856"/>
                  </a:cubicBezTo>
                  <a:cubicBezTo>
                    <a:pt x="19098" y="32856"/>
                    <a:pt x="24802" y="27648"/>
                    <a:pt x="24802" y="20704"/>
                  </a:cubicBezTo>
                  <a:lnTo>
                    <a:pt x="24802" y="12026"/>
                  </a:lnTo>
                  <a:cubicBezTo>
                    <a:pt x="24802" y="5082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7" name="Google Shape;817;p58"/>
            <p:cNvSpPr/>
            <p:nvPr/>
          </p:nvSpPr>
          <p:spPr>
            <a:xfrm>
              <a:off x="4594212" y="-19128650"/>
              <a:ext cx="24182" cy="32978"/>
            </a:xfrm>
            <a:custGeom>
              <a:rect b="b" l="l" r="r" t="t"/>
              <a:pathLst>
                <a:path extrusionOk="0" h="32978" w="24182">
                  <a:moveTo>
                    <a:pt x="12153" y="0"/>
                  </a:moveTo>
                  <a:cubicBezTo>
                    <a:pt x="10417" y="0"/>
                    <a:pt x="8681" y="0"/>
                    <a:pt x="6945" y="619"/>
                  </a:cubicBezTo>
                  <a:cubicBezTo>
                    <a:pt x="2852" y="2851"/>
                    <a:pt x="0" y="6942"/>
                    <a:pt x="0" y="12150"/>
                  </a:cubicBezTo>
                  <a:lnTo>
                    <a:pt x="0" y="20828"/>
                  </a:lnTo>
                  <a:cubicBezTo>
                    <a:pt x="0" y="26036"/>
                    <a:pt x="2852" y="30127"/>
                    <a:pt x="6945" y="32359"/>
                  </a:cubicBezTo>
                  <a:cubicBezTo>
                    <a:pt x="8681" y="32978"/>
                    <a:pt x="10417" y="32978"/>
                    <a:pt x="12153" y="32978"/>
                  </a:cubicBezTo>
                  <a:cubicBezTo>
                    <a:pt x="15005" y="32978"/>
                    <a:pt x="17362" y="32359"/>
                    <a:pt x="18974" y="30748"/>
                  </a:cubicBezTo>
                  <a:cubicBezTo>
                    <a:pt x="21826" y="28391"/>
                    <a:pt x="24183" y="24921"/>
                    <a:pt x="24183" y="20952"/>
                  </a:cubicBezTo>
                  <a:lnTo>
                    <a:pt x="24183" y="12274"/>
                  </a:lnTo>
                  <a:cubicBezTo>
                    <a:pt x="24183" y="8182"/>
                    <a:pt x="21826" y="4711"/>
                    <a:pt x="18974" y="2479"/>
                  </a:cubicBezTo>
                  <a:cubicBezTo>
                    <a:pt x="17362" y="495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8" name="Google Shape;818;p58"/>
            <p:cNvSpPr/>
            <p:nvPr/>
          </p:nvSpPr>
          <p:spPr>
            <a:xfrm>
              <a:off x="4459659" y="-19069263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829" y="0"/>
                    <a:pt x="0" y="5208"/>
                    <a:pt x="0" y="12152"/>
                  </a:cubicBezTo>
                  <a:lnTo>
                    <a:pt x="0" y="20830"/>
                  </a:lnTo>
                  <a:cubicBezTo>
                    <a:pt x="0" y="27772"/>
                    <a:pt x="5829" y="32980"/>
                    <a:pt x="12153" y="32980"/>
                  </a:cubicBezTo>
                  <a:cubicBezTo>
                    <a:pt x="19098" y="32980"/>
                    <a:pt x="24307" y="27772"/>
                    <a:pt x="24307" y="20830"/>
                  </a:cubicBezTo>
                  <a:lnTo>
                    <a:pt x="24307" y="12152"/>
                  </a:lnTo>
                  <a:cubicBezTo>
                    <a:pt x="24183" y="5208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9" name="Google Shape;819;p58"/>
            <p:cNvSpPr/>
            <p:nvPr/>
          </p:nvSpPr>
          <p:spPr>
            <a:xfrm>
              <a:off x="4503559" y="-19069263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649" y="0"/>
                  </a:moveTo>
                  <a:cubicBezTo>
                    <a:pt x="9797" y="0"/>
                    <a:pt x="8061" y="621"/>
                    <a:pt x="5704" y="1736"/>
                  </a:cubicBezTo>
                  <a:cubicBezTo>
                    <a:pt x="2232" y="3968"/>
                    <a:pt x="0" y="7440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704" y="32856"/>
                    <a:pt x="12649" y="32856"/>
                  </a:cubicBezTo>
                  <a:cubicBezTo>
                    <a:pt x="18974" y="32856"/>
                    <a:pt x="24802" y="27650"/>
                    <a:pt x="24802" y="20706"/>
                  </a:cubicBezTo>
                  <a:lnTo>
                    <a:pt x="24802" y="12028"/>
                  </a:lnTo>
                  <a:cubicBezTo>
                    <a:pt x="24802" y="10911"/>
                    <a:pt x="24183" y="9795"/>
                    <a:pt x="24183" y="8680"/>
                  </a:cubicBezTo>
                  <a:cubicBezTo>
                    <a:pt x="23066" y="5208"/>
                    <a:pt x="20710" y="2853"/>
                    <a:pt x="17858" y="1117"/>
                  </a:cubicBezTo>
                  <a:cubicBezTo>
                    <a:pt x="16121" y="496"/>
                    <a:pt x="14385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0" name="Google Shape;820;p58"/>
            <p:cNvSpPr/>
            <p:nvPr/>
          </p:nvSpPr>
          <p:spPr>
            <a:xfrm>
              <a:off x="4549692" y="-19069263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153" y="0"/>
                  </a:moveTo>
                  <a:cubicBezTo>
                    <a:pt x="6945" y="0"/>
                    <a:pt x="2356" y="3472"/>
                    <a:pt x="620" y="8680"/>
                  </a:cubicBezTo>
                  <a:cubicBezTo>
                    <a:pt x="620" y="9795"/>
                    <a:pt x="0" y="10911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704" y="32856"/>
                    <a:pt x="12153" y="32856"/>
                  </a:cubicBezTo>
                  <a:cubicBezTo>
                    <a:pt x="19098" y="32856"/>
                    <a:pt x="24802" y="27650"/>
                    <a:pt x="24802" y="20706"/>
                  </a:cubicBezTo>
                  <a:lnTo>
                    <a:pt x="24802" y="12028"/>
                  </a:lnTo>
                  <a:cubicBezTo>
                    <a:pt x="24802" y="10911"/>
                    <a:pt x="24183" y="9795"/>
                    <a:pt x="24183" y="8680"/>
                  </a:cubicBezTo>
                  <a:cubicBezTo>
                    <a:pt x="22570" y="3472"/>
                    <a:pt x="1785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1" name="Google Shape;821;p58"/>
            <p:cNvSpPr/>
            <p:nvPr/>
          </p:nvSpPr>
          <p:spPr>
            <a:xfrm>
              <a:off x="4594212" y="-19069263"/>
              <a:ext cx="24306" cy="32855"/>
            </a:xfrm>
            <a:custGeom>
              <a:rect b="b" l="l" r="r" t="t"/>
              <a:pathLst>
                <a:path extrusionOk="0" h="32855" w="24306">
                  <a:moveTo>
                    <a:pt x="12153" y="0"/>
                  </a:moveTo>
                  <a:cubicBezTo>
                    <a:pt x="10417" y="0"/>
                    <a:pt x="8681" y="0"/>
                    <a:pt x="6945" y="1241"/>
                  </a:cubicBezTo>
                  <a:cubicBezTo>
                    <a:pt x="6325" y="1241"/>
                    <a:pt x="5209" y="1860"/>
                    <a:pt x="4713" y="2356"/>
                  </a:cubicBezTo>
                  <a:cubicBezTo>
                    <a:pt x="2356" y="4092"/>
                    <a:pt x="1240" y="6447"/>
                    <a:pt x="620" y="8680"/>
                  </a:cubicBezTo>
                  <a:cubicBezTo>
                    <a:pt x="0" y="9795"/>
                    <a:pt x="0" y="10911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209" y="32856"/>
                    <a:pt x="12153" y="32856"/>
                  </a:cubicBezTo>
                  <a:cubicBezTo>
                    <a:pt x="18478" y="32856"/>
                    <a:pt x="24306" y="27650"/>
                    <a:pt x="24306" y="20706"/>
                  </a:cubicBezTo>
                  <a:lnTo>
                    <a:pt x="24306" y="14382"/>
                  </a:lnTo>
                  <a:lnTo>
                    <a:pt x="24306" y="12028"/>
                  </a:lnTo>
                  <a:cubicBezTo>
                    <a:pt x="24306" y="7935"/>
                    <a:pt x="21950" y="4587"/>
                    <a:pt x="19098" y="2232"/>
                  </a:cubicBezTo>
                  <a:cubicBezTo>
                    <a:pt x="17362" y="496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2" name="Google Shape;822;p58"/>
            <p:cNvSpPr/>
            <p:nvPr/>
          </p:nvSpPr>
          <p:spPr>
            <a:xfrm>
              <a:off x="4191545" y="-19644298"/>
              <a:ext cx="713813" cy="682529"/>
            </a:xfrm>
            <a:custGeom>
              <a:rect b="b" l="l" r="r" t="t"/>
              <a:pathLst>
                <a:path extrusionOk="0" h="682529" w="713813">
                  <a:moveTo>
                    <a:pt x="281880" y="0"/>
                  </a:moveTo>
                  <a:cubicBezTo>
                    <a:pt x="279771" y="0"/>
                    <a:pt x="277663" y="621"/>
                    <a:pt x="275555" y="1736"/>
                  </a:cubicBezTo>
                  <a:lnTo>
                    <a:pt x="227066" y="30129"/>
                  </a:lnTo>
                  <a:cubicBezTo>
                    <a:pt x="223594" y="31865"/>
                    <a:pt x="221362" y="35831"/>
                    <a:pt x="221362" y="40543"/>
                  </a:cubicBezTo>
                  <a:lnTo>
                    <a:pt x="221362" y="91872"/>
                  </a:lnTo>
                  <a:lnTo>
                    <a:pt x="147946" y="134523"/>
                  </a:lnTo>
                  <a:cubicBezTo>
                    <a:pt x="143854" y="136259"/>
                    <a:pt x="141622" y="140350"/>
                    <a:pt x="141622" y="144937"/>
                  </a:cubicBezTo>
                  <a:lnTo>
                    <a:pt x="141622" y="281195"/>
                  </a:lnTo>
                  <a:lnTo>
                    <a:pt x="73415" y="281195"/>
                  </a:lnTo>
                  <a:cubicBezTo>
                    <a:pt x="66471" y="281195"/>
                    <a:pt x="61262" y="286403"/>
                    <a:pt x="61262" y="293345"/>
                  </a:cubicBezTo>
                  <a:lnTo>
                    <a:pt x="61262" y="658229"/>
                  </a:lnTo>
                  <a:lnTo>
                    <a:pt x="12153" y="658229"/>
                  </a:lnTo>
                  <a:cubicBezTo>
                    <a:pt x="5829" y="658229"/>
                    <a:pt x="0" y="663435"/>
                    <a:pt x="0" y="670379"/>
                  </a:cubicBezTo>
                  <a:cubicBezTo>
                    <a:pt x="0" y="677321"/>
                    <a:pt x="5829" y="682529"/>
                    <a:pt x="12153" y="682529"/>
                  </a:cubicBezTo>
                  <a:lnTo>
                    <a:pt x="701661" y="682529"/>
                  </a:lnTo>
                  <a:cubicBezTo>
                    <a:pt x="708605" y="682529"/>
                    <a:pt x="713814" y="677321"/>
                    <a:pt x="713814" y="670379"/>
                  </a:cubicBezTo>
                  <a:cubicBezTo>
                    <a:pt x="713814" y="663559"/>
                    <a:pt x="708605" y="658229"/>
                    <a:pt x="701661" y="658229"/>
                  </a:cubicBezTo>
                  <a:lnTo>
                    <a:pt x="655528" y="658229"/>
                  </a:lnTo>
                  <a:lnTo>
                    <a:pt x="655528" y="531765"/>
                  </a:lnTo>
                  <a:cubicBezTo>
                    <a:pt x="676982" y="526559"/>
                    <a:pt x="692484" y="507589"/>
                    <a:pt x="692484" y="484404"/>
                  </a:cubicBezTo>
                  <a:cubicBezTo>
                    <a:pt x="692484" y="457251"/>
                    <a:pt x="670534" y="435430"/>
                    <a:pt x="643375" y="435430"/>
                  </a:cubicBezTo>
                  <a:cubicBezTo>
                    <a:pt x="616216" y="435430"/>
                    <a:pt x="593770" y="457251"/>
                    <a:pt x="593770" y="484404"/>
                  </a:cubicBezTo>
                  <a:cubicBezTo>
                    <a:pt x="593770" y="507589"/>
                    <a:pt x="609891" y="526683"/>
                    <a:pt x="631346" y="531765"/>
                  </a:cubicBezTo>
                  <a:lnTo>
                    <a:pt x="631346" y="658229"/>
                  </a:lnTo>
                  <a:lnTo>
                    <a:pt x="574796" y="658229"/>
                  </a:lnTo>
                  <a:lnTo>
                    <a:pt x="574796" y="547883"/>
                  </a:lnTo>
                  <a:lnTo>
                    <a:pt x="574796" y="452663"/>
                  </a:lnTo>
                  <a:lnTo>
                    <a:pt x="574796" y="357445"/>
                  </a:lnTo>
                  <a:lnTo>
                    <a:pt x="574796" y="309464"/>
                  </a:lnTo>
                  <a:cubicBezTo>
                    <a:pt x="574796" y="304256"/>
                    <a:pt x="571944" y="300289"/>
                    <a:pt x="567231" y="297932"/>
                  </a:cubicBezTo>
                  <a:lnTo>
                    <a:pt x="421641" y="236685"/>
                  </a:lnTo>
                  <a:lnTo>
                    <a:pt x="421641" y="144937"/>
                  </a:lnTo>
                  <a:cubicBezTo>
                    <a:pt x="421641" y="140350"/>
                    <a:pt x="419409" y="136259"/>
                    <a:pt x="415937" y="134523"/>
                  </a:cubicBezTo>
                  <a:lnTo>
                    <a:pt x="342646" y="91872"/>
                  </a:lnTo>
                  <a:lnTo>
                    <a:pt x="342646" y="40543"/>
                  </a:lnTo>
                  <a:cubicBezTo>
                    <a:pt x="342646" y="35831"/>
                    <a:pt x="340289" y="31865"/>
                    <a:pt x="336321" y="30129"/>
                  </a:cubicBezTo>
                  <a:lnTo>
                    <a:pt x="287832" y="1736"/>
                  </a:lnTo>
                  <a:cubicBezTo>
                    <a:pt x="286096" y="496"/>
                    <a:pt x="283988" y="0"/>
                    <a:pt x="281880" y="0"/>
                  </a:cubicBezTo>
                  <a:close/>
                  <a:moveTo>
                    <a:pt x="550490" y="560033"/>
                  </a:moveTo>
                  <a:lnTo>
                    <a:pt x="550490" y="658229"/>
                  </a:lnTo>
                  <a:lnTo>
                    <a:pt x="486375" y="658229"/>
                  </a:lnTo>
                  <a:lnTo>
                    <a:pt x="486375" y="624752"/>
                  </a:lnTo>
                  <a:lnTo>
                    <a:pt x="486375" y="560033"/>
                  </a:lnTo>
                  <a:lnTo>
                    <a:pt x="550490" y="560033"/>
                  </a:lnTo>
                  <a:close/>
                  <a:moveTo>
                    <a:pt x="462193" y="369471"/>
                  </a:moveTo>
                  <a:lnTo>
                    <a:pt x="462193" y="610371"/>
                  </a:lnTo>
                  <a:lnTo>
                    <a:pt x="462193" y="658229"/>
                  </a:lnTo>
                  <a:lnTo>
                    <a:pt x="233515" y="658229"/>
                  </a:lnTo>
                  <a:lnTo>
                    <a:pt x="233515" y="595865"/>
                  </a:lnTo>
                  <a:lnTo>
                    <a:pt x="233515" y="583715"/>
                  </a:lnTo>
                  <a:lnTo>
                    <a:pt x="233515" y="436422"/>
                  </a:lnTo>
                  <a:lnTo>
                    <a:pt x="233515" y="369347"/>
                  </a:lnTo>
                  <a:lnTo>
                    <a:pt x="462193" y="369347"/>
                  </a:lnTo>
                  <a:close/>
                  <a:moveTo>
                    <a:pt x="208588" y="305371"/>
                  </a:moveTo>
                  <a:lnTo>
                    <a:pt x="208588" y="357321"/>
                  </a:lnTo>
                  <a:lnTo>
                    <a:pt x="208588" y="571565"/>
                  </a:lnTo>
                  <a:lnTo>
                    <a:pt x="208588" y="583715"/>
                  </a:lnTo>
                  <a:lnTo>
                    <a:pt x="208588" y="595865"/>
                  </a:lnTo>
                  <a:lnTo>
                    <a:pt x="208588" y="658229"/>
                  </a:lnTo>
                  <a:lnTo>
                    <a:pt x="85568" y="658229"/>
                  </a:lnTo>
                  <a:lnTo>
                    <a:pt x="85568" y="305371"/>
                  </a:lnTo>
                  <a:lnTo>
                    <a:pt x="208588" y="305371"/>
                  </a:lnTo>
                  <a:close/>
                  <a:moveTo>
                    <a:pt x="550490" y="464815"/>
                  </a:moveTo>
                  <a:lnTo>
                    <a:pt x="550490" y="535857"/>
                  </a:lnTo>
                  <a:lnTo>
                    <a:pt x="486375" y="535857"/>
                  </a:lnTo>
                  <a:lnTo>
                    <a:pt x="486375" y="464815"/>
                  </a:lnTo>
                  <a:lnTo>
                    <a:pt x="550490" y="464815"/>
                  </a:lnTo>
                  <a:close/>
                  <a:moveTo>
                    <a:pt x="643499" y="459607"/>
                  </a:moveTo>
                  <a:cubicBezTo>
                    <a:pt x="656768" y="459607"/>
                    <a:pt x="668301" y="470642"/>
                    <a:pt x="668301" y="484404"/>
                  </a:cubicBezTo>
                  <a:cubicBezTo>
                    <a:pt x="668301" y="498290"/>
                    <a:pt x="656768" y="509325"/>
                    <a:pt x="643499" y="509325"/>
                  </a:cubicBezTo>
                  <a:cubicBezTo>
                    <a:pt x="629610" y="509325"/>
                    <a:pt x="618572" y="498290"/>
                    <a:pt x="618572" y="484404"/>
                  </a:cubicBezTo>
                  <a:cubicBezTo>
                    <a:pt x="618572" y="470518"/>
                    <a:pt x="629610" y="459607"/>
                    <a:pt x="643499" y="459607"/>
                  </a:cubicBezTo>
                  <a:close/>
                  <a:moveTo>
                    <a:pt x="550490" y="369471"/>
                  </a:moveTo>
                  <a:lnTo>
                    <a:pt x="550490" y="440513"/>
                  </a:lnTo>
                  <a:lnTo>
                    <a:pt x="486375" y="440513"/>
                  </a:lnTo>
                  <a:lnTo>
                    <a:pt x="486375" y="369471"/>
                  </a:lnTo>
                  <a:lnTo>
                    <a:pt x="550490" y="369471"/>
                  </a:lnTo>
                  <a:close/>
                  <a:moveTo>
                    <a:pt x="359883" y="237180"/>
                  </a:moveTo>
                  <a:lnTo>
                    <a:pt x="360999" y="237801"/>
                  </a:lnTo>
                  <a:lnTo>
                    <a:pt x="397459" y="252678"/>
                  </a:lnTo>
                  <a:lnTo>
                    <a:pt x="409612" y="257886"/>
                  </a:lnTo>
                  <a:lnTo>
                    <a:pt x="421765" y="263094"/>
                  </a:lnTo>
                  <a:lnTo>
                    <a:pt x="550614" y="317399"/>
                  </a:lnTo>
                  <a:lnTo>
                    <a:pt x="550614" y="344550"/>
                  </a:lnTo>
                  <a:lnTo>
                    <a:pt x="360007" y="344550"/>
                  </a:lnTo>
                  <a:lnTo>
                    <a:pt x="360007" y="245860"/>
                  </a:lnTo>
                  <a:lnTo>
                    <a:pt x="360007" y="237180"/>
                  </a:lnTo>
                  <a:close/>
                  <a:moveTo>
                    <a:pt x="282003" y="26533"/>
                  </a:moveTo>
                  <a:lnTo>
                    <a:pt x="317719" y="47238"/>
                  </a:lnTo>
                  <a:lnTo>
                    <a:pt x="317719" y="98692"/>
                  </a:lnTo>
                  <a:cubicBezTo>
                    <a:pt x="317719" y="103279"/>
                    <a:pt x="320075" y="107370"/>
                    <a:pt x="324044" y="109726"/>
                  </a:cubicBezTo>
                  <a:lnTo>
                    <a:pt x="397335" y="151880"/>
                  </a:lnTo>
                  <a:lnTo>
                    <a:pt x="397335" y="227014"/>
                  </a:lnTo>
                  <a:lnTo>
                    <a:pt x="352318" y="207920"/>
                  </a:lnTo>
                  <a:cubicBezTo>
                    <a:pt x="350458" y="207053"/>
                    <a:pt x="348598" y="206557"/>
                    <a:pt x="346738" y="206557"/>
                  </a:cubicBezTo>
                  <a:cubicBezTo>
                    <a:pt x="344630" y="206557"/>
                    <a:pt x="342646" y="207177"/>
                    <a:pt x="340785" y="208417"/>
                  </a:cubicBezTo>
                  <a:cubicBezTo>
                    <a:pt x="337313" y="210649"/>
                    <a:pt x="335081" y="214740"/>
                    <a:pt x="335081" y="218831"/>
                  </a:cubicBezTo>
                  <a:lnTo>
                    <a:pt x="335081" y="344674"/>
                  </a:lnTo>
                  <a:lnTo>
                    <a:pt x="233391" y="344674"/>
                  </a:lnTo>
                  <a:lnTo>
                    <a:pt x="233391" y="293221"/>
                  </a:lnTo>
                  <a:cubicBezTo>
                    <a:pt x="233391" y="286279"/>
                    <a:pt x="227562" y="281071"/>
                    <a:pt x="220742" y="281071"/>
                  </a:cubicBezTo>
                  <a:lnTo>
                    <a:pt x="165928" y="281071"/>
                  </a:lnTo>
                  <a:lnTo>
                    <a:pt x="165928" y="151757"/>
                  </a:lnTo>
                  <a:lnTo>
                    <a:pt x="239839" y="109602"/>
                  </a:lnTo>
                  <a:cubicBezTo>
                    <a:pt x="243188" y="107246"/>
                    <a:pt x="245544" y="103279"/>
                    <a:pt x="245544" y="98568"/>
                  </a:cubicBezTo>
                  <a:lnTo>
                    <a:pt x="245544" y="47114"/>
                  </a:lnTo>
                  <a:lnTo>
                    <a:pt x="282003" y="26533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23" name="Google Shape;823;p58"/>
          <p:cNvSpPr/>
          <p:nvPr/>
        </p:nvSpPr>
        <p:spPr>
          <a:xfrm>
            <a:off x="1964406" y="3657929"/>
            <a:ext cx="2125800" cy="1179600"/>
          </a:xfrm>
          <a:prstGeom prst="rect">
            <a:avLst/>
          </a:prstGeom>
          <a:solidFill>
            <a:srgbClr val="A9C920">
              <a:alpha val="2980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58"/>
          <p:cNvSpPr txBox="1"/>
          <p:nvPr/>
        </p:nvSpPr>
        <p:spPr>
          <a:xfrm>
            <a:off x="1964350" y="3657899"/>
            <a:ext cx="21258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Disponibilizar 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mão de obra qualificada através de estudantes e/ou egressos dos cursos técnicos.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5" name="Google Shape;825;p58"/>
          <p:cNvSpPr/>
          <p:nvPr/>
        </p:nvSpPr>
        <p:spPr>
          <a:xfrm>
            <a:off x="4224292" y="3657929"/>
            <a:ext cx="2125800" cy="1179600"/>
          </a:xfrm>
          <a:prstGeom prst="rect">
            <a:avLst/>
          </a:prstGeom>
          <a:solidFill>
            <a:srgbClr val="A9C920">
              <a:alpha val="2980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6" name="Google Shape;826;p58"/>
          <p:cNvSpPr txBox="1"/>
          <p:nvPr/>
        </p:nvSpPr>
        <p:spPr>
          <a:xfrm>
            <a:off x="4224289" y="3657899"/>
            <a:ext cx="21258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Resolver problemas reais da empresa, por meio de projetos dos(as) estudantes.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7" name="Google Shape;827;p58"/>
          <p:cNvSpPr/>
          <p:nvPr/>
        </p:nvSpPr>
        <p:spPr>
          <a:xfrm>
            <a:off x="6484173" y="3657929"/>
            <a:ext cx="2235600" cy="1179600"/>
          </a:xfrm>
          <a:prstGeom prst="rect">
            <a:avLst/>
          </a:prstGeom>
          <a:solidFill>
            <a:srgbClr val="A9C920">
              <a:alpha val="2980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58"/>
          <p:cNvSpPr txBox="1"/>
          <p:nvPr/>
        </p:nvSpPr>
        <p:spPr>
          <a:xfrm>
            <a:off x="6484174" y="3657928"/>
            <a:ext cx="2286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0" i="0" lang="pt-BR" sz="1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Disponibilizar infraestrutura da instituição de ensino para alguma ação da instituição parceira.</a:t>
            </a:r>
            <a:endParaRPr b="0" i="0" sz="1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9" name="Google Shape;829;p58"/>
          <p:cNvSpPr txBox="1"/>
          <p:nvPr/>
        </p:nvSpPr>
        <p:spPr>
          <a:xfrm rot="-5400000">
            <a:off x="-38932" y="3860050"/>
            <a:ext cx="10371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A9C920"/>
                </a:solidFill>
                <a:latin typeface="Montserrat"/>
                <a:ea typeface="Montserrat"/>
                <a:cs typeface="Montserrat"/>
                <a:sym typeface="Montserrat"/>
              </a:rPr>
              <a:t>AÇÕES DA </a:t>
            </a:r>
            <a:endParaRPr b="1" i="0" sz="900" u="none" cap="none" strike="noStrike">
              <a:solidFill>
                <a:srgbClr val="A9C9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A9C920"/>
                </a:solidFill>
                <a:latin typeface="Montserrat"/>
                <a:ea typeface="Montserrat"/>
                <a:cs typeface="Montserrat"/>
                <a:sym typeface="Montserrat"/>
              </a:rPr>
              <a:t>ESCOLA</a:t>
            </a:r>
            <a:endParaRPr b="1" i="0" sz="900" u="none" cap="none" strike="noStrike">
              <a:solidFill>
                <a:srgbClr val="A9C9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30" name="Google Shape;830;p58"/>
          <p:cNvGrpSpPr/>
          <p:nvPr/>
        </p:nvGrpSpPr>
        <p:grpSpPr>
          <a:xfrm>
            <a:off x="990022" y="3825599"/>
            <a:ext cx="729270" cy="601902"/>
            <a:chOff x="2101693" y="-19602019"/>
            <a:chExt cx="792685" cy="654384"/>
          </a:xfrm>
        </p:grpSpPr>
        <p:sp>
          <p:nvSpPr>
            <p:cNvPr id="831" name="Google Shape;831;p58"/>
            <p:cNvSpPr/>
            <p:nvPr/>
          </p:nvSpPr>
          <p:spPr>
            <a:xfrm>
              <a:off x="2101693" y="-19602019"/>
              <a:ext cx="792685" cy="654384"/>
            </a:xfrm>
            <a:custGeom>
              <a:rect b="b" l="l" r="r" t="t"/>
              <a:pathLst>
                <a:path extrusionOk="0" h="654384" w="792685">
                  <a:moveTo>
                    <a:pt x="396715" y="0"/>
                  </a:moveTo>
                  <a:cubicBezTo>
                    <a:pt x="393118" y="0"/>
                    <a:pt x="389398" y="1860"/>
                    <a:pt x="387042" y="4215"/>
                  </a:cubicBezTo>
                  <a:lnTo>
                    <a:pt x="288576" y="113569"/>
                  </a:lnTo>
                  <a:lnTo>
                    <a:pt x="154023" y="113569"/>
                  </a:lnTo>
                  <a:cubicBezTo>
                    <a:pt x="150427" y="113569"/>
                    <a:pt x="147326" y="115305"/>
                    <a:pt x="144846" y="117784"/>
                  </a:cubicBezTo>
                  <a:lnTo>
                    <a:pt x="27779" y="234825"/>
                  </a:lnTo>
                  <a:cubicBezTo>
                    <a:pt x="24182" y="238420"/>
                    <a:pt x="22942" y="243876"/>
                    <a:pt x="25298" y="248215"/>
                  </a:cubicBezTo>
                  <a:cubicBezTo>
                    <a:pt x="27158" y="253050"/>
                    <a:pt x="31375" y="256026"/>
                    <a:pt x="36832" y="256026"/>
                  </a:cubicBezTo>
                  <a:lnTo>
                    <a:pt x="70687" y="256026"/>
                  </a:lnTo>
                  <a:lnTo>
                    <a:pt x="70687" y="628967"/>
                  </a:lnTo>
                  <a:lnTo>
                    <a:pt x="12649" y="628967"/>
                  </a:lnTo>
                  <a:cubicBezTo>
                    <a:pt x="5953" y="628967"/>
                    <a:pt x="0" y="635043"/>
                    <a:pt x="0" y="641738"/>
                  </a:cubicBezTo>
                  <a:cubicBezTo>
                    <a:pt x="0" y="648929"/>
                    <a:pt x="5953" y="654385"/>
                    <a:pt x="12649" y="654385"/>
                  </a:cubicBezTo>
                  <a:lnTo>
                    <a:pt x="780036" y="654385"/>
                  </a:lnTo>
                  <a:cubicBezTo>
                    <a:pt x="787353" y="654385"/>
                    <a:pt x="792685" y="648929"/>
                    <a:pt x="792685" y="641738"/>
                  </a:cubicBezTo>
                  <a:cubicBezTo>
                    <a:pt x="792685" y="635043"/>
                    <a:pt x="787229" y="628967"/>
                    <a:pt x="780036" y="628967"/>
                  </a:cubicBezTo>
                  <a:lnTo>
                    <a:pt x="722743" y="628967"/>
                  </a:lnTo>
                  <a:lnTo>
                    <a:pt x="722743" y="256026"/>
                  </a:lnTo>
                  <a:lnTo>
                    <a:pt x="756474" y="256026"/>
                  </a:lnTo>
                  <a:cubicBezTo>
                    <a:pt x="761310" y="256026"/>
                    <a:pt x="766147" y="252926"/>
                    <a:pt x="768007" y="248215"/>
                  </a:cubicBezTo>
                  <a:cubicBezTo>
                    <a:pt x="769867" y="243876"/>
                    <a:pt x="769123" y="238544"/>
                    <a:pt x="765651" y="234825"/>
                  </a:cubicBezTo>
                  <a:lnTo>
                    <a:pt x="648459" y="117784"/>
                  </a:lnTo>
                  <a:cubicBezTo>
                    <a:pt x="645979" y="115305"/>
                    <a:pt x="642507" y="113569"/>
                    <a:pt x="639406" y="113569"/>
                  </a:cubicBezTo>
                  <a:lnTo>
                    <a:pt x="504233" y="113569"/>
                  </a:lnTo>
                  <a:lnTo>
                    <a:pt x="405768" y="4215"/>
                  </a:lnTo>
                  <a:cubicBezTo>
                    <a:pt x="403287" y="1860"/>
                    <a:pt x="400435" y="0"/>
                    <a:pt x="396715" y="0"/>
                  </a:cubicBezTo>
                  <a:close/>
                  <a:moveTo>
                    <a:pt x="396715" y="31368"/>
                  </a:moveTo>
                  <a:lnTo>
                    <a:pt x="594762" y="251687"/>
                  </a:lnTo>
                  <a:cubicBezTo>
                    <a:pt x="597118" y="254786"/>
                    <a:pt x="600219" y="256026"/>
                    <a:pt x="603815" y="256026"/>
                  </a:cubicBezTo>
                  <a:lnTo>
                    <a:pt x="697320" y="256026"/>
                  </a:lnTo>
                  <a:lnTo>
                    <a:pt x="697320" y="628967"/>
                  </a:lnTo>
                  <a:lnTo>
                    <a:pt x="463805" y="628967"/>
                  </a:lnTo>
                  <a:lnTo>
                    <a:pt x="463805" y="466674"/>
                  </a:lnTo>
                  <a:cubicBezTo>
                    <a:pt x="463805" y="459359"/>
                    <a:pt x="458349" y="453903"/>
                    <a:pt x="451032" y="453903"/>
                  </a:cubicBezTo>
                  <a:lnTo>
                    <a:pt x="337561" y="453903"/>
                  </a:lnTo>
                  <a:cubicBezTo>
                    <a:pt x="330864" y="453903"/>
                    <a:pt x="324912" y="459359"/>
                    <a:pt x="324912" y="466674"/>
                  </a:cubicBezTo>
                  <a:lnTo>
                    <a:pt x="324912" y="628967"/>
                  </a:lnTo>
                  <a:lnTo>
                    <a:pt x="95489" y="628967"/>
                  </a:lnTo>
                  <a:lnTo>
                    <a:pt x="95489" y="256026"/>
                  </a:lnTo>
                  <a:lnTo>
                    <a:pt x="188994" y="256026"/>
                  </a:lnTo>
                  <a:cubicBezTo>
                    <a:pt x="192591" y="256026"/>
                    <a:pt x="196311" y="254786"/>
                    <a:pt x="198667" y="251687"/>
                  </a:cubicBezTo>
                  <a:lnTo>
                    <a:pt x="396715" y="31368"/>
                  </a:lnTo>
                  <a:close/>
                  <a:moveTo>
                    <a:pt x="438383" y="479320"/>
                  </a:moveTo>
                  <a:lnTo>
                    <a:pt x="438383" y="628967"/>
                  </a:lnTo>
                  <a:lnTo>
                    <a:pt x="350210" y="628967"/>
                  </a:lnTo>
                  <a:lnTo>
                    <a:pt x="350210" y="479320"/>
                  </a:lnTo>
                  <a:lnTo>
                    <a:pt x="438383" y="479320"/>
                  </a:lnTo>
                  <a:close/>
                  <a:moveTo>
                    <a:pt x="633950" y="138862"/>
                  </a:moveTo>
                  <a:lnTo>
                    <a:pt x="726339" y="231229"/>
                  </a:lnTo>
                  <a:lnTo>
                    <a:pt x="609768" y="231229"/>
                  </a:lnTo>
                  <a:lnTo>
                    <a:pt x="527175" y="138862"/>
                  </a:lnTo>
                  <a:lnTo>
                    <a:pt x="633950" y="138862"/>
                  </a:lnTo>
                  <a:close/>
                  <a:moveTo>
                    <a:pt x="266378" y="138862"/>
                  </a:moveTo>
                  <a:lnTo>
                    <a:pt x="183662" y="231229"/>
                  </a:lnTo>
                  <a:lnTo>
                    <a:pt x="67215" y="231229"/>
                  </a:lnTo>
                  <a:lnTo>
                    <a:pt x="159604" y="138862"/>
                  </a:lnTo>
                  <a:lnTo>
                    <a:pt x="266378" y="138862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2" name="Google Shape;832;p58"/>
            <p:cNvSpPr/>
            <p:nvPr/>
          </p:nvSpPr>
          <p:spPr>
            <a:xfrm>
              <a:off x="2240091" y="-19287597"/>
              <a:ext cx="138149" cy="94723"/>
            </a:xfrm>
            <a:custGeom>
              <a:rect b="b" l="l" r="r" t="t"/>
              <a:pathLst>
                <a:path extrusionOk="0" h="94723" w="138149">
                  <a:moveTo>
                    <a:pt x="12649" y="0"/>
                  </a:moveTo>
                  <a:cubicBezTo>
                    <a:pt x="5333" y="0"/>
                    <a:pt x="0" y="6075"/>
                    <a:pt x="0" y="12647"/>
                  </a:cubicBezTo>
                  <a:lnTo>
                    <a:pt x="0" y="82077"/>
                  </a:lnTo>
                  <a:cubicBezTo>
                    <a:pt x="0" y="89393"/>
                    <a:pt x="5457" y="94723"/>
                    <a:pt x="12649" y="94723"/>
                  </a:cubicBezTo>
                  <a:lnTo>
                    <a:pt x="125500" y="94723"/>
                  </a:lnTo>
                  <a:cubicBezTo>
                    <a:pt x="132817" y="94723"/>
                    <a:pt x="138149" y="89269"/>
                    <a:pt x="138149" y="82077"/>
                  </a:cubicBezTo>
                  <a:lnTo>
                    <a:pt x="138149" y="12647"/>
                  </a:lnTo>
                  <a:cubicBezTo>
                    <a:pt x="138149" y="6075"/>
                    <a:pt x="132693" y="0"/>
                    <a:pt x="125500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4802" y="69430"/>
                  </a:lnTo>
                  <a:lnTo>
                    <a:pt x="24802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3" name="Google Shape;833;p58"/>
            <p:cNvSpPr/>
            <p:nvPr/>
          </p:nvSpPr>
          <p:spPr>
            <a:xfrm>
              <a:off x="2240091" y="-19148116"/>
              <a:ext cx="138149" cy="94847"/>
            </a:xfrm>
            <a:custGeom>
              <a:rect b="b" l="l" r="r" t="t"/>
              <a:pathLst>
                <a:path extrusionOk="0" h="94847" w="138149">
                  <a:moveTo>
                    <a:pt x="12649" y="0"/>
                  </a:moveTo>
                  <a:cubicBezTo>
                    <a:pt x="5333" y="0"/>
                    <a:pt x="0" y="5456"/>
                    <a:pt x="0" y="12771"/>
                  </a:cubicBezTo>
                  <a:lnTo>
                    <a:pt x="0" y="82201"/>
                  </a:lnTo>
                  <a:cubicBezTo>
                    <a:pt x="0" y="88897"/>
                    <a:pt x="5457" y="94848"/>
                    <a:pt x="12649" y="94848"/>
                  </a:cubicBezTo>
                  <a:lnTo>
                    <a:pt x="125500" y="94848"/>
                  </a:lnTo>
                  <a:cubicBezTo>
                    <a:pt x="132817" y="94848"/>
                    <a:pt x="138149" y="88897"/>
                    <a:pt x="138149" y="82201"/>
                  </a:cubicBezTo>
                  <a:lnTo>
                    <a:pt x="138149" y="12771"/>
                  </a:lnTo>
                  <a:cubicBezTo>
                    <a:pt x="138149" y="5456"/>
                    <a:pt x="132693" y="0"/>
                    <a:pt x="125500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4802" y="69430"/>
                  </a:lnTo>
                  <a:lnTo>
                    <a:pt x="24802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4" name="Google Shape;834;p58"/>
            <p:cNvSpPr/>
            <p:nvPr/>
          </p:nvSpPr>
          <p:spPr>
            <a:xfrm>
              <a:off x="2617955" y="-19287597"/>
              <a:ext cx="138893" cy="94723"/>
            </a:xfrm>
            <a:custGeom>
              <a:rect b="b" l="l" r="r" t="t"/>
              <a:pathLst>
                <a:path extrusionOk="0" h="94723" w="138893">
                  <a:moveTo>
                    <a:pt x="12649" y="0"/>
                  </a:moveTo>
                  <a:cubicBezTo>
                    <a:pt x="5953" y="0"/>
                    <a:pt x="0" y="6075"/>
                    <a:pt x="0" y="12647"/>
                  </a:cubicBezTo>
                  <a:lnTo>
                    <a:pt x="0" y="82077"/>
                  </a:lnTo>
                  <a:cubicBezTo>
                    <a:pt x="0" y="89393"/>
                    <a:pt x="5953" y="94723"/>
                    <a:pt x="12649" y="94723"/>
                  </a:cubicBezTo>
                  <a:lnTo>
                    <a:pt x="126244" y="94723"/>
                  </a:lnTo>
                  <a:cubicBezTo>
                    <a:pt x="132817" y="94723"/>
                    <a:pt x="138894" y="89269"/>
                    <a:pt x="138894" y="82077"/>
                  </a:cubicBezTo>
                  <a:lnTo>
                    <a:pt x="138894" y="12647"/>
                  </a:lnTo>
                  <a:cubicBezTo>
                    <a:pt x="138894" y="6075"/>
                    <a:pt x="132817" y="0"/>
                    <a:pt x="126244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5299" y="69430"/>
                  </a:lnTo>
                  <a:lnTo>
                    <a:pt x="25299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5" name="Google Shape;835;p58"/>
            <p:cNvSpPr/>
            <p:nvPr/>
          </p:nvSpPr>
          <p:spPr>
            <a:xfrm>
              <a:off x="2617955" y="-19148116"/>
              <a:ext cx="138893" cy="94847"/>
            </a:xfrm>
            <a:custGeom>
              <a:rect b="b" l="l" r="r" t="t"/>
              <a:pathLst>
                <a:path extrusionOk="0" h="94847" w="138893">
                  <a:moveTo>
                    <a:pt x="12649" y="0"/>
                  </a:moveTo>
                  <a:cubicBezTo>
                    <a:pt x="5953" y="0"/>
                    <a:pt x="0" y="5456"/>
                    <a:pt x="0" y="12771"/>
                  </a:cubicBezTo>
                  <a:lnTo>
                    <a:pt x="0" y="82201"/>
                  </a:lnTo>
                  <a:cubicBezTo>
                    <a:pt x="0" y="88897"/>
                    <a:pt x="5953" y="94848"/>
                    <a:pt x="12649" y="94848"/>
                  </a:cubicBezTo>
                  <a:lnTo>
                    <a:pt x="126244" y="94848"/>
                  </a:lnTo>
                  <a:cubicBezTo>
                    <a:pt x="132817" y="94848"/>
                    <a:pt x="138894" y="88897"/>
                    <a:pt x="138894" y="82201"/>
                  </a:cubicBezTo>
                  <a:lnTo>
                    <a:pt x="138894" y="12771"/>
                  </a:lnTo>
                  <a:cubicBezTo>
                    <a:pt x="138894" y="5456"/>
                    <a:pt x="132817" y="0"/>
                    <a:pt x="126244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5299" y="69430"/>
                  </a:lnTo>
                  <a:lnTo>
                    <a:pt x="25299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6" name="Google Shape;836;p58"/>
            <p:cNvSpPr/>
            <p:nvPr/>
          </p:nvSpPr>
          <p:spPr>
            <a:xfrm>
              <a:off x="2434417" y="-19420259"/>
              <a:ext cx="123764" cy="123735"/>
            </a:xfrm>
            <a:custGeom>
              <a:rect b="b" l="l" r="r" t="t"/>
              <a:pathLst>
                <a:path extrusionOk="0" h="123735" w="123764">
                  <a:moveTo>
                    <a:pt x="61510" y="0"/>
                  </a:moveTo>
                  <a:cubicBezTo>
                    <a:pt x="27779" y="0"/>
                    <a:pt x="0" y="27772"/>
                    <a:pt x="0" y="61495"/>
                  </a:cubicBezTo>
                  <a:cubicBezTo>
                    <a:pt x="0" y="95963"/>
                    <a:pt x="27779" y="123735"/>
                    <a:pt x="61510" y="123735"/>
                  </a:cubicBezTo>
                  <a:cubicBezTo>
                    <a:pt x="95985" y="123735"/>
                    <a:pt x="123764" y="95963"/>
                    <a:pt x="123764" y="61495"/>
                  </a:cubicBezTo>
                  <a:cubicBezTo>
                    <a:pt x="123764" y="27772"/>
                    <a:pt x="95985" y="0"/>
                    <a:pt x="61510" y="0"/>
                  </a:cubicBezTo>
                  <a:close/>
                  <a:moveTo>
                    <a:pt x="61510" y="24673"/>
                  </a:moveTo>
                  <a:cubicBezTo>
                    <a:pt x="81972" y="24673"/>
                    <a:pt x="98342" y="41534"/>
                    <a:pt x="98342" y="61495"/>
                  </a:cubicBezTo>
                  <a:cubicBezTo>
                    <a:pt x="98342" y="82077"/>
                    <a:pt x="82096" y="98442"/>
                    <a:pt x="61510" y="98442"/>
                  </a:cubicBezTo>
                  <a:cubicBezTo>
                    <a:pt x="41544" y="98442"/>
                    <a:pt x="24678" y="82201"/>
                    <a:pt x="24678" y="61495"/>
                  </a:cubicBezTo>
                  <a:cubicBezTo>
                    <a:pt x="24802" y="41534"/>
                    <a:pt x="41668" y="24673"/>
                    <a:pt x="61510" y="24673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9"/>
          <p:cNvSpPr txBox="1"/>
          <p:nvPr>
            <p:ph type="title"/>
          </p:nvPr>
        </p:nvSpPr>
        <p:spPr>
          <a:xfrm>
            <a:off x="4101575" y="979200"/>
            <a:ext cx="4841700" cy="3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>
                <a:highlight>
                  <a:srgbClr val="E51157"/>
                </a:highlight>
              </a:rPr>
              <a:t>6. Como se tornar um parceiro?</a:t>
            </a:r>
            <a:endParaRPr>
              <a:highlight>
                <a:srgbClr val="E51157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0"/>
          <p:cNvSpPr/>
          <p:nvPr/>
        </p:nvSpPr>
        <p:spPr>
          <a:xfrm>
            <a:off x="7462825" y="3226438"/>
            <a:ext cx="817800" cy="757800"/>
          </a:xfrm>
          <a:prstGeom prst="ellipse">
            <a:avLst/>
          </a:prstGeom>
          <a:solidFill>
            <a:srgbClr val="ADC6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7" name="Google Shape;847;p60"/>
          <p:cNvSpPr txBox="1"/>
          <p:nvPr>
            <p:ph type="title"/>
          </p:nvPr>
        </p:nvSpPr>
        <p:spPr>
          <a:xfrm>
            <a:off x="723775" y="182100"/>
            <a:ext cx="68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Etapas para contratação</a:t>
            </a:r>
            <a:endParaRPr/>
          </a:p>
        </p:txBody>
      </p:sp>
      <p:grpSp>
        <p:nvGrpSpPr>
          <p:cNvPr id="848" name="Google Shape;848;p60"/>
          <p:cNvGrpSpPr/>
          <p:nvPr/>
        </p:nvGrpSpPr>
        <p:grpSpPr>
          <a:xfrm>
            <a:off x="2886914" y="1520273"/>
            <a:ext cx="614807" cy="587726"/>
            <a:chOff x="4191545" y="-19644298"/>
            <a:chExt cx="713813" cy="682529"/>
          </a:xfrm>
        </p:grpSpPr>
        <p:sp>
          <p:nvSpPr>
            <p:cNvPr id="849" name="Google Shape;849;p60"/>
            <p:cNvSpPr/>
            <p:nvPr/>
          </p:nvSpPr>
          <p:spPr>
            <a:xfrm>
              <a:off x="4304892" y="-19307683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5332" y="0"/>
                    <a:pt x="0" y="5704"/>
                    <a:pt x="0" y="12150"/>
                  </a:cubicBezTo>
                  <a:lnTo>
                    <a:pt x="0" y="21325"/>
                  </a:lnTo>
                  <a:cubicBezTo>
                    <a:pt x="0" y="28269"/>
                    <a:pt x="5208" y="33476"/>
                    <a:pt x="12153" y="33476"/>
                  </a:cubicBezTo>
                  <a:cubicBezTo>
                    <a:pt x="18478" y="33476"/>
                    <a:pt x="24306" y="28269"/>
                    <a:pt x="24306" y="21325"/>
                  </a:cubicBezTo>
                  <a:lnTo>
                    <a:pt x="24306" y="12150"/>
                  </a:lnTo>
                  <a:cubicBezTo>
                    <a:pt x="24306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0" name="Google Shape;850;p60"/>
            <p:cNvSpPr/>
            <p:nvPr/>
          </p:nvSpPr>
          <p:spPr>
            <a:xfrm>
              <a:off x="4348792" y="-19307683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11037" y="0"/>
                    <a:pt x="9797" y="621"/>
                    <a:pt x="8681" y="621"/>
                  </a:cubicBezTo>
                  <a:cubicBezTo>
                    <a:pt x="3472" y="2356"/>
                    <a:pt x="0" y="6944"/>
                    <a:pt x="0" y="12150"/>
                  </a:cubicBezTo>
                  <a:lnTo>
                    <a:pt x="0" y="21325"/>
                  </a:lnTo>
                  <a:cubicBezTo>
                    <a:pt x="0" y="27153"/>
                    <a:pt x="3472" y="31740"/>
                    <a:pt x="8681" y="32856"/>
                  </a:cubicBezTo>
                  <a:cubicBezTo>
                    <a:pt x="9797" y="33476"/>
                    <a:pt x="11037" y="33476"/>
                    <a:pt x="12153" y="33476"/>
                  </a:cubicBezTo>
                  <a:cubicBezTo>
                    <a:pt x="18478" y="33476"/>
                    <a:pt x="24307" y="28269"/>
                    <a:pt x="24307" y="21325"/>
                  </a:cubicBezTo>
                  <a:lnTo>
                    <a:pt x="24307" y="12150"/>
                  </a:lnTo>
                  <a:cubicBezTo>
                    <a:pt x="24183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1" name="Google Shape;851;p60"/>
            <p:cNvSpPr/>
            <p:nvPr/>
          </p:nvSpPr>
          <p:spPr>
            <a:xfrm>
              <a:off x="4304892" y="-19247674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332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8" y="32978"/>
                    <a:pt x="12153" y="32978"/>
                  </a:cubicBezTo>
                  <a:cubicBezTo>
                    <a:pt x="18478" y="32978"/>
                    <a:pt x="24306" y="27772"/>
                    <a:pt x="24306" y="20828"/>
                  </a:cubicBezTo>
                  <a:lnTo>
                    <a:pt x="24306" y="12150"/>
                  </a:lnTo>
                  <a:cubicBezTo>
                    <a:pt x="24306" y="5206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2" name="Google Shape;852;p60"/>
            <p:cNvSpPr/>
            <p:nvPr/>
          </p:nvSpPr>
          <p:spPr>
            <a:xfrm>
              <a:off x="4348792" y="-19247674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8681" y="0"/>
                  </a:moveTo>
                  <a:cubicBezTo>
                    <a:pt x="3472" y="1734"/>
                    <a:pt x="0" y="6322"/>
                    <a:pt x="0" y="12150"/>
                  </a:cubicBezTo>
                  <a:lnTo>
                    <a:pt x="0" y="20828"/>
                  </a:lnTo>
                  <a:cubicBezTo>
                    <a:pt x="0" y="26531"/>
                    <a:pt x="3472" y="31243"/>
                    <a:pt x="8681" y="32359"/>
                  </a:cubicBezTo>
                  <a:cubicBezTo>
                    <a:pt x="9797" y="32978"/>
                    <a:pt x="11037" y="32978"/>
                    <a:pt x="12153" y="32978"/>
                  </a:cubicBezTo>
                  <a:cubicBezTo>
                    <a:pt x="1847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307" y="5206"/>
                    <a:pt x="18602" y="0"/>
                    <a:pt x="12153" y="0"/>
                  </a:cubicBezTo>
                  <a:lnTo>
                    <a:pt x="8681" y="0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3" name="Google Shape;853;p60"/>
            <p:cNvSpPr/>
            <p:nvPr/>
          </p:nvSpPr>
          <p:spPr>
            <a:xfrm>
              <a:off x="4304892" y="-19188162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332" y="0"/>
                    <a:pt x="0" y="5208"/>
                    <a:pt x="0" y="12150"/>
                  </a:cubicBezTo>
                  <a:lnTo>
                    <a:pt x="0" y="20830"/>
                  </a:lnTo>
                  <a:cubicBezTo>
                    <a:pt x="0" y="27772"/>
                    <a:pt x="5208" y="32980"/>
                    <a:pt x="12153" y="32980"/>
                  </a:cubicBezTo>
                  <a:cubicBezTo>
                    <a:pt x="18478" y="32980"/>
                    <a:pt x="24306" y="27772"/>
                    <a:pt x="24306" y="20830"/>
                  </a:cubicBezTo>
                  <a:lnTo>
                    <a:pt x="24306" y="12150"/>
                  </a:lnTo>
                  <a:cubicBezTo>
                    <a:pt x="24306" y="508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4" name="Google Shape;854;p60"/>
            <p:cNvSpPr/>
            <p:nvPr/>
          </p:nvSpPr>
          <p:spPr>
            <a:xfrm>
              <a:off x="4348792" y="-19188162"/>
              <a:ext cx="24306" cy="33104"/>
            </a:xfrm>
            <a:custGeom>
              <a:rect b="b" l="l" r="r" t="t"/>
              <a:pathLst>
                <a:path extrusionOk="0" h="33104" w="24306">
                  <a:moveTo>
                    <a:pt x="8681" y="0"/>
                  </a:moveTo>
                  <a:cubicBezTo>
                    <a:pt x="3472" y="1736"/>
                    <a:pt x="0" y="6323"/>
                    <a:pt x="0" y="12150"/>
                  </a:cubicBezTo>
                  <a:lnTo>
                    <a:pt x="0" y="20830"/>
                  </a:lnTo>
                  <a:cubicBezTo>
                    <a:pt x="0" y="26657"/>
                    <a:pt x="3472" y="31244"/>
                    <a:pt x="8681" y="32484"/>
                  </a:cubicBezTo>
                  <a:cubicBezTo>
                    <a:pt x="9797" y="33104"/>
                    <a:pt x="11037" y="33104"/>
                    <a:pt x="12153" y="33104"/>
                  </a:cubicBezTo>
                  <a:cubicBezTo>
                    <a:pt x="18478" y="33104"/>
                    <a:pt x="24307" y="27896"/>
                    <a:pt x="24307" y="20954"/>
                  </a:cubicBezTo>
                  <a:lnTo>
                    <a:pt x="24307" y="12274"/>
                  </a:lnTo>
                  <a:cubicBezTo>
                    <a:pt x="24307" y="5332"/>
                    <a:pt x="18602" y="124"/>
                    <a:pt x="12153" y="124"/>
                  </a:cubicBezTo>
                  <a:lnTo>
                    <a:pt x="8681" y="124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5" name="Google Shape;855;p60"/>
            <p:cNvSpPr/>
            <p:nvPr/>
          </p:nvSpPr>
          <p:spPr>
            <a:xfrm>
              <a:off x="4304892" y="-19128650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332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8" y="32978"/>
                    <a:pt x="12153" y="32978"/>
                  </a:cubicBezTo>
                  <a:cubicBezTo>
                    <a:pt x="18478" y="32978"/>
                    <a:pt x="24306" y="27772"/>
                    <a:pt x="24306" y="20828"/>
                  </a:cubicBezTo>
                  <a:lnTo>
                    <a:pt x="24306" y="12150"/>
                  </a:lnTo>
                  <a:cubicBezTo>
                    <a:pt x="24306" y="5082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6" name="Google Shape;856;p60"/>
            <p:cNvSpPr/>
            <p:nvPr/>
          </p:nvSpPr>
          <p:spPr>
            <a:xfrm>
              <a:off x="4348792" y="-19128650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11037" y="0"/>
                    <a:pt x="9797" y="0"/>
                    <a:pt x="8681" y="619"/>
                  </a:cubicBezTo>
                  <a:cubicBezTo>
                    <a:pt x="3472" y="1736"/>
                    <a:pt x="0" y="6323"/>
                    <a:pt x="0" y="12150"/>
                  </a:cubicBezTo>
                  <a:lnTo>
                    <a:pt x="0" y="20828"/>
                  </a:lnTo>
                  <a:cubicBezTo>
                    <a:pt x="0" y="26657"/>
                    <a:pt x="3472" y="31244"/>
                    <a:pt x="8681" y="32359"/>
                  </a:cubicBezTo>
                  <a:cubicBezTo>
                    <a:pt x="9797" y="32978"/>
                    <a:pt x="11037" y="32978"/>
                    <a:pt x="12153" y="32978"/>
                  </a:cubicBezTo>
                  <a:cubicBezTo>
                    <a:pt x="1847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082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7" name="Google Shape;857;p60"/>
            <p:cNvSpPr/>
            <p:nvPr/>
          </p:nvSpPr>
          <p:spPr>
            <a:xfrm>
              <a:off x="4304892" y="-19069263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332" y="0"/>
                    <a:pt x="0" y="5208"/>
                    <a:pt x="0" y="12152"/>
                  </a:cubicBezTo>
                  <a:lnTo>
                    <a:pt x="0" y="20830"/>
                  </a:lnTo>
                  <a:cubicBezTo>
                    <a:pt x="0" y="27772"/>
                    <a:pt x="5208" y="32980"/>
                    <a:pt x="12153" y="32980"/>
                  </a:cubicBezTo>
                  <a:cubicBezTo>
                    <a:pt x="18478" y="32980"/>
                    <a:pt x="24306" y="27772"/>
                    <a:pt x="24306" y="20830"/>
                  </a:cubicBezTo>
                  <a:lnTo>
                    <a:pt x="24306" y="12152"/>
                  </a:lnTo>
                  <a:cubicBezTo>
                    <a:pt x="24306" y="5208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8" name="Google Shape;858;p60"/>
            <p:cNvSpPr/>
            <p:nvPr/>
          </p:nvSpPr>
          <p:spPr>
            <a:xfrm>
              <a:off x="4348792" y="-19069263"/>
              <a:ext cx="24306" cy="32855"/>
            </a:xfrm>
            <a:custGeom>
              <a:rect b="b" l="l" r="r" t="t"/>
              <a:pathLst>
                <a:path extrusionOk="0" h="32855" w="24306">
                  <a:moveTo>
                    <a:pt x="12153" y="0"/>
                  </a:moveTo>
                  <a:cubicBezTo>
                    <a:pt x="6325" y="0"/>
                    <a:pt x="1736" y="3472"/>
                    <a:pt x="620" y="8680"/>
                  </a:cubicBezTo>
                  <a:cubicBezTo>
                    <a:pt x="0" y="9795"/>
                    <a:pt x="0" y="10911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209" y="32856"/>
                    <a:pt x="12153" y="32856"/>
                  </a:cubicBezTo>
                  <a:cubicBezTo>
                    <a:pt x="18478" y="32856"/>
                    <a:pt x="24307" y="27650"/>
                    <a:pt x="24307" y="20706"/>
                  </a:cubicBezTo>
                  <a:lnTo>
                    <a:pt x="24307" y="12028"/>
                  </a:lnTo>
                  <a:cubicBezTo>
                    <a:pt x="24307" y="10911"/>
                    <a:pt x="23686" y="9795"/>
                    <a:pt x="23686" y="8680"/>
                  </a:cubicBezTo>
                  <a:cubicBezTo>
                    <a:pt x="21950" y="3472"/>
                    <a:pt x="1723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9" name="Google Shape;859;p60"/>
            <p:cNvSpPr/>
            <p:nvPr/>
          </p:nvSpPr>
          <p:spPr>
            <a:xfrm>
              <a:off x="4459659" y="-19247674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829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829" y="32978"/>
                    <a:pt x="12153" y="32978"/>
                  </a:cubicBezTo>
                  <a:cubicBezTo>
                    <a:pt x="1909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206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0" name="Google Shape;860;p60"/>
            <p:cNvSpPr/>
            <p:nvPr/>
          </p:nvSpPr>
          <p:spPr>
            <a:xfrm>
              <a:off x="4503559" y="-19247674"/>
              <a:ext cx="24802" cy="32978"/>
            </a:xfrm>
            <a:custGeom>
              <a:rect b="b" l="l" r="r" t="t"/>
              <a:pathLst>
                <a:path extrusionOk="0" h="32978" w="24802">
                  <a:moveTo>
                    <a:pt x="12649" y="0"/>
                  </a:moveTo>
                  <a:cubicBezTo>
                    <a:pt x="5704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704" y="32978"/>
                    <a:pt x="12649" y="32978"/>
                  </a:cubicBezTo>
                  <a:cubicBezTo>
                    <a:pt x="17238" y="32978"/>
                    <a:pt x="21330" y="30127"/>
                    <a:pt x="23066" y="26036"/>
                  </a:cubicBezTo>
                  <a:cubicBezTo>
                    <a:pt x="24183" y="24300"/>
                    <a:pt x="24802" y="22564"/>
                    <a:pt x="24802" y="20828"/>
                  </a:cubicBezTo>
                  <a:lnTo>
                    <a:pt x="24802" y="12150"/>
                  </a:lnTo>
                  <a:cubicBezTo>
                    <a:pt x="24802" y="9794"/>
                    <a:pt x="24183" y="8058"/>
                    <a:pt x="23066" y="6322"/>
                  </a:cubicBezTo>
                  <a:cubicBezTo>
                    <a:pt x="21330" y="2355"/>
                    <a:pt x="17362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1" name="Google Shape;861;p60"/>
            <p:cNvSpPr/>
            <p:nvPr/>
          </p:nvSpPr>
          <p:spPr>
            <a:xfrm>
              <a:off x="4549692" y="-19247674"/>
              <a:ext cx="24802" cy="32978"/>
            </a:xfrm>
            <a:custGeom>
              <a:rect b="b" l="l" r="r" t="t"/>
              <a:pathLst>
                <a:path extrusionOk="0" h="32978" w="24802">
                  <a:moveTo>
                    <a:pt x="12153" y="0"/>
                  </a:moveTo>
                  <a:cubicBezTo>
                    <a:pt x="7565" y="0"/>
                    <a:pt x="3472" y="2355"/>
                    <a:pt x="1736" y="6322"/>
                  </a:cubicBezTo>
                  <a:cubicBezTo>
                    <a:pt x="620" y="8058"/>
                    <a:pt x="0" y="9794"/>
                    <a:pt x="0" y="12150"/>
                  </a:cubicBezTo>
                  <a:lnTo>
                    <a:pt x="0" y="20828"/>
                  </a:lnTo>
                  <a:cubicBezTo>
                    <a:pt x="0" y="22564"/>
                    <a:pt x="620" y="24300"/>
                    <a:pt x="1736" y="26036"/>
                  </a:cubicBezTo>
                  <a:cubicBezTo>
                    <a:pt x="3472" y="30127"/>
                    <a:pt x="7565" y="32978"/>
                    <a:pt x="12153" y="32978"/>
                  </a:cubicBezTo>
                  <a:cubicBezTo>
                    <a:pt x="19098" y="32978"/>
                    <a:pt x="24802" y="27772"/>
                    <a:pt x="24802" y="20828"/>
                  </a:cubicBezTo>
                  <a:lnTo>
                    <a:pt x="24802" y="12150"/>
                  </a:lnTo>
                  <a:cubicBezTo>
                    <a:pt x="24802" y="5206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2" name="Google Shape;862;p60"/>
            <p:cNvSpPr/>
            <p:nvPr/>
          </p:nvSpPr>
          <p:spPr>
            <a:xfrm>
              <a:off x="4594212" y="-19247674"/>
              <a:ext cx="24182" cy="33102"/>
            </a:xfrm>
            <a:custGeom>
              <a:rect b="b" l="l" r="r" t="t"/>
              <a:pathLst>
                <a:path extrusionOk="0" h="33102" w="24182">
                  <a:moveTo>
                    <a:pt x="12153" y="0"/>
                  </a:moveTo>
                  <a:cubicBezTo>
                    <a:pt x="10417" y="0"/>
                    <a:pt x="8681" y="0"/>
                    <a:pt x="6945" y="619"/>
                  </a:cubicBezTo>
                  <a:cubicBezTo>
                    <a:pt x="2852" y="2355"/>
                    <a:pt x="0" y="6942"/>
                    <a:pt x="0" y="12274"/>
                  </a:cubicBezTo>
                  <a:lnTo>
                    <a:pt x="0" y="20952"/>
                  </a:lnTo>
                  <a:cubicBezTo>
                    <a:pt x="0" y="26160"/>
                    <a:pt x="2852" y="30127"/>
                    <a:pt x="6945" y="31987"/>
                  </a:cubicBezTo>
                  <a:cubicBezTo>
                    <a:pt x="8681" y="32606"/>
                    <a:pt x="10417" y="33103"/>
                    <a:pt x="12153" y="33103"/>
                  </a:cubicBezTo>
                  <a:cubicBezTo>
                    <a:pt x="15005" y="33103"/>
                    <a:pt x="17362" y="31987"/>
                    <a:pt x="18974" y="30748"/>
                  </a:cubicBezTo>
                  <a:cubicBezTo>
                    <a:pt x="21826" y="28515"/>
                    <a:pt x="24183" y="25043"/>
                    <a:pt x="24183" y="20952"/>
                  </a:cubicBezTo>
                  <a:lnTo>
                    <a:pt x="24183" y="12274"/>
                  </a:lnTo>
                  <a:cubicBezTo>
                    <a:pt x="24183" y="8182"/>
                    <a:pt x="21826" y="4710"/>
                    <a:pt x="18974" y="2479"/>
                  </a:cubicBezTo>
                  <a:cubicBezTo>
                    <a:pt x="17362" y="495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3" name="Google Shape;863;p60"/>
            <p:cNvSpPr/>
            <p:nvPr/>
          </p:nvSpPr>
          <p:spPr>
            <a:xfrm>
              <a:off x="4393933" y="-19488450"/>
              <a:ext cx="24802" cy="32980"/>
            </a:xfrm>
            <a:custGeom>
              <a:rect b="b" l="l" r="r" t="t"/>
              <a:pathLst>
                <a:path extrusionOk="0" h="32980" w="24802">
                  <a:moveTo>
                    <a:pt x="12649" y="0"/>
                  </a:moveTo>
                  <a:cubicBezTo>
                    <a:pt x="5704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704" y="32980"/>
                    <a:pt x="12649" y="32980"/>
                  </a:cubicBezTo>
                  <a:cubicBezTo>
                    <a:pt x="18974" y="32980"/>
                    <a:pt x="24802" y="27772"/>
                    <a:pt x="24802" y="20828"/>
                  </a:cubicBezTo>
                  <a:lnTo>
                    <a:pt x="24802" y="12150"/>
                  </a:lnTo>
                  <a:cubicBezTo>
                    <a:pt x="24678" y="5208"/>
                    <a:pt x="18974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4" name="Google Shape;864;p60"/>
            <p:cNvSpPr/>
            <p:nvPr/>
          </p:nvSpPr>
          <p:spPr>
            <a:xfrm>
              <a:off x="4438329" y="-19488450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209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9" y="32980"/>
                    <a:pt x="12153" y="32980"/>
                  </a:cubicBezTo>
                  <a:cubicBezTo>
                    <a:pt x="18478" y="32980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208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5" name="Google Shape;865;p60"/>
            <p:cNvSpPr/>
            <p:nvPr/>
          </p:nvSpPr>
          <p:spPr>
            <a:xfrm>
              <a:off x="4484461" y="-19488450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209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9" y="32980"/>
                    <a:pt x="12153" y="32980"/>
                  </a:cubicBezTo>
                  <a:cubicBezTo>
                    <a:pt x="18478" y="32980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307" y="5208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6" name="Google Shape;866;p60"/>
            <p:cNvSpPr/>
            <p:nvPr/>
          </p:nvSpPr>
          <p:spPr>
            <a:xfrm>
              <a:off x="4528362" y="-19488450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209" y="0"/>
                    <a:pt x="0" y="5208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209" y="32980"/>
                    <a:pt x="12153" y="32980"/>
                  </a:cubicBezTo>
                  <a:cubicBezTo>
                    <a:pt x="19098" y="32980"/>
                    <a:pt x="24306" y="27772"/>
                    <a:pt x="24306" y="20828"/>
                  </a:cubicBezTo>
                  <a:lnTo>
                    <a:pt x="24306" y="12150"/>
                  </a:lnTo>
                  <a:cubicBezTo>
                    <a:pt x="24183" y="5208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7" name="Google Shape;867;p60"/>
            <p:cNvSpPr/>
            <p:nvPr/>
          </p:nvSpPr>
          <p:spPr>
            <a:xfrm>
              <a:off x="4393933" y="-19424846"/>
              <a:ext cx="24802" cy="33474"/>
            </a:xfrm>
            <a:custGeom>
              <a:rect b="b" l="l" r="r" t="t"/>
              <a:pathLst>
                <a:path extrusionOk="0" h="33474" w="24802">
                  <a:moveTo>
                    <a:pt x="12649" y="0"/>
                  </a:moveTo>
                  <a:cubicBezTo>
                    <a:pt x="5704" y="0"/>
                    <a:pt x="0" y="5703"/>
                    <a:pt x="0" y="12647"/>
                  </a:cubicBezTo>
                  <a:lnTo>
                    <a:pt x="0" y="21325"/>
                  </a:lnTo>
                  <a:cubicBezTo>
                    <a:pt x="0" y="28269"/>
                    <a:pt x="5704" y="33475"/>
                    <a:pt x="12649" y="33475"/>
                  </a:cubicBezTo>
                  <a:cubicBezTo>
                    <a:pt x="18974" y="33475"/>
                    <a:pt x="24802" y="28269"/>
                    <a:pt x="24802" y="21325"/>
                  </a:cubicBezTo>
                  <a:lnTo>
                    <a:pt x="24802" y="12647"/>
                  </a:lnTo>
                  <a:cubicBezTo>
                    <a:pt x="24678" y="5703"/>
                    <a:pt x="18974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8" name="Google Shape;868;p60"/>
            <p:cNvSpPr/>
            <p:nvPr/>
          </p:nvSpPr>
          <p:spPr>
            <a:xfrm>
              <a:off x="4438329" y="-19424846"/>
              <a:ext cx="24306" cy="33474"/>
            </a:xfrm>
            <a:custGeom>
              <a:rect b="b" l="l" r="r" t="t"/>
              <a:pathLst>
                <a:path extrusionOk="0" h="33474" w="24306">
                  <a:moveTo>
                    <a:pt x="12153" y="0"/>
                  </a:moveTo>
                  <a:cubicBezTo>
                    <a:pt x="5209" y="0"/>
                    <a:pt x="0" y="5703"/>
                    <a:pt x="0" y="12150"/>
                  </a:cubicBezTo>
                  <a:lnTo>
                    <a:pt x="0" y="21325"/>
                  </a:lnTo>
                  <a:cubicBezTo>
                    <a:pt x="0" y="28269"/>
                    <a:pt x="5209" y="33475"/>
                    <a:pt x="12153" y="33475"/>
                  </a:cubicBezTo>
                  <a:cubicBezTo>
                    <a:pt x="18478" y="33475"/>
                    <a:pt x="24307" y="28269"/>
                    <a:pt x="24307" y="21325"/>
                  </a:cubicBezTo>
                  <a:lnTo>
                    <a:pt x="24307" y="12150"/>
                  </a:lnTo>
                  <a:cubicBezTo>
                    <a:pt x="24183" y="5703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9" name="Google Shape;869;p60"/>
            <p:cNvSpPr/>
            <p:nvPr/>
          </p:nvSpPr>
          <p:spPr>
            <a:xfrm>
              <a:off x="4484461" y="-19424846"/>
              <a:ext cx="24306" cy="33474"/>
            </a:xfrm>
            <a:custGeom>
              <a:rect b="b" l="l" r="r" t="t"/>
              <a:pathLst>
                <a:path extrusionOk="0" h="33474" w="24306">
                  <a:moveTo>
                    <a:pt x="12153" y="0"/>
                  </a:moveTo>
                  <a:cubicBezTo>
                    <a:pt x="5209" y="0"/>
                    <a:pt x="0" y="5703"/>
                    <a:pt x="0" y="12150"/>
                  </a:cubicBezTo>
                  <a:lnTo>
                    <a:pt x="0" y="21325"/>
                  </a:lnTo>
                  <a:cubicBezTo>
                    <a:pt x="0" y="28269"/>
                    <a:pt x="5209" y="33475"/>
                    <a:pt x="12153" y="33475"/>
                  </a:cubicBezTo>
                  <a:cubicBezTo>
                    <a:pt x="18478" y="33475"/>
                    <a:pt x="24307" y="28269"/>
                    <a:pt x="24307" y="21325"/>
                  </a:cubicBezTo>
                  <a:lnTo>
                    <a:pt x="24307" y="12150"/>
                  </a:lnTo>
                  <a:cubicBezTo>
                    <a:pt x="24307" y="5703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0" name="Google Shape;870;p60"/>
            <p:cNvSpPr/>
            <p:nvPr/>
          </p:nvSpPr>
          <p:spPr>
            <a:xfrm>
              <a:off x="4438329" y="-19360748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5209" y="0"/>
                    <a:pt x="0" y="5704"/>
                    <a:pt x="0" y="12152"/>
                  </a:cubicBezTo>
                  <a:lnTo>
                    <a:pt x="0" y="21326"/>
                  </a:lnTo>
                  <a:cubicBezTo>
                    <a:pt x="0" y="27650"/>
                    <a:pt x="5209" y="33476"/>
                    <a:pt x="12153" y="33476"/>
                  </a:cubicBezTo>
                  <a:cubicBezTo>
                    <a:pt x="18478" y="33476"/>
                    <a:pt x="24307" y="27774"/>
                    <a:pt x="24307" y="21326"/>
                  </a:cubicBezTo>
                  <a:lnTo>
                    <a:pt x="24307" y="12152"/>
                  </a:lnTo>
                  <a:cubicBezTo>
                    <a:pt x="24183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1" name="Google Shape;871;p60"/>
            <p:cNvSpPr/>
            <p:nvPr/>
          </p:nvSpPr>
          <p:spPr>
            <a:xfrm>
              <a:off x="4484461" y="-19360748"/>
              <a:ext cx="24306" cy="33476"/>
            </a:xfrm>
            <a:custGeom>
              <a:rect b="b" l="l" r="r" t="t"/>
              <a:pathLst>
                <a:path extrusionOk="0" h="33476" w="24306">
                  <a:moveTo>
                    <a:pt x="12153" y="0"/>
                  </a:moveTo>
                  <a:cubicBezTo>
                    <a:pt x="5209" y="0"/>
                    <a:pt x="0" y="5704"/>
                    <a:pt x="0" y="12152"/>
                  </a:cubicBezTo>
                  <a:lnTo>
                    <a:pt x="0" y="21326"/>
                  </a:lnTo>
                  <a:cubicBezTo>
                    <a:pt x="0" y="27650"/>
                    <a:pt x="5209" y="33476"/>
                    <a:pt x="12153" y="33476"/>
                  </a:cubicBezTo>
                  <a:cubicBezTo>
                    <a:pt x="18478" y="33476"/>
                    <a:pt x="24307" y="27774"/>
                    <a:pt x="24307" y="21326"/>
                  </a:cubicBezTo>
                  <a:lnTo>
                    <a:pt x="24307" y="12152"/>
                  </a:lnTo>
                  <a:cubicBezTo>
                    <a:pt x="24307" y="5704"/>
                    <a:pt x="1847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2" name="Google Shape;872;p60"/>
            <p:cNvSpPr/>
            <p:nvPr/>
          </p:nvSpPr>
          <p:spPr>
            <a:xfrm>
              <a:off x="4459783" y="-19188162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029" y="0"/>
                  </a:moveTo>
                  <a:cubicBezTo>
                    <a:pt x="8557" y="0"/>
                    <a:pt x="5085" y="1736"/>
                    <a:pt x="2852" y="4587"/>
                  </a:cubicBezTo>
                  <a:cubicBezTo>
                    <a:pt x="1116" y="6323"/>
                    <a:pt x="0" y="9175"/>
                    <a:pt x="0" y="12150"/>
                  </a:cubicBezTo>
                  <a:lnTo>
                    <a:pt x="0" y="20830"/>
                  </a:lnTo>
                  <a:cubicBezTo>
                    <a:pt x="0" y="27772"/>
                    <a:pt x="5829" y="32980"/>
                    <a:pt x="12153" y="32980"/>
                  </a:cubicBezTo>
                  <a:cubicBezTo>
                    <a:pt x="19098" y="32980"/>
                    <a:pt x="24306" y="27772"/>
                    <a:pt x="24306" y="20830"/>
                  </a:cubicBezTo>
                  <a:lnTo>
                    <a:pt x="24306" y="12150"/>
                  </a:lnTo>
                  <a:cubicBezTo>
                    <a:pt x="24306" y="9299"/>
                    <a:pt x="23686" y="6447"/>
                    <a:pt x="22074" y="4587"/>
                  </a:cubicBezTo>
                  <a:cubicBezTo>
                    <a:pt x="19470" y="1612"/>
                    <a:pt x="15998" y="0"/>
                    <a:pt x="1202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3" name="Google Shape;873;p60"/>
            <p:cNvSpPr/>
            <p:nvPr/>
          </p:nvSpPr>
          <p:spPr>
            <a:xfrm>
              <a:off x="4503559" y="-19188162"/>
              <a:ext cx="24802" cy="32980"/>
            </a:xfrm>
            <a:custGeom>
              <a:rect b="b" l="l" r="r" t="t"/>
              <a:pathLst>
                <a:path extrusionOk="0" h="32980" w="24802">
                  <a:moveTo>
                    <a:pt x="12649" y="0"/>
                  </a:moveTo>
                  <a:cubicBezTo>
                    <a:pt x="8557" y="0"/>
                    <a:pt x="5085" y="1736"/>
                    <a:pt x="2852" y="4587"/>
                  </a:cubicBezTo>
                  <a:cubicBezTo>
                    <a:pt x="1116" y="6323"/>
                    <a:pt x="0" y="9175"/>
                    <a:pt x="0" y="12150"/>
                  </a:cubicBezTo>
                  <a:lnTo>
                    <a:pt x="0" y="20830"/>
                  </a:lnTo>
                  <a:cubicBezTo>
                    <a:pt x="0" y="25541"/>
                    <a:pt x="2232" y="29012"/>
                    <a:pt x="5704" y="31244"/>
                  </a:cubicBezTo>
                  <a:cubicBezTo>
                    <a:pt x="8061" y="32484"/>
                    <a:pt x="9797" y="32980"/>
                    <a:pt x="12649" y="32980"/>
                  </a:cubicBezTo>
                  <a:cubicBezTo>
                    <a:pt x="14385" y="32980"/>
                    <a:pt x="16121" y="32359"/>
                    <a:pt x="17858" y="31740"/>
                  </a:cubicBezTo>
                  <a:cubicBezTo>
                    <a:pt x="20214" y="30005"/>
                    <a:pt x="21950" y="28269"/>
                    <a:pt x="23066" y="26036"/>
                  </a:cubicBezTo>
                  <a:cubicBezTo>
                    <a:pt x="24183" y="24300"/>
                    <a:pt x="24802" y="22566"/>
                    <a:pt x="24802" y="20830"/>
                  </a:cubicBezTo>
                  <a:lnTo>
                    <a:pt x="24802" y="12150"/>
                  </a:lnTo>
                  <a:cubicBezTo>
                    <a:pt x="24802" y="9919"/>
                    <a:pt x="24183" y="8059"/>
                    <a:pt x="23066" y="6447"/>
                  </a:cubicBezTo>
                  <a:cubicBezTo>
                    <a:pt x="21826" y="4711"/>
                    <a:pt x="20214" y="2356"/>
                    <a:pt x="17858" y="1240"/>
                  </a:cubicBezTo>
                  <a:cubicBezTo>
                    <a:pt x="16121" y="496"/>
                    <a:pt x="14385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4" name="Google Shape;874;p60"/>
            <p:cNvSpPr/>
            <p:nvPr/>
          </p:nvSpPr>
          <p:spPr>
            <a:xfrm>
              <a:off x="4549692" y="-19188162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153" y="0"/>
                  </a:moveTo>
                  <a:cubicBezTo>
                    <a:pt x="7565" y="0"/>
                    <a:pt x="3472" y="2356"/>
                    <a:pt x="1736" y="6323"/>
                  </a:cubicBezTo>
                  <a:cubicBezTo>
                    <a:pt x="620" y="8059"/>
                    <a:pt x="0" y="9795"/>
                    <a:pt x="0" y="12026"/>
                  </a:cubicBezTo>
                  <a:lnTo>
                    <a:pt x="0" y="20706"/>
                  </a:lnTo>
                  <a:cubicBezTo>
                    <a:pt x="0" y="22442"/>
                    <a:pt x="620" y="24178"/>
                    <a:pt x="1736" y="25912"/>
                  </a:cubicBezTo>
                  <a:cubicBezTo>
                    <a:pt x="3472" y="30005"/>
                    <a:pt x="7565" y="32856"/>
                    <a:pt x="12153" y="32856"/>
                  </a:cubicBezTo>
                  <a:cubicBezTo>
                    <a:pt x="19098" y="32856"/>
                    <a:pt x="24802" y="27648"/>
                    <a:pt x="24802" y="20706"/>
                  </a:cubicBezTo>
                  <a:lnTo>
                    <a:pt x="24802" y="12026"/>
                  </a:lnTo>
                  <a:cubicBezTo>
                    <a:pt x="24802" y="5084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5" name="Google Shape;875;p60"/>
            <p:cNvSpPr/>
            <p:nvPr/>
          </p:nvSpPr>
          <p:spPr>
            <a:xfrm>
              <a:off x="4594212" y="-19188162"/>
              <a:ext cx="24182" cy="33104"/>
            </a:xfrm>
            <a:custGeom>
              <a:rect b="b" l="l" r="r" t="t"/>
              <a:pathLst>
                <a:path extrusionOk="0" h="33104" w="24182">
                  <a:moveTo>
                    <a:pt x="12153" y="0"/>
                  </a:moveTo>
                  <a:cubicBezTo>
                    <a:pt x="10417" y="0"/>
                    <a:pt x="8681" y="0"/>
                    <a:pt x="6945" y="621"/>
                  </a:cubicBezTo>
                  <a:cubicBezTo>
                    <a:pt x="2852" y="2975"/>
                    <a:pt x="0" y="6944"/>
                    <a:pt x="0" y="12150"/>
                  </a:cubicBezTo>
                  <a:lnTo>
                    <a:pt x="0" y="20830"/>
                  </a:lnTo>
                  <a:cubicBezTo>
                    <a:pt x="0" y="26036"/>
                    <a:pt x="2852" y="30129"/>
                    <a:pt x="6945" y="31865"/>
                  </a:cubicBezTo>
                  <a:cubicBezTo>
                    <a:pt x="8681" y="33104"/>
                    <a:pt x="10417" y="33104"/>
                    <a:pt x="12153" y="33104"/>
                  </a:cubicBezTo>
                  <a:cubicBezTo>
                    <a:pt x="15005" y="33104"/>
                    <a:pt x="17362" y="31865"/>
                    <a:pt x="18974" y="30748"/>
                  </a:cubicBezTo>
                  <a:cubicBezTo>
                    <a:pt x="21826" y="28393"/>
                    <a:pt x="24183" y="25045"/>
                    <a:pt x="24183" y="20954"/>
                  </a:cubicBezTo>
                  <a:lnTo>
                    <a:pt x="24183" y="12274"/>
                  </a:lnTo>
                  <a:cubicBezTo>
                    <a:pt x="24183" y="8183"/>
                    <a:pt x="21826" y="4711"/>
                    <a:pt x="18974" y="2481"/>
                  </a:cubicBezTo>
                  <a:cubicBezTo>
                    <a:pt x="17362" y="496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6" name="Google Shape;876;p60"/>
            <p:cNvSpPr/>
            <p:nvPr/>
          </p:nvSpPr>
          <p:spPr>
            <a:xfrm>
              <a:off x="4459659" y="-19128650"/>
              <a:ext cx="24306" cy="32978"/>
            </a:xfrm>
            <a:custGeom>
              <a:rect b="b" l="l" r="r" t="t"/>
              <a:pathLst>
                <a:path extrusionOk="0" h="32978" w="24306">
                  <a:moveTo>
                    <a:pt x="12153" y="0"/>
                  </a:moveTo>
                  <a:cubicBezTo>
                    <a:pt x="5829" y="0"/>
                    <a:pt x="0" y="5206"/>
                    <a:pt x="0" y="12150"/>
                  </a:cubicBezTo>
                  <a:lnTo>
                    <a:pt x="0" y="20828"/>
                  </a:lnTo>
                  <a:cubicBezTo>
                    <a:pt x="0" y="27772"/>
                    <a:pt x="5829" y="32978"/>
                    <a:pt x="12153" y="32978"/>
                  </a:cubicBezTo>
                  <a:cubicBezTo>
                    <a:pt x="19098" y="32978"/>
                    <a:pt x="24307" y="27772"/>
                    <a:pt x="24307" y="20828"/>
                  </a:cubicBezTo>
                  <a:lnTo>
                    <a:pt x="24307" y="12150"/>
                  </a:lnTo>
                  <a:cubicBezTo>
                    <a:pt x="24183" y="5082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7" name="Google Shape;877;p60"/>
            <p:cNvSpPr/>
            <p:nvPr/>
          </p:nvSpPr>
          <p:spPr>
            <a:xfrm>
              <a:off x="4503559" y="-19128650"/>
              <a:ext cx="24802" cy="32978"/>
            </a:xfrm>
            <a:custGeom>
              <a:rect b="b" l="l" r="r" t="t"/>
              <a:pathLst>
                <a:path extrusionOk="0" h="32978" w="24802">
                  <a:moveTo>
                    <a:pt x="12649" y="0"/>
                  </a:moveTo>
                  <a:cubicBezTo>
                    <a:pt x="9797" y="0"/>
                    <a:pt x="8061" y="619"/>
                    <a:pt x="5704" y="1736"/>
                  </a:cubicBezTo>
                  <a:cubicBezTo>
                    <a:pt x="2232" y="4091"/>
                    <a:pt x="0" y="7563"/>
                    <a:pt x="0" y="12150"/>
                  </a:cubicBezTo>
                  <a:lnTo>
                    <a:pt x="0" y="20828"/>
                  </a:lnTo>
                  <a:cubicBezTo>
                    <a:pt x="0" y="25416"/>
                    <a:pt x="2232" y="28888"/>
                    <a:pt x="5704" y="31244"/>
                  </a:cubicBezTo>
                  <a:cubicBezTo>
                    <a:pt x="8061" y="32359"/>
                    <a:pt x="9797" y="32978"/>
                    <a:pt x="12649" y="32978"/>
                  </a:cubicBezTo>
                  <a:cubicBezTo>
                    <a:pt x="14385" y="32978"/>
                    <a:pt x="16121" y="32359"/>
                    <a:pt x="17858" y="31863"/>
                  </a:cubicBezTo>
                  <a:cubicBezTo>
                    <a:pt x="20214" y="30748"/>
                    <a:pt x="21950" y="28391"/>
                    <a:pt x="23066" y="26036"/>
                  </a:cubicBezTo>
                  <a:cubicBezTo>
                    <a:pt x="24183" y="24921"/>
                    <a:pt x="24802" y="22688"/>
                    <a:pt x="24802" y="20828"/>
                  </a:cubicBezTo>
                  <a:lnTo>
                    <a:pt x="24802" y="12150"/>
                  </a:lnTo>
                  <a:cubicBezTo>
                    <a:pt x="24802" y="9794"/>
                    <a:pt x="24183" y="8059"/>
                    <a:pt x="23066" y="6942"/>
                  </a:cubicBezTo>
                  <a:cubicBezTo>
                    <a:pt x="21826" y="4711"/>
                    <a:pt x="20214" y="2355"/>
                    <a:pt x="17858" y="1240"/>
                  </a:cubicBezTo>
                  <a:cubicBezTo>
                    <a:pt x="16121" y="495"/>
                    <a:pt x="14385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8" name="Google Shape;878;p60"/>
            <p:cNvSpPr/>
            <p:nvPr/>
          </p:nvSpPr>
          <p:spPr>
            <a:xfrm>
              <a:off x="4549692" y="-19128650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153" y="0"/>
                  </a:moveTo>
                  <a:cubicBezTo>
                    <a:pt x="7565" y="0"/>
                    <a:pt x="3472" y="2851"/>
                    <a:pt x="1736" y="6818"/>
                  </a:cubicBezTo>
                  <a:cubicBezTo>
                    <a:pt x="620" y="8059"/>
                    <a:pt x="0" y="9670"/>
                    <a:pt x="0" y="12026"/>
                  </a:cubicBezTo>
                  <a:lnTo>
                    <a:pt x="0" y="20704"/>
                  </a:lnTo>
                  <a:cubicBezTo>
                    <a:pt x="0" y="22440"/>
                    <a:pt x="620" y="24797"/>
                    <a:pt x="1736" y="25912"/>
                  </a:cubicBezTo>
                  <a:cubicBezTo>
                    <a:pt x="3472" y="30003"/>
                    <a:pt x="7565" y="32856"/>
                    <a:pt x="12153" y="32856"/>
                  </a:cubicBezTo>
                  <a:cubicBezTo>
                    <a:pt x="19098" y="32856"/>
                    <a:pt x="24802" y="27648"/>
                    <a:pt x="24802" y="20704"/>
                  </a:cubicBezTo>
                  <a:lnTo>
                    <a:pt x="24802" y="12026"/>
                  </a:lnTo>
                  <a:cubicBezTo>
                    <a:pt x="24802" y="5082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9" name="Google Shape;879;p60"/>
            <p:cNvSpPr/>
            <p:nvPr/>
          </p:nvSpPr>
          <p:spPr>
            <a:xfrm>
              <a:off x="4594212" y="-19128650"/>
              <a:ext cx="24182" cy="32978"/>
            </a:xfrm>
            <a:custGeom>
              <a:rect b="b" l="l" r="r" t="t"/>
              <a:pathLst>
                <a:path extrusionOk="0" h="32978" w="24182">
                  <a:moveTo>
                    <a:pt x="12153" y="0"/>
                  </a:moveTo>
                  <a:cubicBezTo>
                    <a:pt x="10417" y="0"/>
                    <a:pt x="8681" y="0"/>
                    <a:pt x="6945" y="619"/>
                  </a:cubicBezTo>
                  <a:cubicBezTo>
                    <a:pt x="2852" y="2851"/>
                    <a:pt x="0" y="6942"/>
                    <a:pt x="0" y="12150"/>
                  </a:cubicBezTo>
                  <a:lnTo>
                    <a:pt x="0" y="20828"/>
                  </a:lnTo>
                  <a:cubicBezTo>
                    <a:pt x="0" y="26036"/>
                    <a:pt x="2852" y="30127"/>
                    <a:pt x="6945" y="32359"/>
                  </a:cubicBezTo>
                  <a:cubicBezTo>
                    <a:pt x="8681" y="32978"/>
                    <a:pt x="10417" y="32978"/>
                    <a:pt x="12153" y="32978"/>
                  </a:cubicBezTo>
                  <a:cubicBezTo>
                    <a:pt x="15005" y="32978"/>
                    <a:pt x="17362" y="32359"/>
                    <a:pt x="18974" y="30748"/>
                  </a:cubicBezTo>
                  <a:cubicBezTo>
                    <a:pt x="21826" y="28391"/>
                    <a:pt x="24183" y="24921"/>
                    <a:pt x="24183" y="20952"/>
                  </a:cubicBezTo>
                  <a:lnTo>
                    <a:pt x="24183" y="12274"/>
                  </a:lnTo>
                  <a:cubicBezTo>
                    <a:pt x="24183" y="8182"/>
                    <a:pt x="21826" y="4711"/>
                    <a:pt x="18974" y="2479"/>
                  </a:cubicBezTo>
                  <a:cubicBezTo>
                    <a:pt x="17362" y="495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0" name="Google Shape;880;p60"/>
            <p:cNvSpPr/>
            <p:nvPr/>
          </p:nvSpPr>
          <p:spPr>
            <a:xfrm>
              <a:off x="4459659" y="-19069263"/>
              <a:ext cx="24306" cy="32980"/>
            </a:xfrm>
            <a:custGeom>
              <a:rect b="b" l="l" r="r" t="t"/>
              <a:pathLst>
                <a:path extrusionOk="0" h="32980" w="24306">
                  <a:moveTo>
                    <a:pt x="12153" y="0"/>
                  </a:moveTo>
                  <a:cubicBezTo>
                    <a:pt x="5829" y="0"/>
                    <a:pt x="0" y="5208"/>
                    <a:pt x="0" y="12152"/>
                  </a:cubicBezTo>
                  <a:lnTo>
                    <a:pt x="0" y="20830"/>
                  </a:lnTo>
                  <a:cubicBezTo>
                    <a:pt x="0" y="27772"/>
                    <a:pt x="5829" y="32980"/>
                    <a:pt x="12153" y="32980"/>
                  </a:cubicBezTo>
                  <a:cubicBezTo>
                    <a:pt x="19098" y="32980"/>
                    <a:pt x="24307" y="27772"/>
                    <a:pt x="24307" y="20830"/>
                  </a:cubicBezTo>
                  <a:lnTo>
                    <a:pt x="24307" y="12152"/>
                  </a:lnTo>
                  <a:cubicBezTo>
                    <a:pt x="24183" y="5208"/>
                    <a:pt x="1909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1" name="Google Shape;881;p60"/>
            <p:cNvSpPr/>
            <p:nvPr/>
          </p:nvSpPr>
          <p:spPr>
            <a:xfrm>
              <a:off x="4503559" y="-19069263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649" y="0"/>
                  </a:moveTo>
                  <a:cubicBezTo>
                    <a:pt x="9797" y="0"/>
                    <a:pt x="8061" y="621"/>
                    <a:pt x="5704" y="1736"/>
                  </a:cubicBezTo>
                  <a:cubicBezTo>
                    <a:pt x="2232" y="3968"/>
                    <a:pt x="0" y="7440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704" y="32856"/>
                    <a:pt x="12649" y="32856"/>
                  </a:cubicBezTo>
                  <a:cubicBezTo>
                    <a:pt x="18974" y="32856"/>
                    <a:pt x="24802" y="27650"/>
                    <a:pt x="24802" y="20706"/>
                  </a:cubicBezTo>
                  <a:lnTo>
                    <a:pt x="24802" y="12028"/>
                  </a:lnTo>
                  <a:cubicBezTo>
                    <a:pt x="24802" y="10911"/>
                    <a:pt x="24183" y="9795"/>
                    <a:pt x="24183" y="8680"/>
                  </a:cubicBezTo>
                  <a:cubicBezTo>
                    <a:pt x="23066" y="5208"/>
                    <a:pt x="20710" y="2853"/>
                    <a:pt x="17858" y="1117"/>
                  </a:cubicBezTo>
                  <a:cubicBezTo>
                    <a:pt x="16121" y="496"/>
                    <a:pt x="14385" y="0"/>
                    <a:pt x="12649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2" name="Google Shape;882;p60"/>
            <p:cNvSpPr/>
            <p:nvPr/>
          </p:nvSpPr>
          <p:spPr>
            <a:xfrm>
              <a:off x="4549692" y="-19069263"/>
              <a:ext cx="24802" cy="32855"/>
            </a:xfrm>
            <a:custGeom>
              <a:rect b="b" l="l" r="r" t="t"/>
              <a:pathLst>
                <a:path extrusionOk="0" h="32855" w="24802">
                  <a:moveTo>
                    <a:pt x="12153" y="0"/>
                  </a:moveTo>
                  <a:cubicBezTo>
                    <a:pt x="6945" y="0"/>
                    <a:pt x="2356" y="3472"/>
                    <a:pt x="620" y="8680"/>
                  </a:cubicBezTo>
                  <a:cubicBezTo>
                    <a:pt x="620" y="9795"/>
                    <a:pt x="0" y="10911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704" y="32856"/>
                    <a:pt x="12153" y="32856"/>
                  </a:cubicBezTo>
                  <a:cubicBezTo>
                    <a:pt x="19098" y="32856"/>
                    <a:pt x="24802" y="27650"/>
                    <a:pt x="24802" y="20706"/>
                  </a:cubicBezTo>
                  <a:lnTo>
                    <a:pt x="24802" y="12028"/>
                  </a:lnTo>
                  <a:cubicBezTo>
                    <a:pt x="24802" y="10911"/>
                    <a:pt x="24183" y="9795"/>
                    <a:pt x="24183" y="8680"/>
                  </a:cubicBezTo>
                  <a:cubicBezTo>
                    <a:pt x="22570" y="3472"/>
                    <a:pt x="17858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3" name="Google Shape;883;p60"/>
            <p:cNvSpPr/>
            <p:nvPr/>
          </p:nvSpPr>
          <p:spPr>
            <a:xfrm>
              <a:off x="4594212" y="-19069263"/>
              <a:ext cx="24306" cy="32855"/>
            </a:xfrm>
            <a:custGeom>
              <a:rect b="b" l="l" r="r" t="t"/>
              <a:pathLst>
                <a:path extrusionOk="0" h="32855" w="24306">
                  <a:moveTo>
                    <a:pt x="12153" y="0"/>
                  </a:moveTo>
                  <a:cubicBezTo>
                    <a:pt x="10417" y="0"/>
                    <a:pt x="8681" y="0"/>
                    <a:pt x="6945" y="1241"/>
                  </a:cubicBezTo>
                  <a:cubicBezTo>
                    <a:pt x="6325" y="1241"/>
                    <a:pt x="5209" y="1860"/>
                    <a:pt x="4713" y="2356"/>
                  </a:cubicBezTo>
                  <a:cubicBezTo>
                    <a:pt x="2356" y="4092"/>
                    <a:pt x="1240" y="6447"/>
                    <a:pt x="620" y="8680"/>
                  </a:cubicBezTo>
                  <a:cubicBezTo>
                    <a:pt x="0" y="9795"/>
                    <a:pt x="0" y="10911"/>
                    <a:pt x="0" y="12028"/>
                  </a:cubicBezTo>
                  <a:lnTo>
                    <a:pt x="0" y="20706"/>
                  </a:lnTo>
                  <a:cubicBezTo>
                    <a:pt x="0" y="27650"/>
                    <a:pt x="5209" y="32856"/>
                    <a:pt x="12153" y="32856"/>
                  </a:cubicBezTo>
                  <a:cubicBezTo>
                    <a:pt x="18478" y="32856"/>
                    <a:pt x="24306" y="27650"/>
                    <a:pt x="24306" y="20706"/>
                  </a:cubicBezTo>
                  <a:lnTo>
                    <a:pt x="24306" y="14382"/>
                  </a:lnTo>
                  <a:lnTo>
                    <a:pt x="24306" y="12028"/>
                  </a:lnTo>
                  <a:cubicBezTo>
                    <a:pt x="24306" y="7935"/>
                    <a:pt x="21950" y="4587"/>
                    <a:pt x="19098" y="2232"/>
                  </a:cubicBezTo>
                  <a:cubicBezTo>
                    <a:pt x="17362" y="496"/>
                    <a:pt x="15005" y="0"/>
                    <a:pt x="12153" y="0"/>
                  </a:cubicBez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4191545" y="-19644298"/>
              <a:ext cx="713813" cy="682529"/>
            </a:xfrm>
            <a:custGeom>
              <a:rect b="b" l="l" r="r" t="t"/>
              <a:pathLst>
                <a:path extrusionOk="0" h="682529" w="713813">
                  <a:moveTo>
                    <a:pt x="281880" y="0"/>
                  </a:moveTo>
                  <a:cubicBezTo>
                    <a:pt x="279771" y="0"/>
                    <a:pt x="277663" y="621"/>
                    <a:pt x="275555" y="1736"/>
                  </a:cubicBezTo>
                  <a:lnTo>
                    <a:pt x="227066" y="30129"/>
                  </a:lnTo>
                  <a:cubicBezTo>
                    <a:pt x="223594" y="31865"/>
                    <a:pt x="221362" y="35831"/>
                    <a:pt x="221362" y="40543"/>
                  </a:cubicBezTo>
                  <a:lnTo>
                    <a:pt x="221362" y="91872"/>
                  </a:lnTo>
                  <a:lnTo>
                    <a:pt x="147946" y="134523"/>
                  </a:lnTo>
                  <a:cubicBezTo>
                    <a:pt x="143854" y="136259"/>
                    <a:pt x="141622" y="140350"/>
                    <a:pt x="141622" y="144937"/>
                  </a:cubicBezTo>
                  <a:lnTo>
                    <a:pt x="141622" y="281195"/>
                  </a:lnTo>
                  <a:lnTo>
                    <a:pt x="73415" y="281195"/>
                  </a:lnTo>
                  <a:cubicBezTo>
                    <a:pt x="66471" y="281195"/>
                    <a:pt x="61262" y="286403"/>
                    <a:pt x="61262" y="293345"/>
                  </a:cubicBezTo>
                  <a:lnTo>
                    <a:pt x="61262" y="658229"/>
                  </a:lnTo>
                  <a:lnTo>
                    <a:pt x="12153" y="658229"/>
                  </a:lnTo>
                  <a:cubicBezTo>
                    <a:pt x="5829" y="658229"/>
                    <a:pt x="0" y="663435"/>
                    <a:pt x="0" y="670379"/>
                  </a:cubicBezTo>
                  <a:cubicBezTo>
                    <a:pt x="0" y="677321"/>
                    <a:pt x="5829" y="682529"/>
                    <a:pt x="12153" y="682529"/>
                  </a:cubicBezTo>
                  <a:lnTo>
                    <a:pt x="701661" y="682529"/>
                  </a:lnTo>
                  <a:cubicBezTo>
                    <a:pt x="708605" y="682529"/>
                    <a:pt x="713814" y="677321"/>
                    <a:pt x="713814" y="670379"/>
                  </a:cubicBezTo>
                  <a:cubicBezTo>
                    <a:pt x="713814" y="663559"/>
                    <a:pt x="708605" y="658229"/>
                    <a:pt x="701661" y="658229"/>
                  </a:cubicBezTo>
                  <a:lnTo>
                    <a:pt x="655528" y="658229"/>
                  </a:lnTo>
                  <a:lnTo>
                    <a:pt x="655528" y="531765"/>
                  </a:lnTo>
                  <a:cubicBezTo>
                    <a:pt x="676982" y="526559"/>
                    <a:pt x="692484" y="507589"/>
                    <a:pt x="692484" y="484404"/>
                  </a:cubicBezTo>
                  <a:cubicBezTo>
                    <a:pt x="692484" y="457251"/>
                    <a:pt x="670534" y="435430"/>
                    <a:pt x="643375" y="435430"/>
                  </a:cubicBezTo>
                  <a:cubicBezTo>
                    <a:pt x="616216" y="435430"/>
                    <a:pt x="593770" y="457251"/>
                    <a:pt x="593770" y="484404"/>
                  </a:cubicBezTo>
                  <a:cubicBezTo>
                    <a:pt x="593770" y="507589"/>
                    <a:pt x="609891" y="526683"/>
                    <a:pt x="631346" y="531765"/>
                  </a:cubicBezTo>
                  <a:lnTo>
                    <a:pt x="631346" y="658229"/>
                  </a:lnTo>
                  <a:lnTo>
                    <a:pt x="574796" y="658229"/>
                  </a:lnTo>
                  <a:lnTo>
                    <a:pt x="574796" y="547883"/>
                  </a:lnTo>
                  <a:lnTo>
                    <a:pt x="574796" y="452663"/>
                  </a:lnTo>
                  <a:lnTo>
                    <a:pt x="574796" y="357445"/>
                  </a:lnTo>
                  <a:lnTo>
                    <a:pt x="574796" y="309464"/>
                  </a:lnTo>
                  <a:cubicBezTo>
                    <a:pt x="574796" y="304256"/>
                    <a:pt x="571944" y="300289"/>
                    <a:pt x="567231" y="297932"/>
                  </a:cubicBezTo>
                  <a:lnTo>
                    <a:pt x="421641" y="236685"/>
                  </a:lnTo>
                  <a:lnTo>
                    <a:pt x="421641" y="144937"/>
                  </a:lnTo>
                  <a:cubicBezTo>
                    <a:pt x="421641" y="140350"/>
                    <a:pt x="419409" y="136259"/>
                    <a:pt x="415937" y="134523"/>
                  </a:cubicBezTo>
                  <a:lnTo>
                    <a:pt x="342646" y="91872"/>
                  </a:lnTo>
                  <a:lnTo>
                    <a:pt x="342646" y="40543"/>
                  </a:lnTo>
                  <a:cubicBezTo>
                    <a:pt x="342646" y="35831"/>
                    <a:pt x="340289" y="31865"/>
                    <a:pt x="336321" y="30129"/>
                  </a:cubicBezTo>
                  <a:lnTo>
                    <a:pt x="287832" y="1736"/>
                  </a:lnTo>
                  <a:cubicBezTo>
                    <a:pt x="286096" y="496"/>
                    <a:pt x="283988" y="0"/>
                    <a:pt x="281880" y="0"/>
                  </a:cubicBezTo>
                  <a:close/>
                  <a:moveTo>
                    <a:pt x="550490" y="560033"/>
                  </a:moveTo>
                  <a:lnTo>
                    <a:pt x="550490" y="658229"/>
                  </a:lnTo>
                  <a:lnTo>
                    <a:pt x="486375" y="658229"/>
                  </a:lnTo>
                  <a:lnTo>
                    <a:pt x="486375" y="624752"/>
                  </a:lnTo>
                  <a:lnTo>
                    <a:pt x="486375" y="560033"/>
                  </a:lnTo>
                  <a:lnTo>
                    <a:pt x="550490" y="560033"/>
                  </a:lnTo>
                  <a:close/>
                  <a:moveTo>
                    <a:pt x="462193" y="369471"/>
                  </a:moveTo>
                  <a:lnTo>
                    <a:pt x="462193" y="610371"/>
                  </a:lnTo>
                  <a:lnTo>
                    <a:pt x="462193" y="658229"/>
                  </a:lnTo>
                  <a:lnTo>
                    <a:pt x="233515" y="658229"/>
                  </a:lnTo>
                  <a:lnTo>
                    <a:pt x="233515" y="595865"/>
                  </a:lnTo>
                  <a:lnTo>
                    <a:pt x="233515" y="583715"/>
                  </a:lnTo>
                  <a:lnTo>
                    <a:pt x="233515" y="436422"/>
                  </a:lnTo>
                  <a:lnTo>
                    <a:pt x="233515" y="369347"/>
                  </a:lnTo>
                  <a:lnTo>
                    <a:pt x="462193" y="369347"/>
                  </a:lnTo>
                  <a:close/>
                  <a:moveTo>
                    <a:pt x="208588" y="305371"/>
                  </a:moveTo>
                  <a:lnTo>
                    <a:pt x="208588" y="357321"/>
                  </a:lnTo>
                  <a:lnTo>
                    <a:pt x="208588" y="571565"/>
                  </a:lnTo>
                  <a:lnTo>
                    <a:pt x="208588" y="583715"/>
                  </a:lnTo>
                  <a:lnTo>
                    <a:pt x="208588" y="595865"/>
                  </a:lnTo>
                  <a:lnTo>
                    <a:pt x="208588" y="658229"/>
                  </a:lnTo>
                  <a:lnTo>
                    <a:pt x="85568" y="658229"/>
                  </a:lnTo>
                  <a:lnTo>
                    <a:pt x="85568" y="305371"/>
                  </a:lnTo>
                  <a:lnTo>
                    <a:pt x="208588" y="305371"/>
                  </a:lnTo>
                  <a:close/>
                  <a:moveTo>
                    <a:pt x="550490" y="464815"/>
                  </a:moveTo>
                  <a:lnTo>
                    <a:pt x="550490" y="535857"/>
                  </a:lnTo>
                  <a:lnTo>
                    <a:pt x="486375" y="535857"/>
                  </a:lnTo>
                  <a:lnTo>
                    <a:pt x="486375" y="464815"/>
                  </a:lnTo>
                  <a:lnTo>
                    <a:pt x="550490" y="464815"/>
                  </a:lnTo>
                  <a:close/>
                  <a:moveTo>
                    <a:pt x="643499" y="459607"/>
                  </a:moveTo>
                  <a:cubicBezTo>
                    <a:pt x="656768" y="459607"/>
                    <a:pt x="668301" y="470642"/>
                    <a:pt x="668301" y="484404"/>
                  </a:cubicBezTo>
                  <a:cubicBezTo>
                    <a:pt x="668301" y="498290"/>
                    <a:pt x="656768" y="509325"/>
                    <a:pt x="643499" y="509325"/>
                  </a:cubicBezTo>
                  <a:cubicBezTo>
                    <a:pt x="629610" y="509325"/>
                    <a:pt x="618572" y="498290"/>
                    <a:pt x="618572" y="484404"/>
                  </a:cubicBezTo>
                  <a:cubicBezTo>
                    <a:pt x="618572" y="470518"/>
                    <a:pt x="629610" y="459607"/>
                    <a:pt x="643499" y="459607"/>
                  </a:cubicBezTo>
                  <a:close/>
                  <a:moveTo>
                    <a:pt x="550490" y="369471"/>
                  </a:moveTo>
                  <a:lnTo>
                    <a:pt x="550490" y="440513"/>
                  </a:lnTo>
                  <a:lnTo>
                    <a:pt x="486375" y="440513"/>
                  </a:lnTo>
                  <a:lnTo>
                    <a:pt x="486375" y="369471"/>
                  </a:lnTo>
                  <a:lnTo>
                    <a:pt x="550490" y="369471"/>
                  </a:lnTo>
                  <a:close/>
                  <a:moveTo>
                    <a:pt x="359883" y="237180"/>
                  </a:moveTo>
                  <a:lnTo>
                    <a:pt x="360999" y="237801"/>
                  </a:lnTo>
                  <a:lnTo>
                    <a:pt x="397459" y="252678"/>
                  </a:lnTo>
                  <a:lnTo>
                    <a:pt x="409612" y="257886"/>
                  </a:lnTo>
                  <a:lnTo>
                    <a:pt x="421765" y="263094"/>
                  </a:lnTo>
                  <a:lnTo>
                    <a:pt x="550614" y="317399"/>
                  </a:lnTo>
                  <a:lnTo>
                    <a:pt x="550614" y="344550"/>
                  </a:lnTo>
                  <a:lnTo>
                    <a:pt x="360007" y="344550"/>
                  </a:lnTo>
                  <a:lnTo>
                    <a:pt x="360007" y="245860"/>
                  </a:lnTo>
                  <a:lnTo>
                    <a:pt x="360007" y="237180"/>
                  </a:lnTo>
                  <a:close/>
                  <a:moveTo>
                    <a:pt x="282003" y="26533"/>
                  </a:moveTo>
                  <a:lnTo>
                    <a:pt x="317719" y="47238"/>
                  </a:lnTo>
                  <a:lnTo>
                    <a:pt x="317719" y="98692"/>
                  </a:lnTo>
                  <a:cubicBezTo>
                    <a:pt x="317719" y="103279"/>
                    <a:pt x="320075" y="107370"/>
                    <a:pt x="324044" y="109726"/>
                  </a:cubicBezTo>
                  <a:lnTo>
                    <a:pt x="397335" y="151880"/>
                  </a:lnTo>
                  <a:lnTo>
                    <a:pt x="397335" y="227014"/>
                  </a:lnTo>
                  <a:lnTo>
                    <a:pt x="352318" y="207920"/>
                  </a:lnTo>
                  <a:cubicBezTo>
                    <a:pt x="350458" y="207053"/>
                    <a:pt x="348598" y="206557"/>
                    <a:pt x="346738" y="206557"/>
                  </a:cubicBezTo>
                  <a:cubicBezTo>
                    <a:pt x="344630" y="206557"/>
                    <a:pt x="342646" y="207177"/>
                    <a:pt x="340785" y="208417"/>
                  </a:cubicBezTo>
                  <a:cubicBezTo>
                    <a:pt x="337313" y="210649"/>
                    <a:pt x="335081" y="214740"/>
                    <a:pt x="335081" y="218831"/>
                  </a:cubicBezTo>
                  <a:lnTo>
                    <a:pt x="335081" y="344674"/>
                  </a:lnTo>
                  <a:lnTo>
                    <a:pt x="233391" y="344674"/>
                  </a:lnTo>
                  <a:lnTo>
                    <a:pt x="233391" y="293221"/>
                  </a:lnTo>
                  <a:cubicBezTo>
                    <a:pt x="233391" y="286279"/>
                    <a:pt x="227562" y="281071"/>
                    <a:pt x="220742" y="281071"/>
                  </a:cubicBezTo>
                  <a:lnTo>
                    <a:pt x="165928" y="281071"/>
                  </a:lnTo>
                  <a:lnTo>
                    <a:pt x="165928" y="151757"/>
                  </a:lnTo>
                  <a:lnTo>
                    <a:pt x="239839" y="109602"/>
                  </a:lnTo>
                  <a:cubicBezTo>
                    <a:pt x="243188" y="107246"/>
                    <a:pt x="245544" y="103279"/>
                    <a:pt x="245544" y="98568"/>
                  </a:cubicBezTo>
                  <a:lnTo>
                    <a:pt x="245544" y="47114"/>
                  </a:lnTo>
                  <a:lnTo>
                    <a:pt x="282003" y="26533"/>
                  </a:lnTo>
                  <a:close/>
                </a:path>
              </a:pathLst>
            </a:custGeom>
            <a:solidFill>
              <a:srgbClr val="E6660D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85" name="Google Shape;885;p60"/>
          <p:cNvSpPr txBox="1"/>
          <p:nvPr/>
        </p:nvSpPr>
        <p:spPr>
          <a:xfrm>
            <a:off x="515226" y="2053777"/>
            <a:ext cx="9711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0" spcFirstLastPara="1" rIns="114125" wrap="square" tIns="114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2"/>
              <a:buFont typeface="Arial"/>
              <a:buNone/>
            </a:pPr>
            <a:r>
              <a:t/>
            </a:r>
            <a:endParaRPr b="1" i="0" sz="842" u="none" cap="none" strike="noStrike">
              <a:solidFill>
                <a:srgbClr val="A9C9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6" name="Google Shape;886;p60"/>
          <p:cNvSpPr txBox="1"/>
          <p:nvPr/>
        </p:nvSpPr>
        <p:spPr>
          <a:xfrm>
            <a:off x="321913" y="2148242"/>
            <a:ext cx="18276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600" lIns="85600" spcFirstLastPara="1" rIns="85600" wrap="square" tIns="8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escola</a:t>
            </a: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 enviará um documento que simboliza o Acordo de cooperação entre escola (instituição formadora) e empresa parceira.</a:t>
            </a:r>
            <a:endParaRPr b="0" i="0" sz="1029" u="none" cap="none" strike="noStrike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7" name="Google Shape;887;p60"/>
          <p:cNvCxnSpPr/>
          <p:nvPr/>
        </p:nvCxnSpPr>
        <p:spPr>
          <a:xfrm flipH="1" rot="10800000">
            <a:off x="1646219" y="1875385"/>
            <a:ext cx="913800" cy="2100"/>
          </a:xfrm>
          <a:prstGeom prst="straightConnector1">
            <a:avLst/>
          </a:prstGeom>
          <a:noFill/>
          <a:ln cap="flat" cmpd="sng" w="17825">
            <a:solidFill>
              <a:srgbClr val="E51157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888" name="Google Shape;888;p60">
            <a:hlinkClick r:id="rId3"/>
          </p:cNvPr>
          <p:cNvSpPr/>
          <p:nvPr/>
        </p:nvSpPr>
        <p:spPr>
          <a:xfrm>
            <a:off x="393919" y="3605333"/>
            <a:ext cx="1683600" cy="293100"/>
          </a:xfrm>
          <a:prstGeom prst="roundRect">
            <a:avLst>
              <a:gd fmla="val 16667" name="adj"/>
            </a:avLst>
          </a:prstGeom>
          <a:solidFill>
            <a:srgbClr val="A9C920"/>
          </a:solidFill>
          <a:ln>
            <a:noFill/>
          </a:ln>
        </p:spPr>
        <p:txBody>
          <a:bodyPr anchorCtr="0" anchor="ctr" bIns="85600" lIns="85600" spcFirstLastPara="1" rIns="85600" wrap="square" tIns="8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0"/>
              <a:buFont typeface="Arial"/>
              <a:buNone/>
            </a:pPr>
            <a:r>
              <a:rPr b="1" i="0" lang="pt-BR" sz="131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endParaRPr b="1" i="0" sz="131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60"/>
          <p:cNvSpPr txBox="1"/>
          <p:nvPr/>
        </p:nvSpPr>
        <p:spPr>
          <a:xfrm>
            <a:off x="2411948" y="2148242"/>
            <a:ext cx="15651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5600" lIns="85600" spcFirstLastPara="1" rIns="85600" wrap="square" tIns="8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instituição parceira</a:t>
            </a: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 irá retornar o acordo com os dados preenchidos</a:t>
            </a:r>
            <a:endParaRPr b="0" i="0" sz="1029" u="none" cap="none" strike="noStrike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90" name="Google Shape;890;p60"/>
          <p:cNvGrpSpPr/>
          <p:nvPr/>
        </p:nvGrpSpPr>
        <p:grpSpPr>
          <a:xfrm>
            <a:off x="5059312" y="1532383"/>
            <a:ext cx="682740" cy="563490"/>
            <a:chOff x="2101693" y="-19602019"/>
            <a:chExt cx="792685" cy="654384"/>
          </a:xfrm>
        </p:grpSpPr>
        <p:sp>
          <p:nvSpPr>
            <p:cNvPr id="891" name="Google Shape;891;p60"/>
            <p:cNvSpPr/>
            <p:nvPr/>
          </p:nvSpPr>
          <p:spPr>
            <a:xfrm>
              <a:off x="2101693" y="-19602019"/>
              <a:ext cx="792685" cy="654384"/>
            </a:xfrm>
            <a:custGeom>
              <a:rect b="b" l="l" r="r" t="t"/>
              <a:pathLst>
                <a:path extrusionOk="0" h="654384" w="792685">
                  <a:moveTo>
                    <a:pt x="396715" y="0"/>
                  </a:moveTo>
                  <a:cubicBezTo>
                    <a:pt x="393118" y="0"/>
                    <a:pt x="389398" y="1860"/>
                    <a:pt x="387042" y="4215"/>
                  </a:cubicBezTo>
                  <a:lnTo>
                    <a:pt x="288576" y="113569"/>
                  </a:lnTo>
                  <a:lnTo>
                    <a:pt x="154023" y="113569"/>
                  </a:lnTo>
                  <a:cubicBezTo>
                    <a:pt x="150427" y="113569"/>
                    <a:pt x="147326" y="115305"/>
                    <a:pt x="144846" y="117784"/>
                  </a:cubicBezTo>
                  <a:lnTo>
                    <a:pt x="27779" y="234825"/>
                  </a:lnTo>
                  <a:cubicBezTo>
                    <a:pt x="24182" y="238420"/>
                    <a:pt x="22942" y="243876"/>
                    <a:pt x="25298" y="248215"/>
                  </a:cubicBezTo>
                  <a:cubicBezTo>
                    <a:pt x="27158" y="253050"/>
                    <a:pt x="31375" y="256026"/>
                    <a:pt x="36832" y="256026"/>
                  </a:cubicBezTo>
                  <a:lnTo>
                    <a:pt x="70687" y="256026"/>
                  </a:lnTo>
                  <a:lnTo>
                    <a:pt x="70687" y="628967"/>
                  </a:lnTo>
                  <a:lnTo>
                    <a:pt x="12649" y="628967"/>
                  </a:lnTo>
                  <a:cubicBezTo>
                    <a:pt x="5953" y="628967"/>
                    <a:pt x="0" y="635043"/>
                    <a:pt x="0" y="641738"/>
                  </a:cubicBezTo>
                  <a:cubicBezTo>
                    <a:pt x="0" y="648929"/>
                    <a:pt x="5953" y="654385"/>
                    <a:pt x="12649" y="654385"/>
                  </a:cubicBezTo>
                  <a:lnTo>
                    <a:pt x="780036" y="654385"/>
                  </a:lnTo>
                  <a:cubicBezTo>
                    <a:pt x="787353" y="654385"/>
                    <a:pt x="792685" y="648929"/>
                    <a:pt x="792685" y="641738"/>
                  </a:cubicBezTo>
                  <a:cubicBezTo>
                    <a:pt x="792685" y="635043"/>
                    <a:pt x="787229" y="628967"/>
                    <a:pt x="780036" y="628967"/>
                  </a:cubicBezTo>
                  <a:lnTo>
                    <a:pt x="722743" y="628967"/>
                  </a:lnTo>
                  <a:lnTo>
                    <a:pt x="722743" y="256026"/>
                  </a:lnTo>
                  <a:lnTo>
                    <a:pt x="756474" y="256026"/>
                  </a:lnTo>
                  <a:cubicBezTo>
                    <a:pt x="761310" y="256026"/>
                    <a:pt x="766147" y="252926"/>
                    <a:pt x="768007" y="248215"/>
                  </a:cubicBezTo>
                  <a:cubicBezTo>
                    <a:pt x="769867" y="243876"/>
                    <a:pt x="769123" y="238544"/>
                    <a:pt x="765651" y="234825"/>
                  </a:cubicBezTo>
                  <a:lnTo>
                    <a:pt x="648459" y="117784"/>
                  </a:lnTo>
                  <a:cubicBezTo>
                    <a:pt x="645979" y="115305"/>
                    <a:pt x="642507" y="113569"/>
                    <a:pt x="639406" y="113569"/>
                  </a:cubicBezTo>
                  <a:lnTo>
                    <a:pt x="504233" y="113569"/>
                  </a:lnTo>
                  <a:lnTo>
                    <a:pt x="405768" y="4215"/>
                  </a:lnTo>
                  <a:cubicBezTo>
                    <a:pt x="403287" y="1860"/>
                    <a:pt x="400435" y="0"/>
                    <a:pt x="396715" y="0"/>
                  </a:cubicBezTo>
                  <a:close/>
                  <a:moveTo>
                    <a:pt x="396715" y="31368"/>
                  </a:moveTo>
                  <a:lnTo>
                    <a:pt x="594762" y="251687"/>
                  </a:lnTo>
                  <a:cubicBezTo>
                    <a:pt x="597118" y="254786"/>
                    <a:pt x="600219" y="256026"/>
                    <a:pt x="603815" y="256026"/>
                  </a:cubicBezTo>
                  <a:lnTo>
                    <a:pt x="697320" y="256026"/>
                  </a:lnTo>
                  <a:lnTo>
                    <a:pt x="697320" y="628967"/>
                  </a:lnTo>
                  <a:lnTo>
                    <a:pt x="463805" y="628967"/>
                  </a:lnTo>
                  <a:lnTo>
                    <a:pt x="463805" y="466674"/>
                  </a:lnTo>
                  <a:cubicBezTo>
                    <a:pt x="463805" y="459359"/>
                    <a:pt x="458349" y="453903"/>
                    <a:pt x="451032" y="453903"/>
                  </a:cubicBezTo>
                  <a:lnTo>
                    <a:pt x="337561" y="453903"/>
                  </a:lnTo>
                  <a:cubicBezTo>
                    <a:pt x="330864" y="453903"/>
                    <a:pt x="324912" y="459359"/>
                    <a:pt x="324912" y="466674"/>
                  </a:cubicBezTo>
                  <a:lnTo>
                    <a:pt x="324912" y="628967"/>
                  </a:lnTo>
                  <a:lnTo>
                    <a:pt x="95489" y="628967"/>
                  </a:lnTo>
                  <a:lnTo>
                    <a:pt x="95489" y="256026"/>
                  </a:lnTo>
                  <a:lnTo>
                    <a:pt x="188994" y="256026"/>
                  </a:lnTo>
                  <a:cubicBezTo>
                    <a:pt x="192591" y="256026"/>
                    <a:pt x="196311" y="254786"/>
                    <a:pt x="198667" y="251687"/>
                  </a:cubicBezTo>
                  <a:lnTo>
                    <a:pt x="396715" y="31368"/>
                  </a:lnTo>
                  <a:close/>
                  <a:moveTo>
                    <a:pt x="438383" y="479320"/>
                  </a:moveTo>
                  <a:lnTo>
                    <a:pt x="438383" y="628967"/>
                  </a:lnTo>
                  <a:lnTo>
                    <a:pt x="350210" y="628967"/>
                  </a:lnTo>
                  <a:lnTo>
                    <a:pt x="350210" y="479320"/>
                  </a:lnTo>
                  <a:lnTo>
                    <a:pt x="438383" y="479320"/>
                  </a:lnTo>
                  <a:close/>
                  <a:moveTo>
                    <a:pt x="633950" y="138862"/>
                  </a:moveTo>
                  <a:lnTo>
                    <a:pt x="726339" y="231229"/>
                  </a:lnTo>
                  <a:lnTo>
                    <a:pt x="609768" y="231229"/>
                  </a:lnTo>
                  <a:lnTo>
                    <a:pt x="527175" y="138862"/>
                  </a:lnTo>
                  <a:lnTo>
                    <a:pt x="633950" y="138862"/>
                  </a:lnTo>
                  <a:close/>
                  <a:moveTo>
                    <a:pt x="266378" y="138862"/>
                  </a:moveTo>
                  <a:lnTo>
                    <a:pt x="183662" y="231229"/>
                  </a:lnTo>
                  <a:lnTo>
                    <a:pt x="67215" y="231229"/>
                  </a:lnTo>
                  <a:lnTo>
                    <a:pt x="159604" y="138862"/>
                  </a:lnTo>
                  <a:lnTo>
                    <a:pt x="266378" y="138862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2" name="Google Shape;892;p60"/>
            <p:cNvSpPr/>
            <p:nvPr/>
          </p:nvSpPr>
          <p:spPr>
            <a:xfrm>
              <a:off x="2240091" y="-19287597"/>
              <a:ext cx="138149" cy="94723"/>
            </a:xfrm>
            <a:custGeom>
              <a:rect b="b" l="l" r="r" t="t"/>
              <a:pathLst>
                <a:path extrusionOk="0" h="94723" w="138149">
                  <a:moveTo>
                    <a:pt x="12649" y="0"/>
                  </a:moveTo>
                  <a:cubicBezTo>
                    <a:pt x="5333" y="0"/>
                    <a:pt x="0" y="6075"/>
                    <a:pt x="0" y="12647"/>
                  </a:cubicBezTo>
                  <a:lnTo>
                    <a:pt x="0" y="82077"/>
                  </a:lnTo>
                  <a:cubicBezTo>
                    <a:pt x="0" y="89393"/>
                    <a:pt x="5457" y="94723"/>
                    <a:pt x="12649" y="94723"/>
                  </a:cubicBezTo>
                  <a:lnTo>
                    <a:pt x="125500" y="94723"/>
                  </a:lnTo>
                  <a:cubicBezTo>
                    <a:pt x="132817" y="94723"/>
                    <a:pt x="138149" y="89269"/>
                    <a:pt x="138149" y="82077"/>
                  </a:cubicBezTo>
                  <a:lnTo>
                    <a:pt x="138149" y="12647"/>
                  </a:lnTo>
                  <a:cubicBezTo>
                    <a:pt x="138149" y="6075"/>
                    <a:pt x="132693" y="0"/>
                    <a:pt x="125500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4802" y="69430"/>
                  </a:lnTo>
                  <a:lnTo>
                    <a:pt x="24802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2240091" y="-19148116"/>
              <a:ext cx="138149" cy="94847"/>
            </a:xfrm>
            <a:custGeom>
              <a:rect b="b" l="l" r="r" t="t"/>
              <a:pathLst>
                <a:path extrusionOk="0" h="94847" w="138149">
                  <a:moveTo>
                    <a:pt x="12649" y="0"/>
                  </a:moveTo>
                  <a:cubicBezTo>
                    <a:pt x="5333" y="0"/>
                    <a:pt x="0" y="5456"/>
                    <a:pt x="0" y="12771"/>
                  </a:cubicBezTo>
                  <a:lnTo>
                    <a:pt x="0" y="82201"/>
                  </a:lnTo>
                  <a:cubicBezTo>
                    <a:pt x="0" y="88897"/>
                    <a:pt x="5457" y="94848"/>
                    <a:pt x="12649" y="94848"/>
                  </a:cubicBezTo>
                  <a:lnTo>
                    <a:pt x="125500" y="94848"/>
                  </a:lnTo>
                  <a:cubicBezTo>
                    <a:pt x="132817" y="94848"/>
                    <a:pt x="138149" y="88897"/>
                    <a:pt x="138149" y="82201"/>
                  </a:cubicBezTo>
                  <a:lnTo>
                    <a:pt x="138149" y="12771"/>
                  </a:lnTo>
                  <a:cubicBezTo>
                    <a:pt x="138149" y="5456"/>
                    <a:pt x="132693" y="0"/>
                    <a:pt x="125500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4802" y="69430"/>
                  </a:lnTo>
                  <a:lnTo>
                    <a:pt x="24802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4" name="Google Shape;894;p60"/>
            <p:cNvSpPr/>
            <p:nvPr/>
          </p:nvSpPr>
          <p:spPr>
            <a:xfrm>
              <a:off x="2617955" y="-19287597"/>
              <a:ext cx="138893" cy="94723"/>
            </a:xfrm>
            <a:custGeom>
              <a:rect b="b" l="l" r="r" t="t"/>
              <a:pathLst>
                <a:path extrusionOk="0" h="94723" w="138893">
                  <a:moveTo>
                    <a:pt x="12649" y="0"/>
                  </a:moveTo>
                  <a:cubicBezTo>
                    <a:pt x="5953" y="0"/>
                    <a:pt x="0" y="6075"/>
                    <a:pt x="0" y="12647"/>
                  </a:cubicBezTo>
                  <a:lnTo>
                    <a:pt x="0" y="82077"/>
                  </a:lnTo>
                  <a:cubicBezTo>
                    <a:pt x="0" y="89393"/>
                    <a:pt x="5953" y="94723"/>
                    <a:pt x="12649" y="94723"/>
                  </a:cubicBezTo>
                  <a:lnTo>
                    <a:pt x="126244" y="94723"/>
                  </a:lnTo>
                  <a:cubicBezTo>
                    <a:pt x="132817" y="94723"/>
                    <a:pt x="138894" y="89269"/>
                    <a:pt x="138894" y="82077"/>
                  </a:cubicBezTo>
                  <a:lnTo>
                    <a:pt x="138894" y="12647"/>
                  </a:lnTo>
                  <a:cubicBezTo>
                    <a:pt x="138894" y="6075"/>
                    <a:pt x="132817" y="0"/>
                    <a:pt x="126244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5299" y="69430"/>
                  </a:lnTo>
                  <a:lnTo>
                    <a:pt x="25299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5" name="Google Shape;895;p60"/>
            <p:cNvSpPr/>
            <p:nvPr/>
          </p:nvSpPr>
          <p:spPr>
            <a:xfrm>
              <a:off x="2617955" y="-19148116"/>
              <a:ext cx="138893" cy="94847"/>
            </a:xfrm>
            <a:custGeom>
              <a:rect b="b" l="l" r="r" t="t"/>
              <a:pathLst>
                <a:path extrusionOk="0" h="94847" w="138893">
                  <a:moveTo>
                    <a:pt x="12649" y="0"/>
                  </a:moveTo>
                  <a:cubicBezTo>
                    <a:pt x="5953" y="0"/>
                    <a:pt x="0" y="5456"/>
                    <a:pt x="0" y="12771"/>
                  </a:cubicBezTo>
                  <a:lnTo>
                    <a:pt x="0" y="82201"/>
                  </a:lnTo>
                  <a:cubicBezTo>
                    <a:pt x="0" y="88897"/>
                    <a:pt x="5953" y="94848"/>
                    <a:pt x="12649" y="94848"/>
                  </a:cubicBezTo>
                  <a:lnTo>
                    <a:pt x="126244" y="94848"/>
                  </a:lnTo>
                  <a:cubicBezTo>
                    <a:pt x="132817" y="94848"/>
                    <a:pt x="138894" y="88897"/>
                    <a:pt x="138894" y="82201"/>
                  </a:cubicBezTo>
                  <a:lnTo>
                    <a:pt x="138894" y="12771"/>
                  </a:lnTo>
                  <a:cubicBezTo>
                    <a:pt x="138894" y="5456"/>
                    <a:pt x="132817" y="0"/>
                    <a:pt x="126244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5299" y="69430"/>
                  </a:lnTo>
                  <a:lnTo>
                    <a:pt x="25299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2434417" y="-19420259"/>
              <a:ext cx="123764" cy="123735"/>
            </a:xfrm>
            <a:custGeom>
              <a:rect b="b" l="l" r="r" t="t"/>
              <a:pathLst>
                <a:path extrusionOk="0" h="123735" w="123764">
                  <a:moveTo>
                    <a:pt x="61510" y="0"/>
                  </a:moveTo>
                  <a:cubicBezTo>
                    <a:pt x="27779" y="0"/>
                    <a:pt x="0" y="27772"/>
                    <a:pt x="0" y="61495"/>
                  </a:cubicBezTo>
                  <a:cubicBezTo>
                    <a:pt x="0" y="95963"/>
                    <a:pt x="27779" y="123735"/>
                    <a:pt x="61510" y="123735"/>
                  </a:cubicBezTo>
                  <a:cubicBezTo>
                    <a:pt x="95985" y="123735"/>
                    <a:pt x="123764" y="95963"/>
                    <a:pt x="123764" y="61495"/>
                  </a:cubicBezTo>
                  <a:cubicBezTo>
                    <a:pt x="123764" y="27772"/>
                    <a:pt x="95985" y="0"/>
                    <a:pt x="61510" y="0"/>
                  </a:cubicBezTo>
                  <a:close/>
                  <a:moveTo>
                    <a:pt x="61510" y="24673"/>
                  </a:moveTo>
                  <a:cubicBezTo>
                    <a:pt x="81972" y="24673"/>
                    <a:pt x="98342" y="41534"/>
                    <a:pt x="98342" y="61495"/>
                  </a:cubicBezTo>
                  <a:cubicBezTo>
                    <a:pt x="98342" y="82077"/>
                    <a:pt x="82096" y="98442"/>
                    <a:pt x="61510" y="98442"/>
                  </a:cubicBezTo>
                  <a:cubicBezTo>
                    <a:pt x="41544" y="98442"/>
                    <a:pt x="24678" y="82201"/>
                    <a:pt x="24678" y="61495"/>
                  </a:cubicBezTo>
                  <a:cubicBezTo>
                    <a:pt x="24802" y="41534"/>
                    <a:pt x="41668" y="24673"/>
                    <a:pt x="61510" y="24673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97" name="Google Shape;897;p60"/>
          <p:cNvSpPr txBox="1"/>
          <p:nvPr/>
        </p:nvSpPr>
        <p:spPr>
          <a:xfrm>
            <a:off x="4379197" y="2148242"/>
            <a:ext cx="20430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600" lIns="85600" spcFirstLastPara="1" rIns="85600" wrap="square" tIns="8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escola</a:t>
            </a: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 preenche o modelo de </a:t>
            </a:r>
            <a:r>
              <a:rPr b="1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contrato da empresa com o aprendiz</a:t>
            </a: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 e envia para validação e assinatura final da empresa.</a:t>
            </a:r>
            <a:endParaRPr b="0" i="0" sz="1029" u="none" cap="none" strike="noStrike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8" name="Google Shape;898;p60"/>
          <p:cNvCxnSpPr/>
          <p:nvPr/>
        </p:nvCxnSpPr>
        <p:spPr>
          <a:xfrm flipH="1" rot="10800000">
            <a:off x="3688209" y="1875385"/>
            <a:ext cx="913800" cy="2100"/>
          </a:xfrm>
          <a:prstGeom prst="straightConnector1">
            <a:avLst/>
          </a:prstGeom>
          <a:noFill/>
          <a:ln cap="flat" cmpd="sng" w="17825">
            <a:solidFill>
              <a:srgbClr val="E51157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899" name="Google Shape;899;p60">
            <a:hlinkClick r:id="rId4"/>
          </p:cNvPr>
          <p:cNvSpPr/>
          <p:nvPr/>
        </p:nvSpPr>
        <p:spPr>
          <a:xfrm>
            <a:off x="4558894" y="3557223"/>
            <a:ext cx="1683600" cy="293100"/>
          </a:xfrm>
          <a:prstGeom prst="roundRect">
            <a:avLst>
              <a:gd fmla="val 16667" name="adj"/>
            </a:avLst>
          </a:prstGeom>
          <a:solidFill>
            <a:srgbClr val="F08AAC"/>
          </a:solidFill>
          <a:ln>
            <a:noFill/>
          </a:ln>
        </p:spPr>
        <p:txBody>
          <a:bodyPr anchorCtr="0" anchor="ctr" bIns="85600" lIns="85600" spcFirstLastPara="1" rIns="85600" wrap="square" tIns="8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0"/>
              <a:buFont typeface="Arial"/>
              <a:buNone/>
            </a:pPr>
            <a:r>
              <a:rPr b="1" i="0" lang="pt-BR" sz="131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endParaRPr b="1" i="0" sz="131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00" name="Google Shape;900;p60"/>
          <p:cNvGrpSpPr/>
          <p:nvPr/>
        </p:nvGrpSpPr>
        <p:grpSpPr>
          <a:xfrm>
            <a:off x="894347" y="1532383"/>
            <a:ext cx="682740" cy="563490"/>
            <a:chOff x="2101693" y="-19602019"/>
            <a:chExt cx="792685" cy="654384"/>
          </a:xfrm>
        </p:grpSpPr>
        <p:sp>
          <p:nvSpPr>
            <p:cNvPr id="901" name="Google Shape;901;p60"/>
            <p:cNvSpPr/>
            <p:nvPr/>
          </p:nvSpPr>
          <p:spPr>
            <a:xfrm>
              <a:off x="2101693" y="-19602019"/>
              <a:ext cx="792685" cy="654384"/>
            </a:xfrm>
            <a:custGeom>
              <a:rect b="b" l="l" r="r" t="t"/>
              <a:pathLst>
                <a:path extrusionOk="0" h="654384" w="792685">
                  <a:moveTo>
                    <a:pt x="396715" y="0"/>
                  </a:moveTo>
                  <a:cubicBezTo>
                    <a:pt x="393118" y="0"/>
                    <a:pt x="389398" y="1860"/>
                    <a:pt x="387042" y="4215"/>
                  </a:cubicBezTo>
                  <a:lnTo>
                    <a:pt x="288576" y="113569"/>
                  </a:lnTo>
                  <a:lnTo>
                    <a:pt x="154023" y="113569"/>
                  </a:lnTo>
                  <a:cubicBezTo>
                    <a:pt x="150427" y="113569"/>
                    <a:pt x="147326" y="115305"/>
                    <a:pt x="144846" y="117784"/>
                  </a:cubicBezTo>
                  <a:lnTo>
                    <a:pt x="27779" y="234825"/>
                  </a:lnTo>
                  <a:cubicBezTo>
                    <a:pt x="24182" y="238420"/>
                    <a:pt x="22942" y="243876"/>
                    <a:pt x="25298" y="248215"/>
                  </a:cubicBezTo>
                  <a:cubicBezTo>
                    <a:pt x="27158" y="253050"/>
                    <a:pt x="31375" y="256026"/>
                    <a:pt x="36832" y="256026"/>
                  </a:cubicBezTo>
                  <a:lnTo>
                    <a:pt x="70687" y="256026"/>
                  </a:lnTo>
                  <a:lnTo>
                    <a:pt x="70687" y="628967"/>
                  </a:lnTo>
                  <a:lnTo>
                    <a:pt x="12649" y="628967"/>
                  </a:lnTo>
                  <a:cubicBezTo>
                    <a:pt x="5953" y="628967"/>
                    <a:pt x="0" y="635043"/>
                    <a:pt x="0" y="641738"/>
                  </a:cubicBezTo>
                  <a:cubicBezTo>
                    <a:pt x="0" y="648929"/>
                    <a:pt x="5953" y="654385"/>
                    <a:pt x="12649" y="654385"/>
                  </a:cubicBezTo>
                  <a:lnTo>
                    <a:pt x="780036" y="654385"/>
                  </a:lnTo>
                  <a:cubicBezTo>
                    <a:pt x="787353" y="654385"/>
                    <a:pt x="792685" y="648929"/>
                    <a:pt x="792685" y="641738"/>
                  </a:cubicBezTo>
                  <a:cubicBezTo>
                    <a:pt x="792685" y="635043"/>
                    <a:pt x="787229" y="628967"/>
                    <a:pt x="780036" y="628967"/>
                  </a:cubicBezTo>
                  <a:lnTo>
                    <a:pt x="722743" y="628967"/>
                  </a:lnTo>
                  <a:lnTo>
                    <a:pt x="722743" y="256026"/>
                  </a:lnTo>
                  <a:lnTo>
                    <a:pt x="756474" y="256026"/>
                  </a:lnTo>
                  <a:cubicBezTo>
                    <a:pt x="761310" y="256026"/>
                    <a:pt x="766147" y="252926"/>
                    <a:pt x="768007" y="248215"/>
                  </a:cubicBezTo>
                  <a:cubicBezTo>
                    <a:pt x="769867" y="243876"/>
                    <a:pt x="769123" y="238544"/>
                    <a:pt x="765651" y="234825"/>
                  </a:cubicBezTo>
                  <a:lnTo>
                    <a:pt x="648459" y="117784"/>
                  </a:lnTo>
                  <a:cubicBezTo>
                    <a:pt x="645979" y="115305"/>
                    <a:pt x="642507" y="113569"/>
                    <a:pt x="639406" y="113569"/>
                  </a:cubicBezTo>
                  <a:lnTo>
                    <a:pt x="504233" y="113569"/>
                  </a:lnTo>
                  <a:lnTo>
                    <a:pt x="405768" y="4215"/>
                  </a:lnTo>
                  <a:cubicBezTo>
                    <a:pt x="403287" y="1860"/>
                    <a:pt x="400435" y="0"/>
                    <a:pt x="396715" y="0"/>
                  </a:cubicBezTo>
                  <a:close/>
                  <a:moveTo>
                    <a:pt x="396715" y="31368"/>
                  </a:moveTo>
                  <a:lnTo>
                    <a:pt x="594762" y="251687"/>
                  </a:lnTo>
                  <a:cubicBezTo>
                    <a:pt x="597118" y="254786"/>
                    <a:pt x="600219" y="256026"/>
                    <a:pt x="603815" y="256026"/>
                  </a:cubicBezTo>
                  <a:lnTo>
                    <a:pt x="697320" y="256026"/>
                  </a:lnTo>
                  <a:lnTo>
                    <a:pt x="697320" y="628967"/>
                  </a:lnTo>
                  <a:lnTo>
                    <a:pt x="463805" y="628967"/>
                  </a:lnTo>
                  <a:lnTo>
                    <a:pt x="463805" y="466674"/>
                  </a:lnTo>
                  <a:cubicBezTo>
                    <a:pt x="463805" y="459359"/>
                    <a:pt x="458349" y="453903"/>
                    <a:pt x="451032" y="453903"/>
                  </a:cubicBezTo>
                  <a:lnTo>
                    <a:pt x="337561" y="453903"/>
                  </a:lnTo>
                  <a:cubicBezTo>
                    <a:pt x="330864" y="453903"/>
                    <a:pt x="324912" y="459359"/>
                    <a:pt x="324912" y="466674"/>
                  </a:cubicBezTo>
                  <a:lnTo>
                    <a:pt x="324912" y="628967"/>
                  </a:lnTo>
                  <a:lnTo>
                    <a:pt x="95489" y="628967"/>
                  </a:lnTo>
                  <a:lnTo>
                    <a:pt x="95489" y="256026"/>
                  </a:lnTo>
                  <a:lnTo>
                    <a:pt x="188994" y="256026"/>
                  </a:lnTo>
                  <a:cubicBezTo>
                    <a:pt x="192591" y="256026"/>
                    <a:pt x="196311" y="254786"/>
                    <a:pt x="198667" y="251687"/>
                  </a:cubicBezTo>
                  <a:lnTo>
                    <a:pt x="396715" y="31368"/>
                  </a:lnTo>
                  <a:close/>
                  <a:moveTo>
                    <a:pt x="438383" y="479320"/>
                  </a:moveTo>
                  <a:lnTo>
                    <a:pt x="438383" y="628967"/>
                  </a:lnTo>
                  <a:lnTo>
                    <a:pt x="350210" y="628967"/>
                  </a:lnTo>
                  <a:lnTo>
                    <a:pt x="350210" y="479320"/>
                  </a:lnTo>
                  <a:lnTo>
                    <a:pt x="438383" y="479320"/>
                  </a:lnTo>
                  <a:close/>
                  <a:moveTo>
                    <a:pt x="633950" y="138862"/>
                  </a:moveTo>
                  <a:lnTo>
                    <a:pt x="726339" y="231229"/>
                  </a:lnTo>
                  <a:lnTo>
                    <a:pt x="609768" y="231229"/>
                  </a:lnTo>
                  <a:lnTo>
                    <a:pt x="527175" y="138862"/>
                  </a:lnTo>
                  <a:lnTo>
                    <a:pt x="633950" y="138862"/>
                  </a:lnTo>
                  <a:close/>
                  <a:moveTo>
                    <a:pt x="266378" y="138862"/>
                  </a:moveTo>
                  <a:lnTo>
                    <a:pt x="183662" y="231229"/>
                  </a:lnTo>
                  <a:lnTo>
                    <a:pt x="67215" y="231229"/>
                  </a:lnTo>
                  <a:lnTo>
                    <a:pt x="159604" y="138862"/>
                  </a:lnTo>
                  <a:lnTo>
                    <a:pt x="266378" y="138862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2" name="Google Shape;902;p60"/>
            <p:cNvSpPr/>
            <p:nvPr/>
          </p:nvSpPr>
          <p:spPr>
            <a:xfrm>
              <a:off x="2240091" y="-19287597"/>
              <a:ext cx="138149" cy="94723"/>
            </a:xfrm>
            <a:custGeom>
              <a:rect b="b" l="l" r="r" t="t"/>
              <a:pathLst>
                <a:path extrusionOk="0" h="94723" w="138149">
                  <a:moveTo>
                    <a:pt x="12649" y="0"/>
                  </a:moveTo>
                  <a:cubicBezTo>
                    <a:pt x="5333" y="0"/>
                    <a:pt x="0" y="6075"/>
                    <a:pt x="0" y="12647"/>
                  </a:cubicBezTo>
                  <a:lnTo>
                    <a:pt x="0" y="82077"/>
                  </a:lnTo>
                  <a:cubicBezTo>
                    <a:pt x="0" y="89393"/>
                    <a:pt x="5457" y="94723"/>
                    <a:pt x="12649" y="94723"/>
                  </a:cubicBezTo>
                  <a:lnTo>
                    <a:pt x="125500" y="94723"/>
                  </a:lnTo>
                  <a:cubicBezTo>
                    <a:pt x="132817" y="94723"/>
                    <a:pt x="138149" y="89269"/>
                    <a:pt x="138149" y="82077"/>
                  </a:cubicBezTo>
                  <a:lnTo>
                    <a:pt x="138149" y="12647"/>
                  </a:lnTo>
                  <a:cubicBezTo>
                    <a:pt x="138149" y="6075"/>
                    <a:pt x="132693" y="0"/>
                    <a:pt x="125500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4802" y="69430"/>
                  </a:lnTo>
                  <a:lnTo>
                    <a:pt x="24802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3" name="Google Shape;903;p60"/>
            <p:cNvSpPr/>
            <p:nvPr/>
          </p:nvSpPr>
          <p:spPr>
            <a:xfrm>
              <a:off x="2240091" y="-19148116"/>
              <a:ext cx="138149" cy="94847"/>
            </a:xfrm>
            <a:custGeom>
              <a:rect b="b" l="l" r="r" t="t"/>
              <a:pathLst>
                <a:path extrusionOk="0" h="94847" w="138149">
                  <a:moveTo>
                    <a:pt x="12649" y="0"/>
                  </a:moveTo>
                  <a:cubicBezTo>
                    <a:pt x="5333" y="0"/>
                    <a:pt x="0" y="5456"/>
                    <a:pt x="0" y="12771"/>
                  </a:cubicBezTo>
                  <a:lnTo>
                    <a:pt x="0" y="82201"/>
                  </a:lnTo>
                  <a:cubicBezTo>
                    <a:pt x="0" y="88897"/>
                    <a:pt x="5457" y="94848"/>
                    <a:pt x="12649" y="94848"/>
                  </a:cubicBezTo>
                  <a:lnTo>
                    <a:pt x="125500" y="94848"/>
                  </a:lnTo>
                  <a:cubicBezTo>
                    <a:pt x="132817" y="94848"/>
                    <a:pt x="138149" y="88897"/>
                    <a:pt x="138149" y="82201"/>
                  </a:cubicBezTo>
                  <a:lnTo>
                    <a:pt x="138149" y="12771"/>
                  </a:lnTo>
                  <a:cubicBezTo>
                    <a:pt x="138149" y="5456"/>
                    <a:pt x="132693" y="0"/>
                    <a:pt x="125500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4802" y="69430"/>
                  </a:lnTo>
                  <a:lnTo>
                    <a:pt x="24802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4" name="Google Shape;904;p60"/>
            <p:cNvSpPr/>
            <p:nvPr/>
          </p:nvSpPr>
          <p:spPr>
            <a:xfrm>
              <a:off x="2617955" y="-19287597"/>
              <a:ext cx="138893" cy="94723"/>
            </a:xfrm>
            <a:custGeom>
              <a:rect b="b" l="l" r="r" t="t"/>
              <a:pathLst>
                <a:path extrusionOk="0" h="94723" w="138893">
                  <a:moveTo>
                    <a:pt x="12649" y="0"/>
                  </a:moveTo>
                  <a:cubicBezTo>
                    <a:pt x="5953" y="0"/>
                    <a:pt x="0" y="6075"/>
                    <a:pt x="0" y="12647"/>
                  </a:cubicBezTo>
                  <a:lnTo>
                    <a:pt x="0" y="82077"/>
                  </a:lnTo>
                  <a:cubicBezTo>
                    <a:pt x="0" y="89393"/>
                    <a:pt x="5953" y="94723"/>
                    <a:pt x="12649" y="94723"/>
                  </a:cubicBezTo>
                  <a:lnTo>
                    <a:pt x="126244" y="94723"/>
                  </a:lnTo>
                  <a:cubicBezTo>
                    <a:pt x="132817" y="94723"/>
                    <a:pt x="138894" y="89269"/>
                    <a:pt x="138894" y="82077"/>
                  </a:cubicBezTo>
                  <a:lnTo>
                    <a:pt x="138894" y="12647"/>
                  </a:lnTo>
                  <a:cubicBezTo>
                    <a:pt x="138894" y="6075"/>
                    <a:pt x="132817" y="0"/>
                    <a:pt x="126244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5299" y="69430"/>
                  </a:lnTo>
                  <a:lnTo>
                    <a:pt x="25299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5" name="Google Shape;905;p60"/>
            <p:cNvSpPr/>
            <p:nvPr/>
          </p:nvSpPr>
          <p:spPr>
            <a:xfrm>
              <a:off x="2617955" y="-19148116"/>
              <a:ext cx="138893" cy="94847"/>
            </a:xfrm>
            <a:custGeom>
              <a:rect b="b" l="l" r="r" t="t"/>
              <a:pathLst>
                <a:path extrusionOk="0" h="94847" w="138893">
                  <a:moveTo>
                    <a:pt x="12649" y="0"/>
                  </a:moveTo>
                  <a:cubicBezTo>
                    <a:pt x="5953" y="0"/>
                    <a:pt x="0" y="5456"/>
                    <a:pt x="0" y="12771"/>
                  </a:cubicBezTo>
                  <a:lnTo>
                    <a:pt x="0" y="82201"/>
                  </a:lnTo>
                  <a:cubicBezTo>
                    <a:pt x="0" y="88897"/>
                    <a:pt x="5953" y="94848"/>
                    <a:pt x="12649" y="94848"/>
                  </a:cubicBezTo>
                  <a:lnTo>
                    <a:pt x="126244" y="94848"/>
                  </a:lnTo>
                  <a:cubicBezTo>
                    <a:pt x="132817" y="94848"/>
                    <a:pt x="138894" y="88897"/>
                    <a:pt x="138894" y="82201"/>
                  </a:cubicBezTo>
                  <a:lnTo>
                    <a:pt x="138894" y="12771"/>
                  </a:lnTo>
                  <a:cubicBezTo>
                    <a:pt x="138894" y="5456"/>
                    <a:pt x="132817" y="0"/>
                    <a:pt x="126244" y="0"/>
                  </a:cubicBezTo>
                  <a:lnTo>
                    <a:pt x="12649" y="0"/>
                  </a:lnTo>
                  <a:close/>
                  <a:moveTo>
                    <a:pt x="113471" y="25417"/>
                  </a:moveTo>
                  <a:lnTo>
                    <a:pt x="113471" y="69430"/>
                  </a:lnTo>
                  <a:lnTo>
                    <a:pt x="25299" y="69430"/>
                  </a:lnTo>
                  <a:lnTo>
                    <a:pt x="25299" y="25417"/>
                  </a:lnTo>
                  <a:lnTo>
                    <a:pt x="113471" y="25417"/>
                  </a:ln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6" name="Google Shape;906;p60"/>
            <p:cNvSpPr/>
            <p:nvPr/>
          </p:nvSpPr>
          <p:spPr>
            <a:xfrm>
              <a:off x="2434417" y="-19420259"/>
              <a:ext cx="123764" cy="123735"/>
            </a:xfrm>
            <a:custGeom>
              <a:rect b="b" l="l" r="r" t="t"/>
              <a:pathLst>
                <a:path extrusionOk="0" h="123735" w="123764">
                  <a:moveTo>
                    <a:pt x="61510" y="0"/>
                  </a:moveTo>
                  <a:cubicBezTo>
                    <a:pt x="27779" y="0"/>
                    <a:pt x="0" y="27772"/>
                    <a:pt x="0" y="61495"/>
                  </a:cubicBezTo>
                  <a:cubicBezTo>
                    <a:pt x="0" y="95963"/>
                    <a:pt x="27779" y="123735"/>
                    <a:pt x="61510" y="123735"/>
                  </a:cubicBezTo>
                  <a:cubicBezTo>
                    <a:pt x="95985" y="123735"/>
                    <a:pt x="123764" y="95963"/>
                    <a:pt x="123764" y="61495"/>
                  </a:cubicBezTo>
                  <a:cubicBezTo>
                    <a:pt x="123764" y="27772"/>
                    <a:pt x="95985" y="0"/>
                    <a:pt x="61510" y="0"/>
                  </a:cubicBezTo>
                  <a:close/>
                  <a:moveTo>
                    <a:pt x="61510" y="24673"/>
                  </a:moveTo>
                  <a:cubicBezTo>
                    <a:pt x="81972" y="24673"/>
                    <a:pt x="98342" y="41534"/>
                    <a:pt x="98342" y="61495"/>
                  </a:cubicBezTo>
                  <a:cubicBezTo>
                    <a:pt x="98342" y="82077"/>
                    <a:pt x="82096" y="98442"/>
                    <a:pt x="61510" y="98442"/>
                  </a:cubicBezTo>
                  <a:cubicBezTo>
                    <a:pt x="41544" y="98442"/>
                    <a:pt x="24678" y="82201"/>
                    <a:pt x="24678" y="61495"/>
                  </a:cubicBezTo>
                  <a:cubicBezTo>
                    <a:pt x="24802" y="41534"/>
                    <a:pt x="41668" y="24673"/>
                    <a:pt x="61510" y="24673"/>
                  </a:cubicBezTo>
                  <a:close/>
                </a:path>
              </a:pathLst>
            </a:custGeom>
            <a:solidFill>
              <a:srgbClr val="A9C920"/>
            </a:solidFill>
            <a:ln>
              <a:noFill/>
            </a:ln>
          </p:spPr>
          <p:txBody>
            <a:bodyPr anchorCtr="0" anchor="ctr" bIns="57050" lIns="114125" spcFirstLastPara="1" rIns="114125" wrap="square" tIns="57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85"/>
                <a:buFont typeface="Arial"/>
                <a:buNone/>
              </a:pPr>
              <a:r>
                <a:t/>
              </a:r>
              <a:endParaRPr b="0" i="0" sz="168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907" name="Google Shape;907;p60"/>
          <p:cNvCxnSpPr/>
          <p:nvPr/>
        </p:nvCxnSpPr>
        <p:spPr>
          <a:xfrm flipH="1" rot="10800000">
            <a:off x="6085438" y="1875225"/>
            <a:ext cx="975900" cy="2400"/>
          </a:xfrm>
          <a:prstGeom prst="straightConnector1">
            <a:avLst/>
          </a:prstGeom>
          <a:noFill/>
          <a:ln cap="flat" cmpd="sng" w="19050">
            <a:solidFill>
              <a:srgbClr val="E51157"/>
            </a:solidFill>
            <a:prstDash val="dash"/>
            <a:round/>
            <a:headEnd len="sm" w="sm" type="none"/>
            <a:tailEnd len="med" w="med" type="stealth"/>
          </a:ln>
        </p:spPr>
      </p:cxnSp>
      <p:grpSp>
        <p:nvGrpSpPr>
          <p:cNvPr id="908" name="Google Shape;908;p60"/>
          <p:cNvGrpSpPr/>
          <p:nvPr/>
        </p:nvGrpSpPr>
        <p:grpSpPr>
          <a:xfrm>
            <a:off x="7594852" y="1466072"/>
            <a:ext cx="411450" cy="587697"/>
            <a:chOff x="1271375" y="2023419"/>
            <a:chExt cx="486175" cy="700390"/>
          </a:xfrm>
        </p:grpSpPr>
        <p:sp>
          <p:nvSpPr>
            <p:cNvPr id="909" name="Google Shape;909;p60"/>
            <p:cNvSpPr/>
            <p:nvPr/>
          </p:nvSpPr>
          <p:spPr>
            <a:xfrm>
              <a:off x="1415305" y="2023419"/>
              <a:ext cx="198306" cy="221320"/>
            </a:xfrm>
            <a:custGeom>
              <a:rect b="b" l="l" r="r" t="t"/>
              <a:pathLst>
                <a:path extrusionOk="0" h="2308" w="2068">
                  <a:moveTo>
                    <a:pt x="1034" y="259"/>
                  </a:moveTo>
                  <a:cubicBezTo>
                    <a:pt x="1464" y="259"/>
                    <a:pt x="1809" y="659"/>
                    <a:pt x="1809" y="1157"/>
                  </a:cubicBezTo>
                  <a:cubicBezTo>
                    <a:pt x="1809" y="1649"/>
                    <a:pt x="1464" y="2055"/>
                    <a:pt x="1034" y="2055"/>
                  </a:cubicBezTo>
                  <a:cubicBezTo>
                    <a:pt x="603" y="2055"/>
                    <a:pt x="252" y="1649"/>
                    <a:pt x="252" y="1157"/>
                  </a:cubicBezTo>
                  <a:cubicBezTo>
                    <a:pt x="252" y="659"/>
                    <a:pt x="603" y="259"/>
                    <a:pt x="1034" y="259"/>
                  </a:cubicBezTo>
                  <a:close/>
                  <a:moveTo>
                    <a:pt x="1034" y="1"/>
                  </a:moveTo>
                  <a:cubicBezTo>
                    <a:pt x="462" y="1"/>
                    <a:pt x="0" y="517"/>
                    <a:pt x="0" y="1157"/>
                  </a:cubicBezTo>
                  <a:cubicBezTo>
                    <a:pt x="0" y="1791"/>
                    <a:pt x="462" y="2308"/>
                    <a:pt x="1034" y="2308"/>
                  </a:cubicBezTo>
                  <a:cubicBezTo>
                    <a:pt x="1606" y="2308"/>
                    <a:pt x="2067" y="1791"/>
                    <a:pt x="2067" y="1157"/>
                  </a:cubicBezTo>
                  <a:cubicBezTo>
                    <a:pt x="2067" y="517"/>
                    <a:pt x="1606" y="1"/>
                    <a:pt x="1034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100875" lIns="100875" spcFirstLastPara="1" rIns="100875" wrap="square" tIns="10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4"/>
                <a:buFont typeface="Arial"/>
                <a:buNone/>
              </a:pPr>
              <a:r>
                <a:t/>
              </a:r>
              <a:endParaRPr b="0" i="0" sz="154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0" name="Google Shape;910;p60"/>
            <p:cNvSpPr/>
            <p:nvPr/>
          </p:nvSpPr>
          <p:spPr>
            <a:xfrm>
              <a:off x="1271375" y="2303608"/>
              <a:ext cx="486175" cy="420201"/>
            </a:xfrm>
            <a:custGeom>
              <a:rect b="b" l="l" r="r" t="t"/>
              <a:pathLst>
                <a:path extrusionOk="0" h="4382" w="5070">
                  <a:moveTo>
                    <a:pt x="2898" y="259"/>
                  </a:moveTo>
                  <a:cubicBezTo>
                    <a:pt x="3033" y="265"/>
                    <a:pt x="3162" y="272"/>
                    <a:pt x="3273" y="290"/>
                  </a:cubicBezTo>
                  <a:cubicBezTo>
                    <a:pt x="3968" y="382"/>
                    <a:pt x="4226" y="622"/>
                    <a:pt x="4313" y="985"/>
                  </a:cubicBezTo>
                  <a:lnTo>
                    <a:pt x="2750" y="1237"/>
                  </a:lnTo>
                  <a:lnTo>
                    <a:pt x="2319" y="1237"/>
                  </a:lnTo>
                  <a:lnTo>
                    <a:pt x="757" y="985"/>
                  </a:lnTo>
                  <a:cubicBezTo>
                    <a:pt x="837" y="622"/>
                    <a:pt x="1101" y="382"/>
                    <a:pt x="1790" y="290"/>
                  </a:cubicBezTo>
                  <a:cubicBezTo>
                    <a:pt x="1907" y="272"/>
                    <a:pt x="2036" y="265"/>
                    <a:pt x="2172" y="259"/>
                  </a:cubicBezTo>
                  <a:close/>
                  <a:moveTo>
                    <a:pt x="517" y="1828"/>
                  </a:moveTo>
                  <a:cubicBezTo>
                    <a:pt x="566" y="1834"/>
                    <a:pt x="609" y="1853"/>
                    <a:pt x="646" y="1890"/>
                  </a:cubicBezTo>
                  <a:cubicBezTo>
                    <a:pt x="708" y="1951"/>
                    <a:pt x="751" y="2049"/>
                    <a:pt x="751" y="2154"/>
                  </a:cubicBezTo>
                  <a:cubicBezTo>
                    <a:pt x="751" y="2252"/>
                    <a:pt x="720" y="2345"/>
                    <a:pt x="664" y="2406"/>
                  </a:cubicBezTo>
                  <a:cubicBezTo>
                    <a:pt x="658" y="2412"/>
                    <a:pt x="652" y="2412"/>
                    <a:pt x="646" y="2419"/>
                  </a:cubicBezTo>
                  <a:cubicBezTo>
                    <a:pt x="609" y="2456"/>
                    <a:pt x="566" y="2480"/>
                    <a:pt x="517" y="2480"/>
                  </a:cubicBezTo>
                  <a:cubicBezTo>
                    <a:pt x="517" y="2486"/>
                    <a:pt x="511" y="2486"/>
                    <a:pt x="505" y="2486"/>
                  </a:cubicBezTo>
                  <a:cubicBezTo>
                    <a:pt x="461" y="2486"/>
                    <a:pt x="425" y="2468"/>
                    <a:pt x="394" y="2443"/>
                  </a:cubicBezTo>
                  <a:cubicBezTo>
                    <a:pt x="314" y="2388"/>
                    <a:pt x="258" y="2277"/>
                    <a:pt x="258" y="2154"/>
                  </a:cubicBezTo>
                  <a:cubicBezTo>
                    <a:pt x="258" y="2031"/>
                    <a:pt x="314" y="1920"/>
                    <a:pt x="394" y="1865"/>
                  </a:cubicBezTo>
                  <a:cubicBezTo>
                    <a:pt x="425" y="1840"/>
                    <a:pt x="461" y="1828"/>
                    <a:pt x="498" y="1828"/>
                  </a:cubicBezTo>
                  <a:close/>
                  <a:moveTo>
                    <a:pt x="4565" y="1828"/>
                  </a:moveTo>
                  <a:cubicBezTo>
                    <a:pt x="4608" y="1828"/>
                    <a:pt x="4645" y="1840"/>
                    <a:pt x="4676" y="1865"/>
                  </a:cubicBezTo>
                  <a:cubicBezTo>
                    <a:pt x="4756" y="1920"/>
                    <a:pt x="4811" y="2031"/>
                    <a:pt x="4811" y="2154"/>
                  </a:cubicBezTo>
                  <a:cubicBezTo>
                    <a:pt x="4811" y="2277"/>
                    <a:pt x="4756" y="2388"/>
                    <a:pt x="4676" y="2443"/>
                  </a:cubicBezTo>
                  <a:cubicBezTo>
                    <a:pt x="4639" y="2468"/>
                    <a:pt x="4602" y="2486"/>
                    <a:pt x="4565" y="2486"/>
                  </a:cubicBezTo>
                  <a:cubicBezTo>
                    <a:pt x="4559" y="2486"/>
                    <a:pt x="4553" y="2486"/>
                    <a:pt x="4546" y="2480"/>
                  </a:cubicBezTo>
                  <a:cubicBezTo>
                    <a:pt x="4497" y="2480"/>
                    <a:pt x="4454" y="2456"/>
                    <a:pt x="4417" y="2419"/>
                  </a:cubicBezTo>
                  <a:cubicBezTo>
                    <a:pt x="4411" y="2412"/>
                    <a:pt x="4411" y="2412"/>
                    <a:pt x="4405" y="2406"/>
                  </a:cubicBezTo>
                  <a:cubicBezTo>
                    <a:pt x="4350" y="2345"/>
                    <a:pt x="4313" y="2252"/>
                    <a:pt x="4313" y="2154"/>
                  </a:cubicBezTo>
                  <a:cubicBezTo>
                    <a:pt x="4313" y="2049"/>
                    <a:pt x="4356" y="1951"/>
                    <a:pt x="4417" y="1890"/>
                  </a:cubicBezTo>
                  <a:cubicBezTo>
                    <a:pt x="4454" y="1853"/>
                    <a:pt x="4497" y="1834"/>
                    <a:pt x="4546" y="1828"/>
                  </a:cubicBezTo>
                  <a:close/>
                  <a:moveTo>
                    <a:pt x="646" y="1225"/>
                  </a:moveTo>
                  <a:lnTo>
                    <a:pt x="726" y="1237"/>
                  </a:lnTo>
                  <a:lnTo>
                    <a:pt x="1249" y="1324"/>
                  </a:lnTo>
                  <a:lnTo>
                    <a:pt x="1483" y="1360"/>
                  </a:lnTo>
                  <a:lnTo>
                    <a:pt x="2178" y="1477"/>
                  </a:lnTo>
                  <a:lnTo>
                    <a:pt x="2178" y="2148"/>
                  </a:lnTo>
                  <a:lnTo>
                    <a:pt x="2178" y="2406"/>
                  </a:lnTo>
                  <a:lnTo>
                    <a:pt x="2178" y="4098"/>
                  </a:lnTo>
                  <a:lnTo>
                    <a:pt x="646" y="3846"/>
                  </a:lnTo>
                  <a:lnTo>
                    <a:pt x="646" y="2714"/>
                  </a:lnTo>
                  <a:cubicBezTo>
                    <a:pt x="788" y="2671"/>
                    <a:pt x="898" y="2554"/>
                    <a:pt x="960" y="2406"/>
                  </a:cubicBezTo>
                  <a:cubicBezTo>
                    <a:pt x="991" y="2326"/>
                    <a:pt x="1009" y="2246"/>
                    <a:pt x="1009" y="2154"/>
                  </a:cubicBezTo>
                  <a:cubicBezTo>
                    <a:pt x="1009" y="2154"/>
                    <a:pt x="1009" y="2148"/>
                    <a:pt x="1009" y="2148"/>
                  </a:cubicBezTo>
                  <a:cubicBezTo>
                    <a:pt x="1003" y="1926"/>
                    <a:pt x="898" y="1736"/>
                    <a:pt x="744" y="1643"/>
                  </a:cubicBezTo>
                  <a:cubicBezTo>
                    <a:pt x="714" y="1625"/>
                    <a:pt x="683" y="1607"/>
                    <a:pt x="646" y="1594"/>
                  </a:cubicBezTo>
                  <a:lnTo>
                    <a:pt x="646" y="1225"/>
                  </a:lnTo>
                  <a:close/>
                  <a:moveTo>
                    <a:pt x="4417" y="1225"/>
                  </a:moveTo>
                  <a:lnTo>
                    <a:pt x="4417" y="1594"/>
                  </a:lnTo>
                  <a:cubicBezTo>
                    <a:pt x="4386" y="1607"/>
                    <a:pt x="4356" y="1625"/>
                    <a:pt x="4325" y="1643"/>
                  </a:cubicBezTo>
                  <a:cubicBezTo>
                    <a:pt x="4171" y="1736"/>
                    <a:pt x="4060" y="1926"/>
                    <a:pt x="4060" y="2148"/>
                  </a:cubicBezTo>
                  <a:cubicBezTo>
                    <a:pt x="4060" y="2148"/>
                    <a:pt x="4060" y="2154"/>
                    <a:pt x="4060" y="2154"/>
                  </a:cubicBezTo>
                  <a:cubicBezTo>
                    <a:pt x="4060" y="2246"/>
                    <a:pt x="4079" y="2326"/>
                    <a:pt x="4110" y="2406"/>
                  </a:cubicBezTo>
                  <a:cubicBezTo>
                    <a:pt x="4171" y="2554"/>
                    <a:pt x="4282" y="2671"/>
                    <a:pt x="4417" y="2714"/>
                  </a:cubicBezTo>
                  <a:lnTo>
                    <a:pt x="4417" y="3846"/>
                  </a:lnTo>
                  <a:lnTo>
                    <a:pt x="2885" y="4098"/>
                  </a:lnTo>
                  <a:lnTo>
                    <a:pt x="2885" y="2406"/>
                  </a:lnTo>
                  <a:lnTo>
                    <a:pt x="2885" y="2148"/>
                  </a:lnTo>
                  <a:lnTo>
                    <a:pt x="2885" y="1477"/>
                  </a:lnTo>
                  <a:lnTo>
                    <a:pt x="3482" y="1379"/>
                  </a:lnTo>
                  <a:lnTo>
                    <a:pt x="3722" y="1342"/>
                  </a:lnTo>
                  <a:lnTo>
                    <a:pt x="4337" y="1237"/>
                  </a:lnTo>
                  <a:lnTo>
                    <a:pt x="4417" y="1225"/>
                  </a:lnTo>
                  <a:close/>
                  <a:moveTo>
                    <a:pt x="2633" y="1496"/>
                  </a:moveTo>
                  <a:lnTo>
                    <a:pt x="2633" y="2148"/>
                  </a:lnTo>
                  <a:lnTo>
                    <a:pt x="2633" y="2406"/>
                  </a:lnTo>
                  <a:lnTo>
                    <a:pt x="2633" y="4123"/>
                  </a:lnTo>
                  <a:lnTo>
                    <a:pt x="2436" y="4123"/>
                  </a:lnTo>
                  <a:lnTo>
                    <a:pt x="2436" y="2406"/>
                  </a:lnTo>
                  <a:lnTo>
                    <a:pt x="2436" y="2148"/>
                  </a:lnTo>
                  <a:lnTo>
                    <a:pt x="2436" y="1496"/>
                  </a:lnTo>
                  <a:close/>
                  <a:moveTo>
                    <a:pt x="2159" y="1"/>
                  </a:moveTo>
                  <a:cubicBezTo>
                    <a:pt x="2018" y="7"/>
                    <a:pt x="1883" y="19"/>
                    <a:pt x="1760" y="38"/>
                  </a:cubicBezTo>
                  <a:cubicBezTo>
                    <a:pt x="898" y="149"/>
                    <a:pt x="591" y="499"/>
                    <a:pt x="505" y="948"/>
                  </a:cubicBezTo>
                  <a:cubicBezTo>
                    <a:pt x="480" y="948"/>
                    <a:pt x="455" y="961"/>
                    <a:pt x="437" y="973"/>
                  </a:cubicBezTo>
                  <a:cubicBezTo>
                    <a:pt x="406" y="997"/>
                    <a:pt x="394" y="1034"/>
                    <a:pt x="394" y="1071"/>
                  </a:cubicBezTo>
                  <a:lnTo>
                    <a:pt x="394" y="1588"/>
                  </a:lnTo>
                  <a:cubicBezTo>
                    <a:pt x="166" y="1650"/>
                    <a:pt x="0" y="1877"/>
                    <a:pt x="0" y="2154"/>
                  </a:cubicBezTo>
                  <a:cubicBezTo>
                    <a:pt x="0" y="2431"/>
                    <a:pt x="166" y="2665"/>
                    <a:pt x="394" y="2726"/>
                  </a:cubicBezTo>
                  <a:lnTo>
                    <a:pt x="394" y="3957"/>
                  </a:lnTo>
                  <a:cubicBezTo>
                    <a:pt x="394" y="4018"/>
                    <a:pt x="437" y="4073"/>
                    <a:pt x="498" y="4086"/>
                  </a:cubicBezTo>
                  <a:lnTo>
                    <a:pt x="2289" y="4375"/>
                  </a:lnTo>
                  <a:cubicBezTo>
                    <a:pt x="2295" y="4381"/>
                    <a:pt x="2301" y="4381"/>
                    <a:pt x="2307" y="4381"/>
                  </a:cubicBezTo>
                  <a:lnTo>
                    <a:pt x="2762" y="4381"/>
                  </a:lnTo>
                  <a:cubicBezTo>
                    <a:pt x="2768" y="4381"/>
                    <a:pt x="2775" y="4381"/>
                    <a:pt x="2781" y="4375"/>
                  </a:cubicBezTo>
                  <a:lnTo>
                    <a:pt x="4571" y="4086"/>
                  </a:lnTo>
                  <a:cubicBezTo>
                    <a:pt x="4633" y="4073"/>
                    <a:pt x="4676" y="4018"/>
                    <a:pt x="4676" y="3957"/>
                  </a:cubicBezTo>
                  <a:lnTo>
                    <a:pt x="4676" y="2726"/>
                  </a:lnTo>
                  <a:cubicBezTo>
                    <a:pt x="4897" y="2665"/>
                    <a:pt x="5069" y="2431"/>
                    <a:pt x="5069" y="2154"/>
                  </a:cubicBezTo>
                  <a:cubicBezTo>
                    <a:pt x="5069" y="1877"/>
                    <a:pt x="4897" y="1650"/>
                    <a:pt x="4676" y="1588"/>
                  </a:cubicBezTo>
                  <a:lnTo>
                    <a:pt x="4676" y="1071"/>
                  </a:lnTo>
                  <a:cubicBezTo>
                    <a:pt x="4676" y="1034"/>
                    <a:pt x="4657" y="997"/>
                    <a:pt x="4633" y="973"/>
                  </a:cubicBezTo>
                  <a:cubicBezTo>
                    <a:pt x="4614" y="961"/>
                    <a:pt x="4589" y="948"/>
                    <a:pt x="4565" y="948"/>
                  </a:cubicBezTo>
                  <a:cubicBezTo>
                    <a:pt x="4473" y="499"/>
                    <a:pt x="4165" y="149"/>
                    <a:pt x="3310" y="38"/>
                  </a:cubicBezTo>
                  <a:cubicBezTo>
                    <a:pt x="3187" y="19"/>
                    <a:pt x="3051" y="7"/>
                    <a:pt x="2910" y="1"/>
                  </a:cubicBezTo>
                  <a:close/>
                </a:path>
              </a:pathLst>
            </a:custGeom>
            <a:solidFill>
              <a:srgbClr val="E51157"/>
            </a:solidFill>
            <a:ln>
              <a:noFill/>
            </a:ln>
          </p:spPr>
          <p:txBody>
            <a:bodyPr anchorCtr="0" anchor="ctr" bIns="100875" lIns="100875" spcFirstLastPara="1" rIns="100875" wrap="square" tIns="10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4"/>
                <a:buFont typeface="Arial"/>
                <a:buNone/>
              </a:pPr>
              <a:r>
                <a:t/>
              </a:r>
              <a:endParaRPr b="0" i="0" sz="154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11" name="Google Shape;911;p60"/>
          <p:cNvSpPr txBox="1"/>
          <p:nvPr/>
        </p:nvSpPr>
        <p:spPr>
          <a:xfrm>
            <a:off x="6779097" y="2148242"/>
            <a:ext cx="20430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600" lIns="85600" spcFirstLastPara="1" rIns="85600" wrap="square" tIns="8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b="1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 aprendiz</a:t>
            </a: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 ou responsáveis assinam o contrato e </a:t>
            </a:r>
            <a:r>
              <a:rPr b="1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celebram a parceria</a:t>
            </a:r>
            <a:r>
              <a:rPr b="0" i="0" lang="pt-BR" sz="1029" u="none" cap="none" strike="noStrike">
                <a:solidFill>
                  <a:srgbClr val="1C396E"/>
                </a:solidFill>
                <a:latin typeface="Montserrat"/>
                <a:ea typeface="Montserrat"/>
                <a:cs typeface="Montserrat"/>
                <a:sym typeface="Montserrat"/>
              </a:rPr>
              <a:t> entre a instituição parceira e escola.</a:t>
            </a:r>
            <a:endParaRPr b="0" i="0" sz="1029" u="none" cap="none" strike="noStrike">
              <a:solidFill>
                <a:srgbClr val="1C39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2" name="Google Shape;912;p60"/>
          <p:cNvSpPr/>
          <p:nvPr/>
        </p:nvSpPr>
        <p:spPr>
          <a:xfrm>
            <a:off x="7601600" y="3407150"/>
            <a:ext cx="540252" cy="396382"/>
          </a:xfrm>
          <a:custGeom>
            <a:rect b="b" l="l" r="r" t="t"/>
            <a:pathLst>
              <a:path extrusionOk="0" h="9891" w="13361">
                <a:moveTo>
                  <a:pt x="10561" y="599"/>
                </a:moveTo>
                <a:lnTo>
                  <a:pt x="12847" y="2886"/>
                </a:lnTo>
                <a:lnTo>
                  <a:pt x="11854" y="3879"/>
                </a:lnTo>
                <a:lnTo>
                  <a:pt x="9568" y="1593"/>
                </a:lnTo>
                <a:lnTo>
                  <a:pt x="10561" y="599"/>
                </a:lnTo>
                <a:close/>
                <a:moveTo>
                  <a:pt x="3113" y="516"/>
                </a:moveTo>
                <a:lnTo>
                  <a:pt x="4106" y="1509"/>
                </a:lnTo>
                <a:lnTo>
                  <a:pt x="1527" y="4089"/>
                </a:lnTo>
                <a:lnTo>
                  <a:pt x="534" y="3096"/>
                </a:lnTo>
                <a:lnTo>
                  <a:pt x="3113" y="516"/>
                </a:lnTo>
                <a:close/>
                <a:moveTo>
                  <a:pt x="9545" y="2172"/>
                </a:moveTo>
                <a:lnTo>
                  <a:pt x="11291" y="3915"/>
                </a:lnTo>
                <a:lnTo>
                  <a:pt x="10654" y="4552"/>
                </a:lnTo>
                <a:cubicBezTo>
                  <a:pt x="10508" y="4698"/>
                  <a:pt x="10408" y="4882"/>
                  <a:pt x="10374" y="5082"/>
                </a:cubicBezTo>
                <a:cubicBezTo>
                  <a:pt x="10268" y="5675"/>
                  <a:pt x="9985" y="6211"/>
                  <a:pt x="9561" y="6638"/>
                </a:cubicBezTo>
                <a:lnTo>
                  <a:pt x="9398" y="6801"/>
                </a:lnTo>
                <a:lnTo>
                  <a:pt x="8048" y="5455"/>
                </a:lnTo>
                <a:cubicBezTo>
                  <a:pt x="8078" y="5455"/>
                  <a:pt x="8108" y="5458"/>
                  <a:pt x="8138" y="5458"/>
                </a:cubicBezTo>
                <a:cubicBezTo>
                  <a:pt x="8275" y="5458"/>
                  <a:pt x="8415" y="5435"/>
                  <a:pt x="8552" y="5378"/>
                </a:cubicBezTo>
                <a:cubicBezTo>
                  <a:pt x="8662" y="5332"/>
                  <a:pt x="8715" y="5208"/>
                  <a:pt x="8668" y="5098"/>
                </a:cubicBezTo>
                <a:cubicBezTo>
                  <a:pt x="8635" y="5017"/>
                  <a:pt x="8555" y="4967"/>
                  <a:pt x="8471" y="4967"/>
                </a:cubicBezTo>
                <a:cubicBezTo>
                  <a:pt x="8444" y="4967"/>
                  <a:pt x="8418" y="4971"/>
                  <a:pt x="8392" y="4982"/>
                </a:cubicBezTo>
                <a:cubicBezTo>
                  <a:pt x="8307" y="5016"/>
                  <a:pt x="8221" y="5031"/>
                  <a:pt x="8134" y="5031"/>
                </a:cubicBezTo>
                <a:cubicBezTo>
                  <a:pt x="7654" y="5031"/>
                  <a:pt x="7174" y="4578"/>
                  <a:pt x="7112" y="4518"/>
                </a:cubicBezTo>
                <a:cubicBezTo>
                  <a:pt x="7112" y="4515"/>
                  <a:pt x="7109" y="4515"/>
                  <a:pt x="7109" y="4515"/>
                </a:cubicBezTo>
                <a:lnTo>
                  <a:pt x="7102" y="4505"/>
                </a:lnTo>
                <a:lnTo>
                  <a:pt x="7095" y="4498"/>
                </a:lnTo>
                <a:lnTo>
                  <a:pt x="6915" y="4319"/>
                </a:lnTo>
                <a:lnTo>
                  <a:pt x="7119" y="4115"/>
                </a:lnTo>
                <a:cubicBezTo>
                  <a:pt x="7202" y="4032"/>
                  <a:pt x="7202" y="3899"/>
                  <a:pt x="7119" y="3815"/>
                </a:cubicBezTo>
                <a:cubicBezTo>
                  <a:pt x="7077" y="3774"/>
                  <a:pt x="7022" y="3753"/>
                  <a:pt x="6967" y="3753"/>
                </a:cubicBezTo>
                <a:cubicBezTo>
                  <a:pt x="6912" y="3753"/>
                  <a:pt x="6857" y="3774"/>
                  <a:pt x="6815" y="3815"/>
                </a:cubicBezTo>
                <a:lnTo>
                  <a:pt x="6462" y="4169"/>
                </a:lnTo>
                <a:lnTo>
                  <a:pt x="5649" y="4982"/>
                </a:lnTo>
                <a:cubicBezTo>
                  <a:pt x="5566" y="5065"/>
                  <a:pt x="5456" y="5107"/>
                  <a:pt x="5346" y="5107"/>
                </a:cubicBezTo>
                <a:cubicBezTo>
                  <a:pt x="5236" y="5107"/>
                  <a:pt x="5126" y="5065"/>
                  <a:pt x="5042" y="4982"/>
                </a:cubicBezTo>
                <a:cubicBezTo>
                  <a:pt x="4962" y="4902"/>
                  <a:pt x="4919" y="4795"/>
                  <a:pt x="4919" y="4678"/>
                </a:cubicBezTo>
                <a:cubicBezTo>
                  <a:pt x="4919" y="4565"/>
                  <a:pt x="4962" y="4459"/>
                  <a:pt x="5042" y="4375"/>
                </a:cubicBezTo>
                <a:lnTo>
                  <a:pt x="6445" y="2972"/>
                </a:lnTo>
                <a:cubicBezTo>
                  <a:pt x="6525" y="2896"/>
                  <a:pt x="6612" y="2826"/>
                  <a:pt x="6705" y="2769"/>
                </a:cubicBezTo>
                <a:cubicBezTo>
                  <a:pt x="6925" y="2632"/>
                  <a:pt x="7182" y="2559"/>
                  <a:pt x="7445" y="2559"/>
                </a:cubicBezTo>
                <a:cubicBezTo>
                  <a:pt x="7645" y="2559"/>
                  <a:pt x="7848" y="2602"/>
                  <a:pt x="8028" y="2686"/>
                </a:cubicBezTo>
                <a:cubicBezTo>
                  <a:pt x="8174" y="2751"/>
                  <a:pt x="8328" y="2783"/>
                  <a:pt x="8481" y="2783"/>
                </a:cubicBezTo>
                <a:cubicBezTo>
                  <a:pt x="8764" y="2783"/>
                  <a:pt x="9043" y="2674"/>
                  <a:pt x="9248" y="2469"/>
                </a:cubicBezTo>
                <a:lnTo>
                  <a:pt x="9545" y="2172"/>
                </a:lnTo>
                <a:close/>
                <a:moveTo>
                  <a:pt x="3866" y="7198"/>
                </a:moveTo>
                <a:cubicBezTo>
                  <a:pt x="3953" y="7198"/>
                  <a:pt x="4039" y="7231"/>
                  <a:pt x="4106" y="7298"/>
                </a:cubicBezTo>
                <a:cubicBezTo>
                  <a:pt x="4239" y="7431"/>
                  <a:pt x="4239" y="7644"/>
                  <a:pt x="4106" y="7778"/>
                </a:cubicBezTo>
                <a:cubicBezTo>
                  <a:pt x="4039" y="7844"/>
                  <a:pt x="3952" y="7878"/>
                  <a:pt x="3864" y="7878"/>
                </a:cubicBezTo>
                <a:cubicBezTo>
                  <a:pt x="3777" y="7878"/>
                  <a:pt x="3689" y="7844"/>
                  <a:pt x="3623" y="7778"/>
                </a:cubicBezTo>
                <a:cubicBezTo>
                  <a:pt x="3559" y="7714"/>
                  <a:pt x="3523" y="7628"/>
                  <a:pt x="3523" y="7538"/>
                </a:cubicBezTo>
                <a:cubicBezTo>
                  <a:pt x="3523" y="7448"/>
                  <a:pt x="3559" y="7361"/>
                  <a:pt x="3623" y="7298"/>
                </a:cubicBezTo>
                <a:cubicBezTo>
                  <a:pt x="3689" y="7231"/>
                  <a:pt x="3779" y="7198"/>
                  <a:pt x="3866" y="7198"/>
                </a:cubicBezTo>
                <a:close/>
                <a:moveTo>
                  <a:pt x="4669" y="8001"/>
                </a:moveTo>
                <a:cubicBezTo>
                  <a:pt x="4756" y="8001"/>
                  <a:pt x="4842" y="8034"/>
                  <a:pt x="4909" y="8101"/>
                </a:cubicBezTo>
                <a:cubicBezTo>
                  <a:pt x="5042" y="8234"/>
                  <a:pt x="5042" y="8451"/>
                  <a:pt x="4909" y="8584"/>
                </a:cubicBezTo>
                <a:cubicBezTo>
                  <a:pt x="4846" y="8648"/>
                  <a:pt x="4759" y="8681"/>
                  <a:pt x="4669" y="8681"/>
                </a:cubicBezTo>
                <a:cubicBezTo>
                  <a:pt x="4579" y="8681"/>
                  <a:pt x="4493" y="8648"/>
                  <a:pt x="4429" y="8584"/>
                </a:cubicBezTo>
                <a:cubicBezTo>
                  <a:pt x="4296" y="8451"/>
                  <a:pt x="4296" y="8234"/>
                  <a:pt x="4429" y="8101"/>
                </a:cubicBezTo>
                <a:cubicBezTo>
                  <a:pt x="4496" y="8034"/>
                  <a:pt x="4583" y="8001"/>
                  <a:pt x="4669" y="8001"/>
                </a:cubicBezTo>
                <a:close/>
                <a:moveTo>
                  <a:pt x="4193" y="2026"/>
                </a:moveTo>
                <a:lnTo>
                  <a:pt x="4726" y="2556"/>
                </a:lnTo>
                <a:cubicBezTo>
                  <a:pt x="4929" y="2762"/>
                  <a:pt x="5209" y="2872"/>
                  <a:pt x="5492" y="2872"/>
                </a:cubicBezTo>
                <a:cubicBezTo>
                  <a:pt x="5622" y="2872"/>
                  <a:pt x="5752" y="2849"/>
                  <a:pt x="5876" y="2802"/>
                </a:cubicBezTo>
                <a:cubicBezTo>
                  <a:pt x="5936" y="2782"/>
                  <a:pt x="5999" y="2766"/>
                  <a:pt x="6062" y="2756"/>
                </a:cubicBezTo>
                <a:lnTo>
                  <a:pt x="6062" y="2756"/>
                </a:lnTo>
                <a:lnTo>
                  <a:pt x="4742" y="4075"/>
                </a:lnTo>
                <a:cubicBezTo>
                  <a:pt x="4579" y="4235"/>
                  <a:pt x="4493" y="4452"/>
                  <a:pt x="4493" y="4678"/>
                </a:cubicBezTo>
                <a:cubicBezTo>
                  <a:pt x="4493" y="4908"/>
                  <a:pt x="4579" y="5122"/>
                  <a:pt x="4742" y="5285"/>
                </a:cubicBezTo>
                <a:cubicBezTo>
                  <a:pt x="4909" y="5452"/>
                  <a:pt x="5129" y="5535"/>
                  <a:pt x="5346" y="5535"/>
                </a:cubicBezTo>
                <a:cubicBezTo>
                  <a:pt x="5566" y="5535"/>
                  <a:pt x="5786" y="5452"/>
                  <a:pt x="5952" y="5285"/>
                </a:cubicBezTo>
                <a:lnTo>
                  <a:pt x="6612" y="4622"/>
                </a:lnTo>
                <a:lnTo>
                  <a:pt x="6792" y="4802"/>
                </a:lnTo>
                <a:lnTo>
                  <a:pt x="6799" y="4808"/>
                </a:lnTo>
                <a:lnTo>
                  <a:pt x="6809" y="4815"/>
                </a:lnTo>
                <a:cubicBezTo>
                  <a:pt x="6809" y="4818"/>
                  <a:pt x="6812" y="4818"/>
                  <a:pt x="6815" y="4822"/>
                </a:cubicBezTo>
                <a:lnTo>
                  <a:pt x="9311" y="7321"/>
                </a:lnTo>
                <a:cubicBezTo>
                  <a:pt x="9368" y="7374"/>
                  <a:pt x="9398" y="7448"/>
                  <a:pt x="9398" y="7524"/>
                </a:cubicBezTo>
                <a:cubicBezTo>
                  <a:pt x="9398" y="7601"/>
                  <a:pt x="9368" y="7674"/>
                  <a:pt x="9311" y="7731"/>
                </a:cubicBezTo>
                <a:cubicBezTo>
                  <a:pt x="9258" y="7784"/>
                  <a:pt x="9185" y="7814"/>
                  <a:pt x="9108" y="7814"/>
                </a:cubicBezTo>
                <a:cubicBezTo>
                  <a:pt x="9028" y="7814"/>
                  <a:pt x="8958" y="7784"/>
                  <a:pt x="8901" y="7731"/>
                </a:cubicBezTo>
                <a:lnTo>
                  <a:pt x="6835" y="5665"/>
                </a:lnTo>
                <a:cubicBezTo>
                  <a:pt x="6794" y="5623"/>
                  <a:pt x="6739" y="5602"/>
                  <a:pt x="6684" y="5602"/>
                </a:cubicBezTo>
                <a:cubicBezTo>
                  <a:pt x="6629" y="5602"/>
                  <a:pt x="6574" y="5623"/>
                  <a:pt x="6532" y="5665"/>
                </a:cubicBezTo>
                <a:cubicBezTo>
                  <a:pt x="6449" y="5748"/>
                  <a:pt x="6449" y="5882"/>
                  <a:pt x="6532" y="5965"/>
                </a:cubicBezTo>
                <a:lnTo>
                  <a:pt x="8762" y="8191"/>
                </a:lnTo>
                <a:cubicBezTo>
                  <a:pt x="8815" y="8248"/>
                  <a:pt x="8845" y="8318"/>
                  <a:pt x="8845" y="8398"/>
                </a:cubicBezTo>
                <a:cubicBezTo>
                  <a:pt x="8845" y="8474"/>
                  <a:pt x="8815" y="8548"/>
                  <a:pt x="8762" y="8601"/>
                </a:cubicBezTo>
                <a:cubicBezTo>
                  <a:pt x="8705" y="8658"/>
                  <a:pt x="8630" y="8686"/>
                  <a:pt x="8555" y="8686"/>
                </a:cubicBezTo>
                <a:cubicBezTo>
                  <a:pt x="8480" y="8686"/>
                  <a:pt x="8405" y="8658"/>
                  <a:pt x="8348" y="8601"/>
                </a:cubicBezTo>
                <a:lnTo>
                  <a:pt x="7975" y="8228"/>
                </a:lnTo>
                <a:cubicBezTo>
                  <a:pt x="7972" y="8224"/>
                  <a:pt x="7968" y="8221"/>
                  <a:pt x="7968" y="8221"/>
                </a:cubicBezTo>
                <a:cubicBezTo>
                  <a:pt x="7968" y="8218"/>
                  <a:pt x="7965" y="8218"/>
                  <a:pt x="7965" y="8218"/>
                </a:cubicBezTo>
                <a:lnTo>
                  <a:pt x="6239" y="6491"/>
                </a:lnTo>
                <a:cubicBezTo>
                  <a:pt x="6197" y="6450"/>
                  <a:pt x="6143" y="6429"/>
                  <a:pt x="6089" y="6429"/>
                </a:cubicBezTo>
                <a:cubicBezTo>
                  <a:pt x="6035" y="6429"/>
                  <a:pt x="5981" y="6450"/>
                  <a:pt x="5939" y="6491"/>
                </a:cubicBezTo>
                <a:cubicBezTo>
                  <a:pt x="5856" y="6575"/>
                  <a:pt x="5856" y="6708"/>
                  <a:pt x="5939" y="6791"/>
                </a:cubicBezTo>
                <a:lnTo>
                  <a:pt x="7668" y="8524"/>
                </a:lnTo>
                <a:cubicBezTo>
                  <a:pt x="7722" y="8578"/>
                  <a:pt x="7752" y="8651"/>
                  <a:pt x="7752" y="8727"/>
                </a:cubicBezTo>
                <a:cubicBezTo>
                  <a:pt x="7752" y="8804"/>
                  <a:pt x="7722" y="8877"/>
                  <a:pt x="7668" y="8931"/>
                </a:cubicBezTo>
                <a:cubicBezTo>
                  <a:pt x="7612" y="8987"/>
                  <a:pt x="7537" y="9016"/>
                  <a:pt x="7462" y="9016"/>
                </a:cubicBezTo>
                <a:cubicBezTo>
                  <a:pt x="7387" y="9016"/>
                  <a:pt x="7312" y="8987"/>
                  <a:pt x="7255" y="8931"/>
                </a:cubicBezTo>
                <a:lnTo>
                  <a:pt x="5379" y="7055"/>
                </a:lnTo>
                <a:cubicBezTo>
                  <a:pt x="5337" y="7013"/>
                  <a:pt x="5282" y="6992"/>
                  <a:pt x="5227" y="6992"/>
                </a:cubicBezTo>
                <a:cubicBezTo>
                  <a:pt x="5172" y="6992"/>
                  <a:pt x="5117" y="7013"/>
                  <a:pt x="5076" y="7055"/>
                </a:cubicBezTo>
                <a:cubicBezTo>
                  <a:pt x="4992" y="7138"/>
                  <a:pt x="4992" y="7271"/>
                  <a:pt x="5076" y="7354"/>
                </a:cubicBezTo>
                <a:lnTo>
                  <a:pt x="6469" y="8747"/>
                </a:lnTo>
                <a:lnTo>
                  <a:pt x="6472" y="8747"/>
                </a:lnTo>
                <a:cubicBezTo>
                  <a:pt x="6525" y="8804"/>
                  <a:pt x="6555" y="8877"/>
                  <a:pt x="6555" y="8954"/>
                </a:cubicBezTo>
                <a:cubicBezTo>
                  <a:pt x="6555" y="9031"/>
                  <a:pt x="6525" y="9104"/>
                  <a:pt x="6469" y="9157"/>
                </a:cubicBezTo>
                <a:cubicBezTo>
                  <a:pt x="6415" y="9214"/>
                  <a:pt x="6342" y="9244"/>
                  <a:pt x="6265" y="9244"/>
                </a:cubicBezTo>
                <a:cubicBezTo>
                  <a:pt x="6245" y="9244"/>
                  <a:pt x="6229" y="9241"/>
                  <a:pt x="6209" y="9237"/>
                </a:cubicBezTo>
                <a:cubicBezTo>
                  <a:pt x="6245" y="9007"/>
                  <a:pt x="6172" y="8761"/>
                  <a:pt x="5996" y="8584"/>
                </a:cubicBezTo>
                <a:cubicBezTo>
                  <a:pt x="5849" y="8438"/>
                  <a:pt x="5656" y="8358"/>
                  <a:pt x="5452" y="8358"/>
                </a:cubicBezTo>
                <a:lnTo>
                  <a:pt x="5436" y="8358"/>
                </a:lnTo>
                <a:cubicBezTo>
                  <a:pt x="5439" y="8158"/>
                  <a:pt x="5366" y="7954"/>
                  <a:pt x="5212" y="7801"/>
                </a:cubicBezTo>
                <a:cubicBezTo>
                  <a:pt x="5066" y="7654"/>
                  <a:pt x="4872" y="7574"/>
                  <a:pt x="4669" y="7574"/>
                </a:cubicBezTo>
                <a:lnTo>
                  <a:pt x="4629" y="7574"/>
                </a:lnTo>
                <a:cubicBezTo>
                  <a:pt x="4643" y="7368"/>
                  <a:pt x="4566" y="7155"/>
                  <a:pt x="4406" y="6995"/>
                </a:cubicBezTo>
                <a:cubicBezTo>
                  <a:pt x="4257" y="6846"/>
                  <a:pt x="4062" y="6772"/>
                  <a:pt x="3866" y="6772"/>
                </a:cubicBezTo>
                <a:cubicBezTo>
                  <a:pt x="3808" y="6772"/>
                  <a:pt x="3750" y="6778"/>
                  <a:pt x="3693" y="6791"/>
                </a:cubicBezTo>
                <a:lnTo>
                  <a:pt x="3539" y="6638"/>
                </a:lnTo>
                <a:cubicBezTo>
                  <a:pt x="3120" y="6218"/>
                  <a:pt x="2840" y="5685"/>
                  <a:pt x="2730" y="5102"/>
                </a:cubicBezTo>
                <a:cubicBezTo>
                  <a:pt x="2690" y="4888"/>
                  <a:pt x="2586" y="4692"/>
                  <a:pt x="2430" y="4535"/>
                </a:cubicBezTo>
                <a:lnTo>
                  <a:pt x="2056" y="4162"/>
                </a:lnTo>
                <a:lnTo>
                  <a:pt x="4193" y="2026"/>
                </a:lnTo>
                <a:close/>
                <a:moveTo>
                  <a:pt x="5452" y="8784"/>
                </a:moveTo>
                <a:cubicBezTo>
                  <a:pt x="5539" y="8784"/>
                  <a:pt x="5626" y="8817"/>
                  <a:pt x="5692" y="8884"/>
                </a:cubicBezTo>
                <a:cubicBezTo>
                  <a:pt x="5826" y="9017"/>
                  <a:pt x="5826" y="9234"/>
                  <a:pt x="5692" y="9367"/>
                </a:cubicBezTo>
                <a:cubicBezTo>
                  <a:pt x="5629" y="9431"/>
                  <a:pt x="5542" y="9467"/>
                  <a:pt x="5452" y="9467"/>
                </a:cubicBezTo>
                <a:cubicBezTo>
                  <a:pt x="5362" y="9467"/>
                  <a:pt x="5276" y="9431"/>
                  <a:pt x="5212" y="9367"/>
                </a:cubicBezTo>
                <a:cubicBezTo>
                  <a:pt x="5079" y="9234"/>
                  <a:pt x="5079" y="9017"/>
                  <a:pt x="5212" y="8884"/>
                </a:cubicBezTo>
                <a:cubicBezTo>
                  <a:pt x="5279" y="8817"/>
                  <a:pt x="5366" y="8784"/>
                  <a:pt x="5452" y="8784"/>
                </a:cubicBezTo>
                <a:close/>
                <a:moveTo>
                  <a:pt x="3113" y="0"/>
                </a:moveTo>
                <a:cubicBezTo>
                  <a:pt x="3059" y="0"/>
                  <a:pt x="3005" y="21"/>
                  <a:pt x="2963" y="63"/>
                </a:cubicBezTo>
                <a:lnTo>
                  <a:pt x="80" y="2946"/>
                </a:lnTo>
                <a:cubicBezTo>
                  <a:pt x="0" y="3029"/>
                  <a:pt x="0" y="3162"/>
                  <a:pt x="80" y="3245"/>
                </a:cubicBezTo>
                <a:lnTo>
                  <a:pt x="1377" y="4538"/>
                </a:lnTo>
                <a:cubicBezTo>
                  <a:pt x="1417" y="4578"/>
                  <a:pt x="1470" y="4602"/>
                  <a:pt x="1527" y="4602"/>
                </a:cubicBezTo>
                <a:cubicBezTo>
                  <a:pt x="1583" y="4602"/>
                  <a:pt x="1637" y="4578"/>
                  <a:pt x="1677" y="4538"/>
                </a:cubicBezTo>
                <a:lnTo>
                  <a:pt x="1753" y="4462"/>
                </a:lnTo>
                <a:lnTo>
                  <a:pt x="2130" y="4838"/>
                </a:lnTo>
                <a:cubicBezTo>
                  <a:pt x="2223" y="4932"/>
                  <a:pt x="2286" y="5052"/>
                  <a:pt x="2310" y="5182"/>
                </a:cubicBezTo>
                <a:cubicBezTo>
                  <a:pt x="2436" y="5848"/>
                  <a:pt x="2756" y="6458"/>
                  <a:pt x="3240" y="6941"/>
                </a:cubicBezTo>
                <a:lnTo>
                  <a:pt x="3310" y="7011"/>
                </a:lnTo>
                <a:cubicBezTo>
                  <a:pt x="3173" y="7155"/>
                  <a:pt x="3100" y="7341"/>
                  <a:pt x="3100" y="7538"/>
                </a:cubicBezTo>
                <a:cubicBezTo>
                  <a:pt x="3100" y="7744"/>
                  <a:pt x="3180" y="7934"/>
                  <a:pt x="3323" y="8081"/>
                </a:cubicBezTo>
                <a:cubicBezTo>
                  <a:pt x="3473" y="8231"/>
                  <a:pt x="3669" y="8304"/>
                  <a:pt x="3866" y="8304"/>
                </a:cubicBezTo>
                <a:lnTo>
                  <a:pt x="3903" y="8304"/>
                </a:lnTo>
                <a:cubicBezTo>
                  <a:pt x="3893" y="8511"/>
                  <a:pt x="3966" y="8724"/>
                  <a:pt x="4126" y="8884"/>
                </a:cubicBezTo>
                <a:cubicBezTo>
                  <a:pt x="4273" y="9027"/>
                  <a:pt x="4463" y="9107"/>
                  <a:pt x="4669" y="9107"/>
                </a:cubicBezTo>
                <a:lnTo>
                  <a:pt x="4686" y="9107"/>
                </a:lnTo>
                <a:cubicBezTo>
                  <a:pt x="4683" y="9311"/>
                  <a:pt x="4756" y="9514"/>
                  <a:pt x="4909" y="9667"/>
                </a:cubicBezTo>
                <a:cubicBezTo>
                  <a:pt x="5056" y="9811"/>
                  <a:pt x="5249" y="9891"/>
                  <a:pt x="5452" y="9891"/>
                </a:cubicBezTo>
                <a:cubicBezTo>
                  <a:pt x="5656" y="9891"/>
                  <a:pt x="5849" y="9811"/>
                  <a:pt x="5996" y="9667"/>
                </a:cubicBezTo>
                <a:cubicBezTo>
                  <a:pt x="6006" y="9654"/>
                  <a:pt x="6019" y="9644"/>
                  <a:pt x="6029" y="9631"/>
                </a:cubicBezTo>
                <a:cubicBezTo>
                  <a:pt x="6106" y="9657"/>
                  <a:pt x="6185" y="9671"/>
                  <a:pt x="6265" y="9671"/>
                </a:cubicBezTo>
                <a:cubicBezTo>
                  <a:pt x="6455" y="9671"/>
                  <a:pt x="6635" y="9594"/>
                  <a:pt x="6772" y="9461"/>
                </a:cubicBezTo>
                <a:cubicBezTo>
                  <a:pt x="6845" y="9387"/>
                  <a:pt x="6899" y="9304"/>
                  <a:pt x="6935" y="9211"/>
                </a:cubicBezTo>
                <a:lnTo>
                  <a:pt x="6955" y="9234"/>
                </a:lnTo>
                <a:cubicBezTo>
                  <a:pt x="7095" y="9374"/>
                  <a:pt x="7279" y="9444"/>
                  <a:pt x="7462" y="9444"/>
                </a:cubicBezTo>
                <a:cubicBezTo>
                  <a:pt x="7645" y="9444"/>
                  <a:pt x="7828" y="9374"/>
                  <a:pt x="7968" y="9234"/>
                </a:cubicBezTo>
                <a:cubicBezTo>
                  <a:pt x="8042" y="9161"/>
                  <a:pt x="8098" y="9071"/>
                  <a:pt x="8135" y="8977"/>
                </a:cubicBezTo>
                <a:cubicBezTo>
                  <a:pt x="8258" y="9067"/>
                  <a:pt x="8408" y="9111"/>
                  <a:pt x="8555" y="9111"/>
                </a:cubicBezTo>
                <a:cubicBezTo>
                  <a:pt x="8738" y="9111"/>
                  <a:pt x="8921" y="9044"/>
                  <a:pt x="9061" y="8904"/>
                </a:cubicBezTo>
                <a:cubicBezTo>
                  <a:pt x="9198" y="8767"/>
                  <a:pt x="9271" y="8588"/>
                  <a:pt x="9271" y="8398"/>
                </a:cubicBezTo>
                <a:cubicBezTo>
                  <a:pt x="9271" y="8338"/>
                  <a:pt x="9265" y="8281"/>
                  <a:pt x="9251" y="8228"/>
                </a:cubicBezTo>
                <a:cubicBezTo>
                  <a:pt x="9388" y="8198"/>
                  <a:pt x="9511" y="8131"/>
                  <a:pt x="9615" y="8031"/>
                </a:cubicBezTo>
                <a:cubicBezTo>
                  <a:pt x="9748" y="7898"/>
                  <a:pt x="9825" y="7718"/>
                  <a:pt x="9825" y="7524"/>
                </a:cubicBezTo>
                <a:cubicBezTo>
                  <a:pt x="9825" y="7374"/>
                  <a:pt x="9778" y="7231"/>
                  <a:pt x="9691" y="7111"/>
                </a:cubicBezTo>
                <a:lnTo>
                  <a:pt x="9861" y="6938"/>
                </a:lnTo>
                <a:cubicBezTo>
                  <a:pt x="10348" y="6451"/>
                  <a:pt x="10671" y="5835"/>
                  <a:pt x="10794" y="5158"/>
                </a:cubicBezTo>
                <a:cubicBezTo>
                  <a:pt x="10814" y="5045"/>
                  <a:pt x="10871" y="4938"/>
                  <a:pt x="10954" y="4852"/>
                </a:cubicBezTo>
                <a:lnTo>
                  <a:pt x="11591" y="4219"/>
                </a:lnTo>
                <a:lnTo>
                  <a:pt x="11704" y="4329"/>
                </a:lnTo>
                <a:cubicBezTo>
                  <a:pt x="11744" y="4372"/>
                  <a:pt x="11801" y="4392"/>
                  <a:pt x="11854" y="4392"/>
                </a:cubicBezTo>
                <a:cubicBezTo>
                  <a:pt x="11907" y="4392"/>
                  <a:pt x="11964" y="4372"/>
                  <a:pt x="12004" y="4329"/>
                </a:cubicBezTo>
                <a:lnTo>
                  <a:pt x="13297" y="3036"/>
                </a:lnTo>
                <a:cubicBezTo>
                  <a:pt x="13337" y="2996"/>
                  <a:pt x="13360" y="2942"/>
                  <a:pt x="13360" y="2886"/>
                </a:cubicBezTo>
                <a:cubicBezTo>
                  <a:pt x="13360" y="2829"/>
                  <a:pt x="13337" y="2776"/>
                  <a:pt x="13297" y="2736"/>
                </a:cubicBezTo>
                <a:lnTo>
                  <a:pt x="10711" y="146"/>
                </a:lnTo>
                <a:cubicBezTo>
                  <a:pt x="10669" y="105"/>
                  <a:pt x="10614" y="84"/>
                  <a:pt x="10559" y="84"/>
                </a:cubicBezTo>
                <a:cubicBezTo>
                  <a:pt x="10504" y="84"/>
                  <a:pt x="10449" y="105"/>
                  <a:pt x="10408" y="146"/>
                </a:cubicBezTo>
                <a:lnTo>
                  <a:pt x="9115" y="1439"/>
                </a:lnTo>
                <a:cubicBezTo>
                  <a:pt x="9075" y="1479"/>
                  <a:pt x="9055" y="1536"/>
                  <a:pt x="9055" y="1593"/>
                </a:cubicBezTo>
                <a:cubicBezTo>
                  <a:pt x="9055" y="1646"/>
                  <a:pt x="9075" y="1702"/>
                  <a:pt x="9115" y="1742"/>
                </a:cubicBezTo>
                <a:lnTo>
                  <a:pt x="9245" y="1869"/>
                </a:lnTo>
                <a:lnTo>
                  <a:pt x="8948" y="2166"/>
                </a:lnTo>
                <a:cubicBezTo>
                  <a:pt x="8822" y="2291"/>
                  <a:pt x="8653" y="2358"/>
                  <a:pt x="8480" y="2358"/>
                </a:cubicBezTo>
                <a:cubicBezTo>
                  <a:pt x="8387" y="2358"/>
                  <a:pt x="8294" y="2339"/>
                  <a:pt x="8205" y="2299"/>
                </a:cubicBezTo>
                <a:cubicBezTo>
                  <a:pt x="7968" y="2189"/>
                  <a:pt x="7705" y="2132"/>
                  <a:pt x="7445" y="2132"/>
                </a:cubicBezTo>
                <a:cubicBezTo>
                  <a:pt x="7135" y="2132"/>
                  <a:pt x="6832" y="2212"/>
                  <a:pt x="6565" y="2359"/>
                </a:cubicBezTo>
                <a:cubicBezTo>
                  <a:pt x="6452" y="2332"/>
                  <a:pt x="6335" y="2316"/>
                  <a:pt x="6219" y="2316"/>
                </a:cubicBezTo>
                <a:cubicBezTo>
                  <a:pt x="6052" y="2316"/>
                  <a:pt x="5889" y="2346"/>
                  <a:pt x="5729" y="2402"/>
                </a:cubicBezTo>
                <a:cubicBezTo>
                  <a:pt x="5649" y="2432"/>
                  <a:pt x="5567" y="2447"/>
                  <a:pt x="5487" y="2447"/>
                </a:cubicBezTo>
                <a:cubicBezTo>
                  <a:pt x="5316" y="2447"/>
                  <a:pt x="5151" y="2381"/>
                  <a:pt x="5026" y="2256"/>
                </a:cubicBezTo>
                <a:lnTo>
                  <a:pt x="4493" y="1722"/>
                </a:lnTo>
                <a:lnTo>
                  <a:pt x="4556" y="1659"/>
                </a:lnTo>
                <a:cubicBezTo>
                  <a:pt x="4596" y="1619"/>
                  <a:pt x="4619" y="1566"/>
                  <a:pt x="4619" y="1509"/>
                </a:cubicBezTo>
                <a:cubicBezTo>
                  <a:pt x="4619" y="1453"/>
                  <a:pt x="4596" y="1399"/>
                  <a:pt x="4556" y="1359"/>
                </a:cubicBezTo>
                <a:lnTo>
                  <a:pt x="3263" y="63"/>
                </a:lnTo>
                <a:cubicBezTo>
                  <a:pt x="3221" y="21"/>
                  <a:pt x="3167" y="0"/>
                  <a:pt x="31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3A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 txBox="1"/>
          <p:nvPr/>
        </p:nvSpPr>
        <p:spPr>
          <a:xfrm>
            <a:off x="587000" y="523800"/>
            <a:ext cx="474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  <a:t>Gostaria de ser nosso(a) parceiro(a)?</a:t>
            </a:r>
            <a:endParaRPr b="1" sz="3400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  <a:t>Venha fazer parte dessa expansão, que está qualificando cada vez mais nossos jovens potiguares!</a:t>
            </a:r>
            <a:endParaRPr sz="4300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8" name="Google Shape;91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303" y="2885976"/>
            <a:ext cx="3449151" cy="21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2"/>
          <p:cNvSpPr txBox="1"/>
          <p:nvPr/>
        </p:nvSpPr>
        <p:spPr>
          <a:xfrm>
            <a:off x="2769900" y="1764300"/>
            <a:ext cx="5870100" cy="2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2600" u="none" cap="none" strike="noStrike">
                <a:solidFill>
                  <a:srgbClr val="E51157"/>
                </a:solidFill>
                <a:latin typeface="Montserrat"/>
                <a:ea typeface="Montserrat"/>
                <a:cs typeface="Montserrat"/>
                <a:sym typeface="Montserrat"/>
              </a:rPr>
              <a:t>Obrigado(a)!</a:t>
            </a:r>
            <a:endParaRPr b="1" i="0" sz="2600" u="none" cap="none" strike="noStrike">
              <a:solidFill>
                <a:srgbClr val="E511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B7D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[Inserir nome do representante da escola]</a:t>
            </a:r>
            <a:endParaRPr b="1" sz="1600">
              <a:solidFill>
                <a:srgbClr val="003B7D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B7D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[Inserir cargo do representante da escola]</a:t>
            </a:r>
            <a:endParaRPr b="1" sz="1600">
              <a:solidFill>
                <a:srgbClr val="003B7D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B7D"/>
                </a:solidFill>
                <a:highlight>
                  <a:srgbClr val="FAE9EB"/>
                </a:highlight>
                <a:latin typeface="Montserrat"/>
                <a:ea typeface="Montserrat"/>
                <a:cs typeface="Montserrat"/>
                <a:sym typeface="Montserrat"/>
              </a:rPr>
              <a:t>[Inserir contato]</a:t>
            </a:r>
            <a:endParaRPr b="1" sz="1600">
              <a:solidFill>
                <a:srgbClr val="003B7D"/>
              </a:solidFill>
              <a:highlight>
                <a:srgbClr val="FAE9EB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4" name="Google Shape;924;p62"/>
          <p:cNvSpPr txBox="1"/>
          <p:nvPr/>
        </p:nvSpPr>
        <p:spPr>
          <a:xfrm>
            <a:off x="4078200" y="3847500"/>
            <a:ext cx="456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Créditos das fotos: </a:t>
            </a:r>
            <a:r>
              <a:rPr lang="pt-BR" sz="700">
                <a:solidFill>
                  <a:srgbClr val="22222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Ehder de Souza/Itaú Educação e Trabalho</a:t>
            </a:r>
            <a:r>
              <a:rPr i="0" lang="pt-BR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0" sz="700" u="none" cap="none" strike="noStrike">
              <a:solidFill>
                <a:srgbClr val="008BC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5" name="Google Shape;925;p62"/>
          <p:cNvPicPr preferRelativeResize="0"/>
          <p:nvPr/>
        </p:nvPicPr>
        <p:blipFill rotWithShape="1">
          <a:blip r:embed="rId3">
            <a:alphaModFix/>
          </a:blip>
          <a:srcRect b="27482" l="0" r="0" t="33089"/>
          <a:stretch/>
        </p:blipFill>
        <p:spPr>
          <a:xfrm>
            <a:off x="5271476" y="302474"/>
            <a:ext cx="1340275" cy="7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62"/>
          <p:cNvPicPr preferRelativeResize="0"/>
          <p:nvPr/>
        </p:nvPicPr>
        <p:blipFill rotWithShape="1">
          <a:blip r:embed="rId4">
            <a:alphaModFix/>
          </a:blip>
          <a:srcRect b="249" l="65979" r="0" t="259"/>
          <a:stretch/>
        </p:blipFill>
        <p:spPr>
          <a:xfrm>
            <a:off x="6611750" y="139050"/>
            <a:ext cx="2247974" cy="10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8BC9"/>
      </a:dk1>
      <a:lt1>
        <a:srgbClr val="FFFFFF"/>
      </a:lt1>
      <a:dk2>
        <a:srgbClr val="5C5B5F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